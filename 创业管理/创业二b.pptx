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537" r:id="rId2"/>
    <p:sldId id="842" r:id="rId3"/>
    <p:sldId id="843" r:id="rId4"/>
    <p:sldId id="856" r:id="rId5"/>
    <p:sldId id="858" r:id="rId6"/>
    <p:sldId id="859" r:id="rId7"/>
    <p:sldId id="860" r:id="rId8"/>
    <p:sldId id="861" r:id="rId9"/>
    <p:sldId id="862" r:id="rId10"/>
    <p:sldId id="866" r:id="rId11"/>
    <p:sldId id="872" r:id="rId12"/>
    <p:sldId id="873" r:id="rId13"/>
    <p:sldId id="874" r:id="rId14"/>
    <p:sldId id="875" r:id="rId15"/>
    <p:sldId id="876" r:id="rId16"/>
    <p:sldId id="877" r:id="rId17"/>
    <p:sldId id="878" r:id="rId18"/>
    <p:sldId id="879" r:id="rId19"/>
    <p:sldId id="893" r:id="rId20"/>
    <p:sldId id="881" r:id="rId21"/>
    <p:sldId id="882" r:id="rId22"/>
    <p:sldId id="883" r:id="rId23"/>
    <p:sldId id="887" r:id="rId24"/>
    <p:sldId id="888" r:id="rId25"/>
    <p:sldId id="910" r:id="rId26"/>
    <p:sldId id="890" r:id="rId27"/>
    <p:sldId id="891" r:id="rId28"/>
    <p:sldId id="90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9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1C578-5345-4D15-A029-6A3504A30F49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E9707-135F-443C-9498-A0EB4D1BE0D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lstStyle/>
          <a:p>
            <a:pPr lvl="0" algn="r"/>
            <a:fld id="{9A0DB2DC-4C9A-4742-B13C-FB6460FD3503}" type="slidenum">
              <a:rPr lang="zh-CN" altLang="en-US" dirty="0"/>
              <a:t>5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2AC72-ED6C-46D9-A606-C9E5B09E438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10"/>
    </mc:Choice>
    <mc:Fallback xmlns="">
      <p:transition spd="slow" advTm="1531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2279650" y="1628775"/>
            <a:ext cx="7772400" cy="1079500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第二章 创业者特质</a:t>
            </a:r>
            <a:b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98" name="副标题 1"/>
          <p:cNvSpPr>
            <a:spLocks noGrp="1" noRot="1"/>
          </p:cNvSpPr>
          <p:nvPr>
            <p:ph type="subTitle" idx="1"/>
          </p:nvPr>
        </p:nvSpPr>
        <p:spPr/>
        <p:txBody>
          <a:bodyPr vert="horz" wrap="square" lIns="91440" tIns="45720" rIns="91440" bIns="45720" anchor="t"/>
          <a:lstStyle/>
          <a:p>
            <a:pPr>
              <a:buSzPct val="85000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4099" name="内容占位符 2"/>
          <p:cNvSpPr>
            <a:spLocks noGrp="1" noRot="1"/>
          </p:cNvSpPr>
          <p:nvPr>
            <p:ph idx="1"/>
          </p:nvPr>
        </p:nvSpPr>
        <p:spPr>
          <a:xfrm>
            <a:off x="1774825" y="1484313"/>
            <a:ext cx="9096375" cy="4498975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08213" y="1338263"/>
            <a:ext cx="7069455" cy="34150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是不是每个人都可以成为创业者？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创业者是一个特殊的人群吗？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他们有什么特点？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19" name="内容占位符 2"/>
          <p:cNvSpPr>
            <a:spLocks noGrp="1" noRot="1"/>
          </p:cNvSpPr>
          <p:nvPr>
            <p:ph idx="1"/>
          </p:nvPr>
        </p:nvSpPr>
        <p:spPr>
          <a:xfrm>
            <a:off x="1432560" y="1336675"/>
            <a:ext cx="9375140" cy="2809240"/>
          </a:xfrm>
        </p:spPr>
        <p:txBody>
          <a:bodyPr vert="horz" wrap="square" lIns="91440" tIns="45720" rIns="91440" bIns="45720" anchor="t"/>
          <a:lstStyle/>
          <a:p>
            <a:pPr marL="0" indent="0">
              <a:buNone/>
            </a:pP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成功的创业者都有些什么性格特征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6120" y="739775"/>
            <a:ext cx="7780655" cy="4881880"/>
          </a:xfrm>
        </p:spPr>
        <p:txBody>
          <a:bodyPr vert="horz" wrap="square" lIns="91440" tIns="45720" rIns="91440" bIns="45720" numCol="1" anchor="t" anchorCtr="0" compatLnSpc="1">
            <a:normAutofit fontScale="97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成功创业者的性格特质：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自信、格局大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思维与众不同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面对困难不屈不挠、坚毅、执着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勤学好问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敏感好奇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有激情和强烈内驱动力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23554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5" y="0"/>
            <a:ext cx="8351838" cy="5394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内容占位符 15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23562" name="TextBox 21"/>
          <p:cNvSpPr txBox="1"/>
          <p:nvPr/>
        </p:nvSpPr>
        <p:spPr>
          <a:xfrm>
            <a:off x="1817688" y="5795963"/>
            <a:ext cx="88011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苹果公司庆祝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岁生日，总部挂出经典海盗旗。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24578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24579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5" y="1268413"/>
            <a:ext cx="8540750" cy="4149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2560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765175"/>
            <a:ext cx="6773863" cy="5184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3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530033"/>
            <a:ext cx="766763" cy="576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490" y="1134745"/>
            <a:ext cx="766763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075" y="1436688"/>
            <a:ext cx="768350" cy="576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813" y="1691005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7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025" y="1135063"/>
            <a:ext cx="768350" cy="576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9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025" y="1530350"/>
            <a:ext cx="766763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12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425" y="153035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758" y="1609725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765175"/>
            <a:ext cx="6773863" cy="5184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988" y="152400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333" y="113538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173" y="113538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338" y="143637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333" y="153035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338" y="1530350"/>
            <a:ext cx="76835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463" y="1437005"/>
            <a:ext cx="768350" cy="576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26626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2662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88" y="0"/>
            <a:ext cx="6858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0722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0723" name="内容占位符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3" y="231775"/>
            <a:ext cx="8128000" cy="4305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35" y="231775"/>
            <a:ext cx="7186295" cy="48698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060575" y="5467668"/>
            <a:ext cx="794067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华为技术有限公司主要创始人、总裁任正非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6866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35438" y="0"/>
            <a:ext cx="4392613" cy="62776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军人特质：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作风硬朗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超强毅力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超强执行力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超强团队协作能力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超强集体荣誉感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敢于挑战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32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勇于担当</a:t>
            </a:r>
            <a:endParaRPr kumimoji="0" lang="en-US" altLang="zh-CN" sz="32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TextBox 4"/>
          <p:cNvSpPr txBox="1"/>
          <p:nvPr/>
        </p:nvSpPr>
        <p:spPr>
          <a:xfrm>
            <a:off x="2279650" y="5876925"/>
            <a:ext cx="687260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     很多军人特质与企业家精神相吻合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7890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37891" name="TextBox 3"/>
          <p:cNvSpPr txBox="1"/>
          <p:nvPr/>
        </p:nvSpPr>
        <p:spPr>
          <a:xfrm>
            <a:off x="3287713" y="5113338"/>
            <a:ext cx="30410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自制力和毅力、</a:t>
            </a:r>
          </a:p>
        </p:txBody>
      </p:sp>
      <p:pic>
        <p:nvPicPr>
          <p:cNvPr id="3789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113" y="620713"/>
            <a:ext cx="4200525" cy="446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3" name="TextBox 5"/>
          <p:cNvSpPr txBox="1"/>
          <p:nvPr/>
        </p:nvSpPr>
        <p:spPr>
          <a:xfrm>
            <a:off x="2707323" y="5797233"/>
            <a:ext cx="626046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>
              <a:buSzTx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一个比平常人更聪明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更努力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的亿万富翁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TextBox 6"/>
          <p:cNvSpPr txBox="1"/>
          <p:nvPr/>
        </p:nvSpPr>
        <p:spPr>
          <a:xfrm>
            <a:off x="6167438" y="5122863"/>
            <a:ext cx="222440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坚毅有远见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8914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8915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554038"/>
            <a:ext cx="9563100" cy="434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6" name="TextBox 4"/>
          <p:cNvSpPr txBox="1"/>
          <p:nvPr/>
        </p:nvSpPr>
        <p:spPr>
          <a:xfrm>
            <a:off x="3287713" y="5949950"/>
            <a:ext cx="46037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Sz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TextBox 5"/>
          <p:cNvSpPr txBox="1"/>
          <p:nvPr/>
        </p:nvSpPr>
        <p:spPr>
          <a:xfrm>
            <a:off x="2782888" y="5229225"/>
            <a:ext cx="5234125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每年都发布新年计划并全部实现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9938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9939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981075"/>
            <a:ext cx="6858000" cy="4076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0" name="TextBox 4"/>
          <p:cNvSpPr txBox="1"/>
          <p:nvPr/>
        </p:nvSpPr>
        <p:spPr>
          <a:xfrm>
            <a:off x="4224338" y="5138738"/>
            <a:ext cx="375793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扎克伯格的第一张名片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40962" name="内容占位符 3"/>
          <p:cNvPicPr>
            <a:picLocks noGrp="1" noRot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0238" y="692150"/>
            <a:ext cx="3440112" cy="4498975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4199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1986" name="内容占位符 3"/>
          <p:cNvPicPr>
            <a:picLocks noGrp="1" noRot="1" noChangeAspect="1"/>
          </p:cNvPicPr>
          <p:nvPr>
            <p:ph idx="1"/>
          </p:nvPr>
        </p:nvPicPr>
        <p:blipFill>
          <a:blip r:embed="rId2"/>
          <a:srcRect b="2501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43010" name="内容占位符 3"/>
          <p:cNvPicPr>
            <a:picLocks noGrp="1" noRot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5913" y="333375"/>
            <a:ext cx="6764337" cy="4498975"/>
          </a:xfrm>
        </p:spPr>
      </p:pic>
      <p:sp>
        <p:nvSpPr>
          <p:cNvPr id="43011" name="TextBox 4"/>
          <p:cNvSpPr txBox="1"/>
          <p:nvPr/>
        </p:nvSpPr>
        <p:spPr>
          <a:xfrm>
            <a:off x="3908425" y="4868863"/>
            <a:ext cx="49441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Facebook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当初的创业者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pic>
        <p:nvPicPr>
          <p:cNvPr id="44034" name="内容占位符 3"/>
          <p:cNvPicPr>
            <a:picLocks noGrp="1" noRot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7575" y="260350"/>
            <a:ext cx="3140075" cy="4498975"/>
          </a:xfrm>
        </p:spPr>
      </p:pic>
      <p:sp>
        <p:nvSpPr>
          <p:cNvPr id="44035" name="TextBox 4"/>
          <p:cNvSpPr txBox="1"/>
          <p:nvPr/>
        </p:nvSpPr>
        <p:spPr>
          <a:xfrm>
            <a:off x="2945766" y="4951413"/>
            <a:ext cx="7411720" cy="11988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>
              <a:buSzTx/>
            </a:pP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雪莉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·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桑德伯格（</a:t>
            </a: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Sheryl Sandberg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buSzTx/>
            </a:pPr>
            <a:r>
              <a:rPr lang="en-US" altLang="zh-CN" sz="3600" dirty="0">
                <a:latin typeface="Arial" panose="020B0604020202020204" pitchFamily="34" charset="0"/>
                <a:ea typeface="宋体" panose="02010600030101010101" pitchFamily="2" charset="-122"/>
              </a:rPr>
              <a:t>Facebook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首席运营官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3084830" y="365125"/>
            <a:ext cx="9036050" cy="669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成功创业者的性格特质：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自信、格局大</a:t>
            </a:r>
            <a:endParaRPr kumimoji="0" lang="en-US" altLang="zh-CN" sz="32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思维与众不同</a:t>
            </a:r>
            <a:endParaRPr kumimoji="0" lang="en-US" altLang="zh-CN" sz="32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面对困难不屈不挠、坚毅、执着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勤学好问</a:t>
            </a:r>
            <a:endParaRPr kumimoji="0" lang="en-US" altLang="zh-CN" sz="32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敏感好奇</a:t>
            </a:r>
            <a:endParaRPr kumimoji="0" lang="en-US" altLang="zh-CN" sz="32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有激情和强烈内驱动力</a:t>
            </a:r>
            <a:endParaRPr kumimoji="0" lang="en-US" altLang="zh-CN" sz="32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46082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4608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566738"/>
            <a:ext cx="6316663" cy="3894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4" name="TextBox 4"/>
          <p:cNvSpPr txBox="1"/>
          <p:nvPr/>
        </p:nvSpPr>
        <p:spPr>
          <a:xfrm>
            <a:off x="5232400" y="4510088"/>
            <a:ext cx="156019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蔡崇信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47106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4710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477838"/>
            <a:ext cx="6562725" cy="393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8" name="TextBox 4"/>
          <p:cNvSpPr txBox="1"/>
          <p:nvPr/>
        </p:nvSpPr>
        <p:spPr>
          <a:xfrm>
            <a:off x="2063750" y="4546600"/>
            <a:ext cx="798766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蔡崇信成为阿里巴巴十八罗汉中的一员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 noRot="1"/>
          </p:cNvSpPr>
          <p:nvPr>
            <p:ph type="title"/>
          </p:nvPr>
        </p:nvSpPr>
        <p:spPr/>
        <p:txBody>
          <a:bodyPr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130" name="内容占位符 2"/>
          <p:cNvSpPr>
            <a:spLocks noGrp="1" noRot="1"/>
          </p:cNvSpPr>
          <p:nvPr>
            <p:ph idx="1"/>
          </p:nvPr>
        </p:nvSpPr>
        <p:spPr/>
        <p:txBody>
          <a:bodyPr anchor="t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2169160" y="365125"/>
            <a:ext cx="8145145" cy="617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成功创业者的性格特质：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自信，格局大</a:t>
            </a:r>
            <a:endParaRPr kumimoji="0" lang="en-US" altLang="zh-CN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思维与众不同</a:t>
            </a:r>
            <a:endParaRPr kumimoji="0" lang="en-US" altLang="zh-CN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面对困难不屈不挠、坚毅、执着</a:t>
            </a:r>
            <a:endParaRPr kumimoji="0" lang="en-US" altLang="zh-CN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勤学好问</a:t>
            </a:r>
            <a:endParaRPr kumimoji="0" lang="en-US" altLang="zh-CN" sz="3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敏感好奇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有激情和强烈内驱动力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52226" name="内容占位符 2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5222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3" y="404813"/>
            <a:ext cx="5856287" cy="4392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8" name="TextBox 4"/>
          <p:cNvSpPr txBox="1"/>
          <p:nvPr/>
        </p:nvSpPr>
        <p:spPr>
          <a:xfrm>
            <a:off x="1570038" y="5032375"/>
            <a:ext cx="912050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SzTx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做企业，技术创新固然很重要，但商业的敏感度更重要。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6" name="Rectangle 5325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3251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b="1729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0035C9D-D787-7F0D-119F-9EF4D099E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42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14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561465" y="532765"/>
            <a:ext cx="9565640" cy="5792470"/>
          </a:xfrm>
        </p:spPr>
        <p:txBody>
          <a:bodyPr vert="horz" wrap="square" lIns="91440" tIns="45720" rIns="91440" bIns="45720" numCol="1" anchor="t" anchorCtr="0" compatLnSpc="1">
            <a:normAutofit fontScale="6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1.d  2.c 3.e 4.d 5.b 6.d 7.d 8.c </a:t>
            </a:r>
            <a:r>
              <a:rPr kumimoji="0" lang="en-US" altLang="zh-CN" sz="4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9.a 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10.c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11.e 12.b 13.b 14.b 15.a 16.b 17.a 18.d 19.e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20.d 21.d 22.c 23.c 24.e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如果你的得分是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– 8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分：还不具备创业的基本知识，不要贸然创业；</a:t>
            </a:r>
            <a:endParaRPr kumimoji="0" lang="en-US" altLang="zh-CN" sz="4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如果你的得分是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 – 16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分：游走在创业的梦想和现实之间，还需继续打磨；</a:t>
            </a:r>
            <a:endParaRPr kumimoji="0" lang="en-US" altLang="zh-CN" sz="4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如果你的得分是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17 – 24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分：已经做好了创业的基本准备，大胆创业吧！</a:t>
            </a: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56322" name="内容占位符 41"/>
          <p:cNvSpPr>
            <a:spLocks noGrp="1" noRot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8108C-713B-CCF9-87FF-EF5858018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91322A-EFAA-4895-2626-9997C2B0C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59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397</Words>
  <Application>Microsoft Office PowerPoint</Application>
  <PresentationFormat>宽屏</PresentationFormat>
  <Paragraphs>57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等线</vt:lpstr>
      <vt:lpstr>等线 Light</vt:lpstr>
      <vt:lpstr>宋体</vt:lpstr>
      <vt:lpstr>Arial</vt:lpstr>
      <vt:lpstr>Wingdings 2</vt:lpstr>
      <vt:lpstr>Office 主题​​</vt:lpstr>
      <vt:lpstr>PowerPoint 演示文稿</vt:lpstr>
      <vt:lpstr>第二章 创业者特质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什么是营销? </dc:title>
  <dc:creator>Chen Xiaofei</dc:creator>
  <cp:lastModifiedBy>Xiaofei Chen</cp:lastModifiedBy>
  <cp:revision>53</cp:revision>
  <dcterms:created xsi:type="dcterms:W3CDTF">2020-02-15T12:13:00Z</dcterms:created>
  <dcterms:modified xsi:type="dcterms:W3CDTF">2025-12-18T12:47:10Z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3C56D03FEFBC4AE4BF77111319A19E7A</vt:lpwstr>
  </property>
</Properties>
</file>