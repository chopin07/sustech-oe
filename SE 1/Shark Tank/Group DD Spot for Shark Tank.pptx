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charts/chart1.xml" ContentType="application/vnd.openxmlformats-officedocument.drawingml.chart+xml"/>
  <Override PartName="/ppt/tags/tag5.xml" ContentType="application/vnd.openxmlformats-officedocument.presentationml.tags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tags/tag6.xml" ContentType="application/vnd.openxmlformats-officedocument.presentationml.tags+xml"/>
  <Override PartName="/ppt/charts/chart5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6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7.xml" ContentType="application/vnd.openxmlformats-officedocument.presentationml.tags+xml"/>
  <Override PartName="/ppt/charts/chart7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8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02" r:id="rId2"/>
  </p:sldMasterIdLst>
  <p:notesMasterIdLst>
    <p:notesMasterId r:id="rId23"/>
  </p:notesMasterIdLst>
  <p:handoutMasterIdLst>
    <p:handoutMasterId r:id="rId24"/>
  </p:handoutMasterIdLst>
  <p:sldIdLst>
    <p:sldId id="298" r:id="rId3"/>
    <p:sldId id="299" r:id="rId4"/>
    <p:sldId id="302" r:id="rId5"/>
    <p:sldId id="301" r:id="rId6"/>
    <p:sldId id="450" r:id="rId7"/>
    <p:sldId id="449" r:id="rId8"/>
    <p:sldId id="304" r:id="rId9"/>
    <p:sldId id="303" r:id="rId10"/>
    <p:sldId id="455" r:id="rId11"/>
    <p:sldId id="452" r:id="rId12"/>
    <p:sldId id="453" r:id="rId13"/>
    <p:sldId id="305" r:id="rId14"/>
    <p:sldId id="458" r:id="rId15"/>
    <p:sldId id="456" r:id="rId16"/>
    <p:sldId id="451" r:id="rId17"/>
    <p:sldId id="306" r:id="rId18"/>
    <p:sldId id="454" r:id="rId19"/>
    <p:sldId id="457" r:id="rId20"/>
    <p:sldId id="459" r:id="rId21"/>
    <p:sldId id="307" r:id="rId22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8" userDrawn="1">
          <p15:clr>
            <a:srgbClr val="A4A3A4"/>
          </p15:clr>
        </p15:guide>
        <p15:guide id="2" orient="horz" pos="3931" userDrawn="1">
          <p15:clr>
            <a:srgbClr val="A4A3A4"/>
          </p15:clr>
        </p15:guide>
        <p15:guide id="3" pos="7430" userDrawn="1">
          <p15:clr>
            <a:srgbClr val="A4A3A4"/>
          </p15:clr>
        </p15:guide>
        <p15:guide id="4" pos="2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D786"/>
    <a:srgbClr val="2C3846"/>
    <a:srgbClr val="554A8C"/>
    <a:srgbClr val="201A3A"/>
    <a:srgbClr val="3E3E7A"/>
    <a:srgbClr val="FFD5FF"/>
    <a:srgbClr val="990099"/>
    <a:srgbClr val="E6E6E6"/>
    <a:srgbClr val="FFABFF"/>
    <a:srgbClr val="0427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76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444" y="48"/>
      </p:cViewPr>
      <p:guideLst>
        <p:guide orient="horz" pos="378"/>
        <p:guide orient="horz" pos="3931"/>
        <p:guide pos="7430"/>
        <p:guide pos="25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0C-4E7F-8FFB-1EBCEA7F8D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50C-4E7F-8FFB-1EBCEA7F8D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50C-4E7F-8FFB-1EBCEA7F8D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27806208"/>
        <c:axId val="627807360"/>
      </c:barChart>
      <c:catAx>
        <c:axId val="627806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+mn-cs"/>
                <a:sym typeface="Arial" panose="020B0604020202020204"/>
              </a:defRPr>
            </a:pPr>
            <a:endParaRPr lang="zh-CN"/>
          </a:p>
        </c:txPr>
        <c:crossAx val="627807360"/>
        <c:crosses val="autoZero"/>
        <c:auto val="1"/>
        <c:lblAlgn val="ctr"/>
        <c:lblOffset val="100"/>
        <c:noMultiLvlLbl val="0"/>
      </c:catAx>
      <c:valAx>
        <c:axId val="6278073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+mn-cs"/>
                <a:sym typeface="Arial" panose="020B0604020202020204"/>
              </a:defRPr>
            </a:pPr>
            <a:endParaRPr lang="zh-CN"/>
          </a:p>
        </c:txPr>
        <c:crossAx val="627806208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Arial" panose="020B0604020202020204"/>
          <a:ea typeface="微软雅黑" panose="020B0503020204020204" charset="-122"/>
          <a:sym typeface="Arial" panose="020B0604020202020204"/>
        </a:defRPr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108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D3F-4EDA-985C-E9468565EE0C}"/>
              </c:ext>
            </c:extLst>
          </c:dPt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D3F-4EDA-985C-E9468565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4">
                <a:lumMod val="90000"/>
                <a:lumOff val="1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4">
                  <a:lumMod val="75000"/>
                  <a:lumOff val="2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4D3F-4EDA-985C-E9468565EE0C}"/>
              </c:ext>
            </c:extLst>
          </c:dPt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D3F-4EDA-985C-E9468565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5960192"/>
        <c:axId val="45961984"/>
      </c:barChart>
      <c:catAx>
        <c:axId val="4596019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5961984"/>
        <c:crosses val="autoZero"/>
        <c:auto val="1"/>
        <c:lblAlgn val="ctr"/>
        <c:lblOffset val="100"/>
        <c:noMultiLvlLbl val="0"/>
      </c:catAx>
      <c:valAx>
        <c:axId val="45961984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5960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Arial" panose="020B0604020202020204"/>
          <a:ea typeface="微软雅黑" panose="020B0503020204020204" charset="-122"/>
          <a:sym typeface="Arial" panose="020B0604020202020204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C7C-48BF-B019-A50FFD767636}"/>
              </c:ext>
            </c:extLst>
          </c:dPt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C7C-48BF-B019-A50FFD76763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4">
                <a:lumMod val="90000"/>
                <a:lumOff val="1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C7C-48BF-B019-A50FFD7676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5753472"/>
        <c:axId val="45755008"/>
      </c:barChart>
      <c:catAx>
        <c:axId val="457534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5755008"/>
        <c:crosses val="autoZero"/>
        <c:auto val="1"/>
        <c:lblAlgn val="ctr"/>
        <c:lblOffset val="100"/>
        <c:noMultiLvlLbl val="0"/>
      </c:catAx>
      <c:valAx>
        <c:axId val="45755008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5753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Arial" panose="020B0604020202020204"/>
          <a:ea typeface="微软雅黑" panose="020B0503020204020204" charset="-122"/>
          <a:sym typeface="Arial" panose="020B0604020202020204"/>
        </a:defRPr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 cmpd="sng" algn="ctr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 cap="flat" cmpd="sng" algn="ctr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A92-4ABE-A07D-EF7041DABF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  <a:lumOff val="40000"/>
                </a:schemeClr>
              </a:solidFill>
              <a:ln w="9525" cap="flat" cmpd="sng" algn="ctr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A92-4ABE-A07D-EF7041DABF0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 cmpd="sng" algn="ctr">
              <a:solidFill>
                <a:schemeClr val="accent3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 cap="flat" cmpd="sng" algn="ctr">
                <a:solidFill>
                  <a:schemeClr val="accent3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A92-4ABE-A07D-EF7041DABF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756032"/>
        <c:axId val="47757952"/>
      </c:lineChart>
      <c:catAx>
        <c:axId val="477560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+mn-cs"/>
                <a:sym typeface="Arial" panose="020B0604020202020204"/>
              </a:defRPr>
            </a:pPr>
            <a:endParaRPr lang="zh-CN"/>
          </a:p>
        </c:txPr>
        <c:crossAx val="47757952"/>
        <c:crosses val="autoZero"/>
        <c:auto val="1"/>
        <c:lblAlgn val="ctr"/>
        <c:lblOffset val="100"/>
        <c:noMultiLvlLbl val="0"/>
      </c:catAx>
      <c:valAx>
        <c:axId val="47757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alpha val="37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+mn-cs"/>
                <a:sym typeface="Arial" panose="020B0604020202020204"/>
              </a:defRPr>
            </a:pPr>
            <a:endParaRPr lang="zh-CN"/>
          </a:p>
        </c:txPr>
        <c:crossAx val="47756032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Arial" panose="020B0604020202020204"/>
          <a:ea typeface="微软雅黑" panose="020B0503020204020204" charset="-122"/>
          <a:sym typeface="Arial" panose="020B0604020202020204"/>
        </a:defRPr>
      </a:pPr>
      <a:endParaRPr lang="zh-CN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gradFill flip="none" rotWithShape="1">
                <a:gsLst>
                  <a:gs pos="100000">
                    <a:schemeClr val="accent3"/>
                  </a:gs>
                  <a:gs pos="0">
                    <a:schemeClr val="accent1"/>
                  </a:gs>
                </a:gsLst>
                <a:lin ang="2700000" scaled="1"/>
                <a:tileRect/>
              </a:gra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48F-47F5-BEA7-0C020785EC3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48F-47F5-BEA7-0C020785EC3A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48F-47F5-BEA7-0C020785EC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Arial" panose="020B0604020202020204"/>
          <a:ea typeface="微软雅黑" panose="020B0503020204020204" charset="-122"/>
          <a:sym typeface="Arial" panose="020B0604020202020204"/>
        </a:defRPr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gradFill>
                <a:gsLst>
                  <a:gs pos="100000">
                    <a:schemeClr val="accent3">
                      <a:lumMod val="75000"/>
                    </a:schemeClr>
                  </a:gs>
                  <a:gs pos="0">
                    <a:schemeClr val="accent1">
                      <a:lumMod val="75000"/>
                    </a:schemeClr>
                  </a:gs>
                </a:gsLst>
                <a:lin ang="2700000" scaled="1"/>
              </a:gra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536-4D31-9940-AC501791E7D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536-4D31-9940-AC501791E7DC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536-4D31-9940-AC501791E7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Arial" panose="020B0604020202020204"/>
          <a:ea typeface="微软雅黑" panose="020B0503020204020204" charset="-122"/>
          <a:sym typeface="Arial" panose="020B0604020202020204"/>
        </a:defRPr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BD1-493F-BDC9-3C7DFCF42874}"/>
              </c:ext>
            </c:extLst>
          </c:dPt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BD1-493F-BDC9-3C7DFCF428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4">
                <a:lumMod val="90000"/>
                <a:lumOff val="1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4">
                  <a:lumMod val="75000"/>
                  <a:lumOff val="2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0BD1-493F-BDC9-3C7DFCF42874}"/>
              </c:ext>
            </c:extLst>
          </c:dPt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BD1-493F-BDC9-3C7DFCF428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9094656"/>
        <c:axId val="49096192"/>
      </c:barChart>
      <c:catAx>
        <c:axId val="490946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9096192"/>
        <c:crosses val="autoZero"/>
        <c:auto val="1"/>
        <c:lblAlgn val="ctr"/>
        <c:lblOffset val="100"/>
        <c:noMultiLvlLbl val="0"/>
      </c:catAx>
      <c:valAx>
        <c:axId val="49096192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9094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Arial" panose="020B0604020202020204"/>
          <a:ea typeface="微软雅黑" panose="020B0503020204020204" charset="-122"/>
          <a:sym typeface="Arial" panose="020B0604020202020204"/>
        </a:defRPr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347-4337-8571-7CAAF52BFF26}"/>
              </c:ext>
            </c:extLst>
          </c:dPt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347-4337-8571-7CAAF52BFF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4">
                <a:lumMod val="90000"/>
                <a:lumOff val="1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4">
                  <a:lumMod val="75000"/>
                  <a:lumOff val="2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347-4337-8571-7CAAF52BFF26}"/>
              </c:ext>
            </c:extLst>
          </c:dPt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347-4337-8571-7CAAF52BFF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23713024"/>
        <c:axId val="423718912"/>
      </c:barChart>
      <c:catAx>
        <c:axId val="4237130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23718912"/>
        <c:crosses val="autoZero"/>
        <c:auto val="1"/>
        <c:lblAlgn val="ctr"/>
        <c:lblOffset val="100"/>
        <c:noMultiLvlLbl val="0"/>
      </c:catAx>
      <c:valAx>
        <c:axId val="423718912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37130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Arial" panose="020B0604020202020204"/>
          <a:ea typeface="微软雅黑" panose="020B0503020204020204" charset="-122"/>
          <a:sym typeface="Arial" panose="020B0604020202020204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黑体" panose="02010609060101010101" charset="-122"/>
                <a:cs typeface="微软雅黑" panose="020B0503020204020204" charset="-122"/>
              </a:rPr>
              <a:t>2023/12/14</a:t>
            </a:fld>
            <a:endParaRPr lang="zh-CN" altLang="en-US">
              <a:latin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黑体" panose="02010609060101010101" charset="-122"/>
                <a:cs typeface="微软雅黑" panose="020B0503020204020204" charset="-122"/>
              </a:rPr>
              <a:t>‹#›</a:t>
            </a:fld>
            <a:endParaRPr lang="zh-CN" altLang="en-US">
              <a:latin typeface="黑体" panose="02010609060101010101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charset="-122"/>
                <a:ea typeface="微软雅黑" panose="020B050302020402020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charset="-122"/>
                <a:ea typeface="微软雅黑" panose="020B050302020402020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charset="-122"/>
                <a:ea typeface="微软雅黑" panose="020B050302020402020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http://www.1ppt.com/hangye/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2023/12/14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2023/12/14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cs typeface="微软雅黑" panose="020B0503020204020204" charset="-122"/>
              </a:defRPr>
            </a:lvl1pPr>
          </a:lstStyle>
          <a:p>
            <a:fld id="{297C79FE-DCC0-4620-A566-16CA7A0CE41F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cs typeface="微软雅黑" panose="020B0503020204020204" charset="-122"/>
              </a:defRPr>
            </a:lvl1pPr>
          </a:lstStyle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宋体 Heavy" panose="02020900000000000000" charset="-122"/>
          <a:ea typeface="+mj-ea"/>
          <a:cs typeface="微软雅黑" panose="020B050302020402020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.jpe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2" Type="http://schemas.openxmlformats.org/officeDocument/2006/relationships/tags" Target="../tags/tag9.xml"/><Relationship Id="rId16" Type="http://schemas.openxmlformats.org/officeDocument/2006/relationships/image" Target="../media/image3.jpeg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5" Type="http://schemas.openxmlformats.org/officeDocument/2006/relationships/image" Target="../media/image2.jpeg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VCG41N1309252045" descr="图片包含 背景图案&#10;&#10;描述已自动生成"/>
          <p:cNvPicPr>
            <a:picLocks noChangeAspect="1"/>
          </p:cNvPicPr>
          <p:nvPr/>
        </p:nvPicPr>
        <p:blipFill>
          <a:blip r:embed="rId5" cstate="email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: 圆角 2"/>
          <p:cNvSpPr/>
          <p:nvPr/>
        </p:nvSpPr>
        <p:spPr>
          <a:xfrm>
            <a:off x="5136353" y="4600072"/>
            <a:ext cx="2217683" cy="1208689"/>
          </a:xfrm>
          <a:prstGeom prst="roundRect">
            <a:avLst>
              <a:gd name="adj" fmla="val 7971"/>
            </a:avLst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7769195" y="4600072"/>
            <a:ext cx="2217683" cy="1208689"/>
          </a:xfrm>
          <a:prstGeom prst="roundRect">
            <a:avLst>
              <a:gd name="adj" fmla="val 7971"/>
            </a:avLst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10" name="任意多边形: 形状 9"/>
          <p:cNvSpPr/>
          <p:nvPr/>
        </p:nvSpPr>
        <p:spPr>
          <a:xfrm>
            <a:off x="10402037" y="4600072"/>
            <a:ext cx="1789963" cy="1208689"/>
          </a:xfrm>
          <a:custGeom>
            <a:avLst/>
            <a:gdLst>
              <a:gd name="connsiteX0" fmla="*/ 96345 w 1789963"/>
              <a:gd name="connsiteY0" fmla="*/ 0 h 1208689"/>
              <a:gd name="connsiteX1" fmla="*/ 1789963 w 1789963"/>
              <a:gd name="connsiteY1" fmla="*/ 0 h 1208689"/>
              <a:gd name="connsiteX2" fmla="*/ 1789963 w 1789963"/>
              <a:gd name="connsiteY2" fmla="*/ 1208689 h 1208689"/>
              <a:gd name="connsiteX3" fmla="*/ 96345 w 1789963"/>
              <a:gd name="connsiteY3" fmla="*/ 1208689 h 1208689"/>
              <a:gd name="connsiteX4" fmla="*/ 0 w 1789963"/>
              <a:gd name="connsiteY4" fmla="*/ 1112344 h 1208689"/>
              <a:gd name="connsiteX5" fmla="*/ 0 w 1789963"/>
              <a:gd name="connsiteY5" fmla="*/ 96345 h 1208689"/>
              <a:gd name="connsiteX6" fmla="*/ 96345 w 1789963"/>
              <a:gd name="connsiteY6" fmla="*/ 0 h 1208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89963" h="1208689">
                <a:moveTo>
                  <a:pt x="96345" y="0"/>
                </a:moveTo>
                <a:lnTo>
                  <a:pt x="1789963" y="0"/>
                </a:lnTo>
                <a:lnTo>
                  <a:pt x="1789963" y="1208689"/>
                </a:lnTo>
                <a:lnTo>
                  <a:pt x="96345" y="1208689"/>
                </a:lnTo>
                <a:cubicBezTo>
                  <a:pt x="43135" y="1208689"/>
                  <a:pt x="0" y="1165554"/>
                  <a:pt x="0" y="1112344"/>
                </a:cubicBezTo>
                <a:lnTo>
                  <a:pt x="0" y="96345"/>
                </a:lnTo>
                <a:cubicBezTo>
                  <a:pt x="0" y="43135"/>
                  <a:pt x="43135" y="0"/>
                  <a:pt x="963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28" name="任意多边形: 形状 27"/>
          <p:cNvSpPr/>
          <p:nvPr>
            <p:custDataLst>
              <p:tags r:id="rId1"/>
            </p:custDataLst>
          </p:nvPr>
        </p:nvSpPr>
        <p:spPr>
          <a:xfrm>
            <a:off x="6250450" y="4600073"/>
            <a:ext cx="1103586" cy="1208689"/>
          </a:xfrm>
          <a:custGeom>
            <a:avLst/>
            <a:gdLst>
              <a:gd name="connsiteX0" fmla="*/ 0 w 1103586"/>
              <a:gd name="connsiteY0" fmla="*/ 0 h 1208689"/>
              <a:gd name="connsiteX1" fmla="*/ 1007241 w 1103586"/>
              <a:gd name="connsiteY1" fmla="*/ 0 h 1208689"/>
              <a:gd name="connsiteX2" fmla="*/ 1103586 w 1103586"/>
              <a:gd name="connsiteY2" fmla="*/ 96345 h 1208689"/>
              <a:gd name="connsiteX3" fmla="*/ 1103586 w 1103586"/>
              <a:gd name="connsiteY3" fmla="*/ 1112344 h 1208689"/>
              <a:gd name="connsiteX4" fmla="*/ 1007241 w 1103586"/>
              <a:gd name="connsiteY4" fmla="*/ 1208689 h 1208689"/>
              <a:gd name="connsiteX5" fmla="*/ 0 w 1103586"/>
              <a:gd name="connsiteY5" fmla="*/ 1208689 h 1208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3586" h="1208689">
                <a:moveTo>
                  <a:pt x="0" y="0"/>
                </a:moveTo>
                <a:lnTo>
                  <a:pt x="1007241" y="0"/>
                </a:lnTo>
                <a:cubicBezTo>
                  <a:pt x="1060451" y="0"/>
                  <a:pt x="1103586" y="43135"/>
                  <a:pt x="1103586" y="96345"/>
                </a:cubicBezTo>
                <a:lnTo>
                  <a:pt x="1103586" y="1112344"/>
                </a:lnTo>
                <a:cubicBezTo>
                  <a:pt x="1103586" y="1165554"/>
                  <a:pt x="1060451" y="1208689"/>
                  <a:pt x="1007241" y="1208689"/>
                </a:cubicBezTo>
                <a:lnTo>
                  <a:pt x="0" y="1208689"/>
                </a:lnTo>
                <a:close/>
              </a:path>
            </a:pathLst>
          </a:custGeom>
          <a:blipFill>
            <a:blip r:embed="rId6" cstate="email"/>
            <a:stretch>
              <a:fillRect/>
            </a:stretch>
          </a:blip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137463" y="5693147"/>
            <a:ext cx="215463" cy="215463"/>
            <a:chOff x="2638097" y="2317532"/>
            <a:chExt cx="462455" cy="462455"/>
          </a:xfrm>
        </p:grpSpPr>
        <p:sp>
          <p:nvSpPr>
            <p:cNvPr id="6" name="椭圆 5"/>
            <p:cNvSpPr/>
            <p:nvPr/>
          </p:nvSpPr>
          <p:spPr>
            <a:xfrm>
              <a:off x="2638097" y="2317532"/>
              <a:ext cx="462455" cy="462455"/>
            </a:xfrm>
            <a:prstGeom prst="ellipse">
              <a:avLst/>
            </a:prstGeom>
            <a:solidFill>
              <a:schemeClr val="accent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7" name="加号 6"/>
            <p:cNvSpPr/>
            <p:nvPr/>
          </p:nvSpPr>
          <p:spPr>
            <a:xfrm>
              <a:off x="2727434" y="2406869"/>
              <a:ext cx="283780" cy="283780"/>
            </a:xfrm>
            <a:prstGeom prst="mathPlus">
              <a:avLst/>
            </a:prstGeom>
            <a:solidFill>
              <a:schemeClr val="bg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889778" y="2239705"/>
            <a:ext cx="1400175" cy="9220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>
            <a:defPPr>
              <a:defRPr lang="zh-CN"/>
            </a:defPPr>
            <a:lvl1pPr>
              <a:defRPr sz="6600">
                <a:solidFill>
                  <a:srgbClr val="99CC00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en-US" altLang="zh-CN" sz="5400" b="1" dirty="0">
                <a:solidFill>
                  <a:schemeClr val="bg1"/>
                </a:solidFill>
                <a:latin typeface="Arial Rounded MT Bold" panose="020F0704030504030204" charset="0"/>
                <a:ea typeface="字魂35号-经典雅黑" pitchFamily="2" charset="-122"/>
                <a:cs typeface="Arial Rounded MT Bold" panose="020F0704030504030204" charset="0"/>
                <a:sym typeface="Arial" panose="020B0604020202020204"/>
              </a:rPr>
              <a:t>BCI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874215" y="1471024"/>
            <a:ext cx="5370468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5400">
                <a:solidFill>
                  <a:srgbClr val="FF0029"/>
                </a:solidFill>
                <a:latin typeface="+mj-lt"/>
              </a:defRPr>
            </a:lvl1pPr>
          </a:lstStyle>
          <a:p>
            <a:r>
              <a:rPr lang="en-US" altLang="zh-CN" sz="4000" b="1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Conference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5697095" y="5870647"/>
            <a:ext cx="9958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altLang="zh-CN" sz="1200" dirty="0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01</a:t>
            </a:r>
            <a:endParaRPr lang="zh-CN" altLang="en-US" sz="1200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401126" y="5809052"/>
            <a:ext cx="9958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altLang="zh-CN" sz="1600" dirty="0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02</a:t>
            </a:r>
            <a:endParaRPr lang="zh-CN" altLang="en-US" sz="1600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0799723" y="5866837"/>
            <a:ext cx="9958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altLang="zh-CN" sz="1200" dirty="0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03</a:t>
            </a:r>
            <a:endParaRPr lang="zh-CN" altLang="en-US" sz="1200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6" name="文本框 15"/>
          <p:cNvSpPr txBox="1"/>
          <p:nvPr>
            <p:custDataLst>
              <p:tags r:id="rId2"/>
            </p:custDataLst>
          </p:nvPr>
        </p:nvSpPr>
        <p:spPr>
          <a:xfrm>
            <a:off x="1181735" y="3390265"/>
            <a:ext cx="4620260" cy="46037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Microsoft JhengHei UI Light" panose="020B0304030504040204" charset="-120"/>
                <a:ea typeface="Microsoft JhengHei UI Light" panose="020B0304030504040204" charset="-120"/>
                <a:cs typeface="Arial Rounded MT Bold" panose="020F0704030504030204" charset="0"/>
                <a:sym typeface="Arial" panose="020B0604020202020204"/>
              </a:rPr>
              <a:t>Brain-Computer Interface</a:t>
            </a:r>
          </a:p>
        </p:txBody>
      </p:sp>
      <p:cxnSp>
        <p:nvCxnSpPr>
          <p:cNvPr id="38" name="直接连接符 37"/>
          <p:cNvCxnSpPr/>
          <p:nvPr/>
        </p:nvCxnSpPr>
        <p:spPr>
          <a:xfrm>
            <a:off x="1070516" y="3389971"/>
            <a:ext cx="0" cy="55756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900537" y="6262807"/>
            <a:ext cx="2642034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100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</a:defRPr>
            </a:lvl1pPr>
          </a:lstStyle>
          <a:p>
            <a:endParaRPr lang="zh-CN" altLang="en-US" sz="1050" dirty="0">
              <a:solidFill>
                <a:schemeClr val="bg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970154" y="4337824"/>
            <a:ext cx="2341757" cy="479502"/>
            <a:chOff x="970154" y="4337824"/>
            <a:chExt cx="2341757" cy="479502"/>
          </a:xfrm>
        </p:grpSpPr>
        <p:sp>
          <p:nvSpPr>
            <p:cNvPr id="41" name="矩形: 圆角 40"/>
            <p:cNvSpPr/>
            <p:nvPr/>
          </p:nvSpPr>
          <p:spPr>
            <a:xfrm>
              <a:off x="970154" y="4337824"/>
              <a:ext cx="2341757" cy="47950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3"/>
                </a:gs>
              </a:gsLst>
              <a:lin ang="0" scaled="1"/>
              <a:tileRect/>
            </a:gra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44" name="椭圆 43"/>
            <p:cNvSpPr/>
            <p:nvPr/>
          </p:nvSpPr>
          <p:spPr>
            <a:xfrm>
              <a:off x="1025913" y="4382429"/>
              <a:ext cx="401444" cy="401444"/>
            </a:xfrm>
            <a:prstGeom prst="ellipse">
              <a:avLst/>
            </a:prstGeom>
            <a:solidFill>
              <a:schemeClr val="accent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cxnSp>
          <p:nvCxnSpPr>
            <p:cNvPr id="46" name="直接箭头连接符 45"/>
            <p:cNvCxnSpPr/>
            <p:nvPr/>
          </p:nvCxnSpPr>
          <p:spPr>
            <a:xfrm>
              <a:off x="1126273" y="4571999"/>
              <a:ext cx="189571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本框 48"/>
            <p:cNvSpPr txBox="1"/>
            <p:nvPr/>
          </p:nvSpPr>
          <p:spPr>
            <a:xfrm>
              <a:off x="1355656" y="4445170"/>
              <a:ext cx="1930857" cy="27559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>
              <a:defPPr>
                <a:defRPr lang="zh-CN"/>
              </a:defPPr>
              <a:lvl1pPr>
                <a:defRPr sz="1200">
                  <a:solidFill>
                    <a:srgbClr val="A0DD6D"/>
                  </a:solidFill>
                  <a:latin typeface="+mj-ea"/>
                  <a:ea typeface="+mj-ea"/>
                </a:defRPr>
              </a:lvl1pPr>
            </a:lstStyle>
            <a:p>
              <a:pPr algn="ctr"/>
              <a:r>
                <a:rPr lang="en-US" altLang="zh-CN" dirty="0">
                  <a:solidFill>
                    <a:srgbClr val="990099"/>
                  </a:solidFill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  <a:sym typeface="Arial" panose="020B0604020202020204"/>
                </a:rPr>
                <a:t>Reporting Group:DD Spot</a:t>
              </a:r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970280" y="5062855"/>
            <a:ext cx="284226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Brain-Computer Interface Technology Connecting Minds to Machines</a:t>
            </a:r>
          </a:p>
        </p:txBody>
      </p:sp>
      <p:sp>
        <p:nvSpPr>
          <p:cNvPr id="2052" name="任意多边形: 形状 2051"/>
          <p:cNvSpPr/>
          <p:nvPr/>
        </p:nvSpPr>
        <p:spPr>
          <a:xfrm>
            <a:off x="8900723" y="4600072"/>
            <a:ext cx="1103586" cy="1208689"/>
          </a:xfrm>
          <a:custGeom>
            <a:avLst/>
            <a:gdLst>
              <a:gd name="connsiteX0" fmla="*/ 0 w 1103586"/>
              <a:gd name="connsiteY0" fmla="*/ 0 h 1208689"/>
              <a:gd name="connsiteX1" fmla="*/ 1007241 w 1103586"/>
              <a:gd name="connsiteY1" fmla="*/ 0 h 1208689"/>
              <a:gd name="connsiteX2" fmla="*/ 1103586 w 1103586"/>
              <a:gd name="connsiteY2" fmla="*/ 96345 h 1208689"/>
              <a:gd name="connsiteX3" fmla="*/ 1103586 w 1103586"/>
              <a:gd name="connsiteY3" fmla="*/ 1112344 h 1208689"/>
              <a:gd name="connsiteX4" fmla="*/ 1007241 w 1103586"/>
              <a:gd name="connsiteY4" fmla="*/ 1208689 h 1208689"/>
              <a:gd name="connsiteX5" fmla="*/ 0 w 1103586"/>
              <a:gd name="connsiteY5" fmla="*/ 1208689 h 1208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3586" h="1208689">
                <a:moveTo>
                  <a:pt x="0" y="0"/>
                </a:moveTo>
                <a:lnTo>
                  <a:pt x="1007241" y="0"/>
                </a:lnTo>
                <a:cubicBezTo>
                  <a:pt x="1060451" y="0"/>
                  <a:pt x="1103586" y="43135"/>
                  <a:pt x="1103586" y="96345"/>
                </a:cubicBezTo>
                <a:lnTo>
                  <a:pt x="1103586" y="1112344"/>
                </a:lnTo>
                <a:cubicBezTo>
                  <a:pt x="1103586" y="1165554"/>
                  <a:pt x="1060451" y="1208689"/>
                  <a:pt x="1007241" y="1208689"/>
                </a:cubicBezTo>
                <a:lnTo>
                  <a:pt x="0" y="1208689"/>
                </a:lnTo>
                <a:close/>
              </a:path>
            </a:pathLst>
          </a:custGeom>
          <a:blipFill>
            <a:blip r:embed="rId7" cstate="email"/>
            <a:stretch>
              <a:fillRect/>
            </a:stretch>
          </a:blip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8770305" y="5693147"/>
            <a:ext cx="215463" cy="215463"/>
            <a:chOff x="2638097" y="2317532"/>
            <a:chExt cx="462455" cy="462455"/>
          </a:xfrm>
        </p:grpSpPr>
        <p:sp>
          <p:nvSpPr>
            <p:cNvPr id="19" name="椭圆 18"/>
            <p:cNvSpPr/>
            <p:nvPr/>
          </p:nvSpPr>
          <p:spPr>
            <a:xfrm>
              <a:off x="2638097" y="2317532"/>
              <a:ext cx="462455" cy="462455"/>
            </a:xfrm>
            <a:prstGeom prst="ellipse">
              <a:avLst/>
            </a:prstGeom>
            <a:solidFill>
              <a:schemeClr val="accent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20" name="加号 19"/>
            <p:cNvSpPr/>
            <p:nvPr/>
          </p:nvSpPr>
          <p:spPr>
            <a:xfrm>
              <a:off x="2727434" y="2406869"/>
              <a:ext cx="283780" cy="283780"/>
            </a:xfrm>
            <a:prstGeom prst="mathPlus">
              <a:avLst/>
            </a:prstGeom>
            <a:solidFill>
              <a:schemeClr val="bg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</p:grpSp>
      <p:sp>
        <p:nvSpPr>
          <p:cNvPr id="5" name="任意多边形: 形状 4"/>
          <p:cNvSpPr/>
          <p:nvPr/>
        </p:nvSpPr>
        <p:spPr>
          <a:xfrm>
            <a:off x="11539846" y="4600072"/>
            <a:ext cx="652155" cy="1208689"/>
          </a:xfrm>
          <a:custGeom>
            <a:avLst/>
            <a:gdLst>
              <a:gd name="connsiteX0" fmla="*/ 0 w 652155"/>
              <a:gd name="connsiteY0" fmla="*/ 0 h 1208689"/>
              <a:gd name="connsiteX1" fmla="*/ 652155 w 652155"/>
              <a:gd name="connsiteY1" fmla="*/ 0 h 1208689"/>
              <a:gd name="connsiteX2" fmla="*/ 652155 w 652155"/>
              <a:gd name="connsiteY2" fmla="*/ 1208689 h 1208689"/>
              <a:gd name="connsiteX3" fmla="*/ 0 w 652155"/>
              <a:gd name="connsiteY3" fmla="*/ 1208689 h 1208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2155" h="1208689">
                <a:moveTo>
                  <a:pt x="0" y="0"/>
                </a:moveTo>
                <a:lnTo>
                  <a:pt x="652155" y="0"/>
                </a:lnTo>
                <a:lnTo>
                  <a:pt x="652155" y="1208689"/>
                </a:lnTo>
                <a:lnTo>
                  <a:pt x="0" y="1208689"/>
                </a:lnTo>
                <a:close/>
              </a:path>
            </a:pathLst>
          </a:custGeom>
          <a:blipFill>
            <a:blip r:embed="rId8" cstate="email"/>
            <a:stretch>
              <a:fillRect/>
            </a:stretch>
          </a:blip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1403147" y="5693147"/>
            <a:ext cx="215463" cy="215463"/>
            <a:chOff x="2638097" y="2317532"/>
            <a:chExt cx="462455" cy="462455"/>
          </a:xfrm>
        </p:grpSpPr>
        <p:sp>
          <p:nvSpPr>
            <p:cNvPr id="24" name="椭圆 23"/>
            <p:cNvSpPr/>
            <p:nvPr/>
          </p:nvSpPr>
          <p:spPr>
            <a:xfrm>
              <a:off x="2638097" y="2317532"/>
              <a:ext cx="462455" cy="462455"/>
            </a:xfrm>
            <a:prstGeom prst="ellipse">
              <a:avLst/>
            </a:prstGeom>
            <a:solidFill>
              <a:schemeClr val="accent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25" name="加号 24"/>
            <p:cNvSpPr/>
            <p:nvPr/>
          </p:nvSpPr>
          <p:spPr>
            <a:xfrm>
              <a:off x="2727434" y="2406869"/>
              <a:ext cx="283780" cy="283780"/>
            </a:xfrm>
            <a:prstGeom prst="mathPlus">
              <a:avLst/>
            </a:prstGeom>
            <a:solidFill>
              <a:schemeClr val="bg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</p:grpSp>
      <p:sp>
        <p:nvSpPr>
          <p:cNvPr id="2057" name="文本框 2056"/>
          <p:cNvSpPr txBox="1"/>
          <p:nvPr/>
        </p:nvSpPr>
        <p:spPr>
          <a:xfrm>
            <a:off x="5236593" y="5263474"/>
            <a:ext cx="1108452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bg2">
                    <a:lumMod val="75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What is my product? </a:t>
            </a:r>
          </a:p>
        </p:txBody>
      </p:sp>
      <p:sp>
        <p:nvSpPr>
          <p:cNvPr id="2059" name="文本框 2058"/>
          <p:cNvSpPr txBox="1"/>
          <p:nvPr/>
        </p:nvSpPr>
        <p:spPr>
          <a:xfrm>
            <a:off x="7864564" y="5263474"/>
            <a:ext cx="1108452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bg2">
                    <a:lumMod val="75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How do you use it?</a:t>
            </a:r>
          </a:p>
        </p:txBody>
      </p:sp>
      <p:sp>
        <p:nvSpPr>
          <p:cNvPr id="2060" name="文本框 2059"/>
          <p:cNvSpPr txBox="1"/>
          <p:nvPr/>
        </p:nvSpPr>
        <p:spPr>
          <a:xfrm>
            <a:off x="10492535" y="5263474"/>
            <a:ext cx="1108452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bg2">
                    <a:lumMod val="75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Why you shoud buy it?</a:t>
            </a:r>
          </a:p>
        </p:txBody>
      </p:sp>
      <p:sp>
        <p:nvSpPr>
          <p:cNvPr id="2061" name="文本框 2060"/>
          <p:cNvSpPr txBox="1"/>
          <p:nvPr/>
        </p:nvSpPr>
        <p:spPr>
          <a:xfrm>
            <a:off x="5219474" y="4910711"/>
            <a:ext cx="9471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5400">
                <a:solidFill>
                  <a:srgbClr val="FF0029"/>
                </a:solidFill>
                <a:latin typeface="+mj-lt"/>
              </a:defRPr>
            </a:lvl1pPr>
          </a:lstStyle>
          <a:p>
            <a:r>
              <a:rPr lang="en-US" altLang="zh-CN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01.</a:t>
            </a:r>
            <a:endParaRPr lang="zh-CN" altLang="en-US" sz="2000" dirty="0">
              <a:solidFill>
                <a:schemeClr val="tx2">
                  <a:lumMod val="20000"/>
                  <a:lumOff val="80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2062" name="文本框 2061"/>
          <p:cNvSpPr txBox="1"/>
          <p:nvPr/>
        </p:nvSpPr>
        <p:spPr>
          <a:xfrm>
            <a:off x="7836294" y="4918146"/>
            <a:ext cx="9471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5400">
                <a:solidFill>
                  <a:srgbClr val="FF0029"/>
                </a:solidFill>
                <a:latin typeface="+mj-lt"/>
              </a:defRPr>
            </a:lvl1pPr>
          </a:lstStyle>
          <a:p>
            <a:r>
              <a:rPr lang="en-US" altLang="zh-CN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02.</a:t>
            </a:r>
            <a:endParaRPr lang="zh-CN" altLang="en-US" sz="2000" dirty="0">
              <a:solidFill>
                <a:schemeClr val="tx2">
                  <a:lumMod val="20000"/>
                  <a:lumOff val="80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2063" name="文本框 2062"/>
          <p:cNvSpPr txBox="1"/>
          <p:nvPr/>
        </p:nvSpPr>
        <p:spPr>
          <a:xfrm>
            <a:off x="10453114" y="4925581"/>
            <a:ext cx="9471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5400">
                <a:solidFill>
                  <a:srgbClr val="FF0029"/>
                </a:solidFill>
                <a:latin typeface="+mj-lt"/>
              </a:defRPr>
            </a:lvl1pPr>
          </a:lstStyle>
          <a:p>
            <a:r>
              <a:rPr lang="en-US" altLang="zh-CN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03.</a:t>
            </a:r>
            <a:endParaRPr lang="zh-CN" altLang="en-US" sz="2000" dirty="0">
              <a:solidFill>
                <a:schemeClr val="tx2">
                  <a:lumMod val="20000"/>
                  <a:lumOff val="80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pic>
        <p:nvPicPr>
          <p:cNvPr id="2" name="图片 1" descr="DD Spot_page-000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2430" y="255270"/>
            <a:ext cx="2462530" cy="3483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/>
          <p:cNvSpPr/>
          <p:nvPr/>
        </p:nvSpPr>
        <p:spPr>
          <a:xfrm>
            <a:off x="4783872" y="0"/>
            <a:ext cx="7408127" cy="6768790"/>
          </a:xfrm>
          <a:prstGeom prst="roundRect">
            <a:avLst>
              <a:gd name="adj" fmla="val 0"/>
            </a:avLst>
          </a:prstGeom>
          <a:gradFill flip="none" rotWithShape="1">
            <a:gsLst>
              <a:gs pos="74000">
                <a:schemeClr val="accent4">
                  <a:alpha val="0"/>
                </a:schemeClr>
              </a:gs>
              <a:gs pos="100000">
                <a:schemeClr val="accent1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594090" y="956310"/>
            <a:ext cx="281749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5400">
                <a:solidFill>
                  <a:srgbClr val="FF0029"/>
                </a:solidFill>
                <a:latin typeface="+mj-lt"/>
              </a:defRPr>
            </a:lvl1pPr>
          </a:lstStyle>
          <a:p>
            <a:pPr algn="r"/>
            <a:r>
              <a:rPr lang="en-US" altLang="zh-CN" sz="4800" dirty="0">
                <a:solidFill>
                  <a:schemeClr val="bg1"/>
                </a:solidFill>
                <a:latin typeface="Berlin Sans FB Demi" panose="020E0802020502020306" charset="0"/>
                <a:ea typeface="微软雅黑" panose="020B0503020204020204" charset="-122"/>
                <a:cs typeface="Berlin Sans FB Demi" panose="020E0802020502020306" charset="0"/>
                <a:sym typeface="Arial" panose="020B0604020202020204"/>
              </a:rPr>
              <a:t>Contents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390293" y="2504352"/>
            <a:ext cx="5567818" cy="1722183"/>
            <a:chOff x="524107" y="2638168"/>
            <a:chExt cx="5151864" cy="1593525"/>
          </a:xfrm>
        </p:grpSpPr>
        <p:sp>
          <p:nvSpPr>
            <p:cNvPr id="15" name="矩形: 圆角 14"/>
            <p:cNvSpPr/>
            <p:nvPr/>
          </p:nvSpPr>
          <p:spPr>
            <a:xfrm>
              <a:off x="1177670" y="2760121"/>
              <a:ext cx="4498301" cy="1321225"/>
            </a:xfrm>
            <a:prstGeom prst="roundRect">
              <a:avLst>
                <a:gd name="adj" fmla="val 7971"/>
              </a:avLst>
            </a:prstGeom>
            <a:solidFill>
              <a:schemeClr val="bg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pic>
          <p:nvPicPr>
            <p:cNvPr id="11" name="图片 10" descr="图片包含 游戏机&#10;&#10;描述已自动生成"/>
            <p:cNvPicPr>
              <a:picLocks noChangeAspect="1"/>
            </p:cNvPicPr>
            <p:nvPr/>
          </p:nvPicPr>
          <p:blipFill rotWithShape="1">
            <a:blip r:embed="rId2" cstate="email"/>
            <a:srcRect/>
            <a:stretch>
              <a:fillRect/>
            </a:stretch>
          </p:blipFill>
          <p:spPr>
            <a:xfrm>
              <a:off x="524107" y="2638168"/>
              <a:ext cx="1583473" cy="1593525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5917939" y="2524438"/>
            <a:ext cx="5567818" cy="1722183"/>
            <a:chOff x="524107" y="2638168"/>
            <a:chExt cx="5151864" cy="1593525"/>
          </a:xfrm>
        </p:grpSpPr>
        <p:sp>
          <p:nvSpPr>
            <p:cNvPr id="18" name="矩形: 圆角 17"/>
            <p:cNvSpPr/>
            <p:nvPr/>
          </p:nvSpPr>
          <p:spPr>
            <a:xfrm>
              <a:off x="1177670" y="2760121"/>
              <a:ext cx="4498301" cy="1321225"/>
            </a:xfrm>
            <a:prstGeom prst="roundRect">
              <a:avLst>
                <a:gd name="adj" fmla="val 7971"/>
              </a:avLst>
            </a:prstGeom>
            <a:solidFill>
              <a:schemeClr val="bg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pic>
          <p:nvPicPr>
            <p:cNvPr id="19" name="图片 18" descr="图片包含 游戏机&#10;&#10;描述已自动生成"/>
            <p:cNvPicPr>
              <a:picLocks noChangeAspect="1"/>
            </p:cNvPicPr>
            <p:nvPr/>
          </p:nvPicPr>
          <p:blipFill rotWithShape="1">
            <a:blip r:embed="rId2" cstate="email"/>
            <a:srcRect/>
            <a:stretch>
              <a:fillRect/>
            </a:stretch>
          </p:blipFill>
          <p:spPr>
            <a:xfrm>
              <a:off x="524107" y="2638168"/>
              <a:ext cx="1583473" cy="1593525"/>
            </a:xfrm>
            <a:prstGeom prst="rect">
              <a:avLst/>
            </a:prstGeom>
          </p:spPr>
        </p:pic>
      </p:grpSp>
      <p:grpSp>
        <p:nvGrpSpPr>
          <p:cNvPr id="21" name="组合 20"/>
          <p:cNvGrpSpPr/>
          <p:nvPr/>
        </p:nvGrpSpPr>
        <p:grpSpPr>
          <a:xfrm>
            <a:off x="386576" y="4374040"/>
            <a:ext cx="5567818" cy="1722183"/>
            <a:chOff x="524107" y="2638168"/>
            <a:chExt cx="5151864" cy="1593525"/>
          </a:xfrm>
        </p:grpSpPr>
        <p:sp>
          <p:nvSpPr>
            <p:cNvPr id="22" name="矩形: 圆角 21"/>
            <p:cNvSpPr/>
            <p:nvPr/>
          </p:nvSpPr>
          <p:spPr>
            <a:xfrm>
              <a:off x="1177670" y="2760121"/>
              <a:ext cx="4498301" cy="1321225"/>
            </a:xfrm>
            <a:prstGeom prst="roundRect">
              <a:avLst>
                <a:gd name="adj" fmla="val 7971"/>
              </a:avLst>
            </a:prstGeom>
            <a:solidFill>
              <a:schemeClr val="bg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pic>
          <p:nvPicPr>
            <p:cNvPr id="23" name="图片 22" descr="图片包含 游戏机&#10;&#10;描述已自动生成"/>
            <p:cNvPicPr>
              <a:picLocks noChangeAspect="1"/>
            </p:cNvPicPr>
            <p:nvPr/>
          </p:nvPicPr>
          <p:blipFill rotWithShape="1">
            <a:blip r:embed="rId2" cstate="email"/>
            <a:srcRect/>
            <a:stretch>
              <a:fillRect/>
            </a:stretch>
          </p:blipFill>
          <p:spPr>
            <a:xfrm>
              <a:off x="524107" y="2638168"/>
              <a:ext cx="1583473" cy="1593525"/>
            </a:xfrm>
            <a:prstGeom prst="rect">
              <a:avLst/>
            </a:prstGeom>
          </p:spPr>
        </p:pic>
      </p:grpSp>
      <p:grpSp>
        <p:nvGrpSpPr>
          <p:cNvPr id="24" name="组合 23"/>
          <p:cNvGrpSpPr/>
          <p:nvPr/>
        </p:nvGrpSpPr>
        <p:grpSpPr>
          <a:xfrm>
            <a:off x="5914222" y="4394126"/>
            <a:ext cx="5567818" cy="1722183"/>
            <a:chOff x="524107" y="2638168"/>
            <a:chExt cx="5151864" cy="1593525"/>
          </a:xfrm>
        </p:grpSpPr>
        <p:sp>
          <p:nvSpPr>
            <p:cNvPr id="25" name="矩形: 圆角 24"/>
            <p:cNvSpPr/>
            <p:nvPr/>
          </p:nvSpPr>
          <p:spPr>
            <a:xfrm>
              <a:off x="1177670" y="2760121"/>
              <a:ext cx="4498301" cy="1321225"/>
            </a:xfrm>
            <a:prstGeom prst="roundRect">
              <a:avLst>
                <a:gd name="adj" fmla="val 7971"/>
              </a:avLst>
            </a:prstGeom>
            <a:solidFill>
              <a:schemeClr val="bg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pic>
          <p:nvPicPr>
            <p:cNvPr id="26" name="图片 25" descr="图片包含 游戏机&#10;&#10;描述已自动生成"/>
            <p:cNvPicPr>
              <a:picLocks noChangeAspect="1"/>
            </p:cNvPicPr>
            <p:nvPr/>
          </p:nvPicPr>
          <p:blipFill rotWithShape="1">
            <a:blip r:embed="rId2" cstate="email"/>
            <a:srcRect/>
            <a:stretch>
              <a:fillRect/>
            </a:stretch>
          </p:blipFill>
          <p:spPr>
            <a:xfrm>
              <a:off x="524107" y="2638168"/>
              <a:ext cx="1583473" cy="1593525"/>
            </a:xfrm>
            <a:prstGeom prst="rect">
              <a:avLst/>
            </a:prstGeom>
          </p:spPr>
        </p:pic>
      </p:grpSp>
      <p:sp>
        <p:nvSpPr>
          <p:cNvPr id="27" name="文本框 26"/>
          <p:cNvSpPr txBox="1"/>
          <p:nvPr/>
        </p:nvSpPr>
        <p:spPr>
          <a:xfrm>
            <a:off x="1082328" y="1186314"/>
            <a:ext cx="1850443" cy="598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General demonstration template of fresh watercolor</a:t>
            </a:r>
            <a:endParaRPr lang="zh-CN" altLang="en-US" sz="1100" dirty="0">
              <a:solidFill>
                <a:schemeClr val="bg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cxnSp>
        <p:nvCxnSpPr>
          <p:cNvPr id="29" name="直接连接符 28"/>
          <p:cNvCxnSpPr/>
          <p:nvPr/>
        </p:nvCxnSpPr>
        <p:spPr>
          <a:xfrm flipH="1" flipV="1">
            <a:off x="1171017" y="1862254"/>
            <a:ext cx="10290810" cy="1397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1882775" y="2861945"/>
            <a:ext cx="3056255" cy="46037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en-US" altLang="zh-CN" sz="2400" b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Brief introduction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1891030" y="3305175"/>
            <a:ext cx="2708275" cy="330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bg2">
                    <a:lumMod val="75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What is our product?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4969739" y="2817484"/>
            <a:ext cx="9181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01.</a:t>
            </a:r>
            <a:endParaRPr lang="zh-CN" altLang="en-US" sz="3600" dirty="0">
              <a:solidFill>
                <a:schemeClr val="tx2">
                  <a:lumMod val="20000"/>
                  <a:lumOff val="80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547758" y="3477983"/>
            <a:ext cx="12189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800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PRODUCT OVERVIEW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1867749" y="4754245"/>
            <a:ext cx="2651532" cy="46037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en-US" altLang="zh-CN" sz="2400" b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Wide usage</a:t>
            </a:r>
            <a:endParaRPr lang="zh-CN" altLang="en-US" sz="2400" b="1" dirty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</a:gradFill>
              <a:effectLst/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875984" y="5197282"/>
            <a:ext cx="2417397" cy="330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bg2">
                    <a:lumMod val="75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How do we use it?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4954871" y="4709474"/>
            <a:ext cx="9181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03.</a:t>
            </a:r>
            <a:endParaRPr lang="zh-CN" altLang="en-US" sz="3600" dirty="0">
              <a:solidFill>
                <a:schemeClr val="tx2">
                  <a:lumMod val="20000"/>
                  <a:lumOff val="80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243074" y="5369973"/>
            <a:ext cx="1508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800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PRODUCT DEVELOPMENT HISTORY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7421245" y="2836545"/>
            <a:ext cx="3009265" cy="46037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en-US" altLang="zh-CN" sz="2400" b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Working principal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7429291" y="3279272"/>
            <a:ext cx="2417397" cy="330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bg2">
                    <a:lumMod val="75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How it works?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10508178" y="2791464"/>
            <a:ext cx="9181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02.</a:t>
            </a:r>
            <a:endParaRPr lang="zh-CN" altLang="en-US" sz="3600" dirty="0">
              <a:solidFill>
                <a:schemeClr val="tx2">
                  <a:lumMod val="20000"/>
                  <a:lumOff val="80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0086197" y="3451963"/>
            <a:ext cx="12189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800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ADVANTAGE ANALYSIS 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7406005" y="4728210"/>
            <a:ext cx="3025140" cy="46037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en-US" altLang="zh-CN" sz="2400" b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Product promotion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7414423" y="5171262"/>
            <a:ext cx="2417397" cy="330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bg2">
                    <a:lumMod val="75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Why should you buy our product?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10493310" y="4683454"/>
            <a:ext cx="9181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04.</a:t>
            </a:r>
            <a:endParaRPr lang="zh-CN" altLang="en-US" sz="3600" dirty="0">
              <a:solidFill>
                <a:schemeClr val="tx2">
                  <a:lumMod val="20000"/>
                  <a:lumOff val="80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0071329" y="5343953"/>
            <a:ext cx="12189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800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FUTURE  OUTLOOK</a:t>
            </a:r>
          </a:p>
        </p:txBody>
      </p:sp>
      <p:sp>
        <p:nvSpPr>
          <p:cNvPr id="59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http://www.1ppt.com/hangye/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VCG41N1309252045" descr="图片包含 背景图案&#10;&#10;描述已自动生成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5560763" y="3626896"/>
            <a:ext cx="5607685" cy="9220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>
            <a:defPPr>
              <a:defRPr lang="zh-CN"/>
            </a:defPPr>
            <a:lvl1pPr>
              <a:defRPr sz="6600">
                <a:solidFill>
                  <a:srgbClr val="99CC00"/>
                </a:solidFill>
                <a:latin typeface="+mj-ea"/>
                <a:ea typeface="+mj-ea"/>
              </a:defRPr>
            </a:lvl1pPr>
          </a:lstStyle>
          <a:p>
            <a:pPr algn="r"/>
            <a:r>
              <a:rPr lang="en-US" altLang="zh-CN" sz="5400" b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effectLst/>
                <a:latin typeface="Britannic Bold" panose="020B0903060703020204" charset="0"/>
                <a:ea typeface="微软雅黑" panose="020B0503020204020204" charset="-122"/>
                <a:cs typeface="Britannic Bold" panose="020B0903060703020204" charset="0"/>
                <a:sym typeface="Arial" panose="020B0604020202020204"/>
              </a:rPr>
              <a:t>Brief introduction</a:t>
            </a:r>
            <a:endParaRPr lang="zh-CN" altLang="en-US" sz="5400" dirty="0">
              <a:solidFill>
                <a:schemeClr val="bg1"/>
              </a:solidFill>
              <a:latin typeface="Britannic Bold" panose="020B0903060703020204" charset="0"/>
              <a:ea typeface="字魂35号-经典雅黑" pitchFamily="2" charset="-122"/>
              <a:cs typeface="Britannic Bold" panose="020B0903060703020204" charset="0"/>
              <a:sym typeface="Arial" panose="020B0604020202020204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797980" y="1373543"/>
            <a:ext cx="5370468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5400">
                <a:solidFill>
                  <a:srgbClr val="FF0029"/>
                </a:solidFill>
                <a:latin typeface="+mj-lt"/>
              </a:defRPr>
            </a:lvl1pPr>
          </a:lstStyle>
          <a:p>
            <a:pPr algn="r"/>
            <a:r>
              <a:rPr lang="en-US" altLang="zh-CN" sz="138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01.</a:t>
            </a:r>
            <a:endParaRPr lang="zh-CN" altLang="en-US" sz="13800" dirty="0">
              <a:solidFill>
                <a:schemeClr val="bg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6" name="文本框 15"/>
          <p:cNvSpPr txBox="1"/>
          <p:nvPr>
            <p:custDataLst>
              <p:tags r:id="rId1"/>
            </p:custDataLst>
          </p:nvPr>
        </p:nvSpPr>
        <p:spPr>
          <a:xfrm>
            <a:off x="6917002" y="4607025"/>
            <a:ext cx="3925425" cy="73723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Malgun Gothic Semilight" panose="020B0502040204020203" charset="-122"/>
                <a:ea typeface="Malgun Gothic Semilight" panose="020B0502040204020203" charset="-122"/>
                <a:cs typeface="微软雅黑" panose="020B0503020204020204" charset="-122"/>
                <a:sym typeface="Arial" panose="020B0604020202020204"/>
              </a:rPr>
              <a:t>What is my product? </a:t>
            </a:r>
          </a:p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Malgun Gothic Semilight" panose="020B0502040204020203" charset="-122"/>
                <a:ea typeface="Malgun Gothic Semilight" panose="020B0502040204020203" charset="-122"/>
                <a:cs typeface="微软雅黑" panose="020B0503020204020204" charset="-122"/>
                <a:sym typeface="Arial" panose="020B0604020202020204"/>
              </a:rPr>
              <a:t> Who is my product useful for?</a:t>
            </a:r>
          </a:p>
        </p:txBody>
      </p:sp>
      <p:cxnSp>
        <p:nvCxnSpPr>
          <p:cNvPr id="38" name="直接连接符 37"/>
          <p:cNvCxnSpPr/>
          <p:nvPr/>
        </p:nvCxnSpPr>
        <p:spPr>
          <a:xfrm>
            <a:off x="10975776" y="4747927"/>
            <a:ext cx="0" cy="46921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2258624" y="6393612"/>
            <a:ext cx="55672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7932279" y="6225761"/>
            <a:ext cx="9958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altLang="zh-CN" sz="1600" dirty="0">
                <a:solidFill>
                  <a:schemeClr val="accent3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01</a:t>
            </a:r>
            <a:endParaRPr lang="zh-CN" altLang="en-US" sz="1600" dirty="0">
              <a:solidFill>
                <a:schemeClr val="accent3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780802" y="6256539"/>
            <a:ext cx="9958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altLang="zh-CN" sz="1200" dirty="0">
                <a:solidFill>
                  <a:schemeClr val="accent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02</a:t>
            </a:r>
            <a:endParaRPr lang="zh-CN" altLang="en-US" sz="1200" dirty="0">
              <a:solidFill>
                <a:schemeClr val="accent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629325" y="6256539"/>
            <a:ext cx="9958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altLang="zh-CN" sz="1200" dirty="0">
                <a:solidFill>
                  <a:schemeClr val="accent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03</a:t>
            </a:r>
            <a:endParaRPr lang="zh-CN" altLang="en-US" sz="1200" dirty="0">
              <a:solidFill>
                <a:schemeClr val="accent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0477848" y="6256539"/>
            <a:ext cx="9958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altLang="zh-CN" sz="1200" dirty="0">
                <a:solidFill>
                  <a:schemeClr val="accent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04</a:t>
            </a:r>
            <a:endParaRPr lang="zh-CN" altLang="en-US" sz="1200" dirty="0">
              <a:solidFill>
                <a:schemeClr val="accent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9522" y="6262807"/>
            <a:ext cx="2642034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100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</a:defRPr>
            </a:lvl1pPr>
          </a:lstStyle>
          <a:p>
            <a:endParaRPr lang="zh-CN" altLang="en-US" sz="1050" dirty="0">
              <a:solidFill>
                <a:schemeClr val="bg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17"/>
          <p:cNvSpPr/>
          <p:nvPr/>
        </p:nvSpPr>
        <p:spPr>
          <a:xfrm>
            <a:off x="4783873" y="0"/>
            <a:ext cx="7408127" cy="6768790"/>
          </a:xfrm>
          <a:prstGeom prst="roundRect">
            <a:avLst>
              <a:gd name="adj" fmla="val 0"/>
            </a:avLst>
          </a:prstGeom>
          <a:gradFill flip="none" rotWithShape="1">
            <a:gsLst>
              <a:gs pos="74000">
                <a:schemeClr val="accent4">
                  <a:alpha val="0"/>
                </a:schemeClr>
              </a:gs>
              <a:gs pos="100000">
                <a:schemeClr val="accent1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5938" y="681483"/>
            <a:ext cx="2651532" cy="58477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电子产品概述</a:t>
            </a:r>
          </a:p>
        </p:txBody>
      </p:sp>
      <p:sp>
        <p:nvSpPr>
          <p:cNvPr id="4" name="矩形 3"/>
          <p:cNvSpPr/>
          <p:nvPr/>
        </p:nvSpPr>
        <p:spPr>
          <a:xfrm>
            <a:off x="515938" y="2338743"/>
            <a:ext cx="328680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电子产品概述</a:t>
            </a:r>
          </a:p>
          <a:p>
            <a:pPr algn="just">
              <a:lnSpc>
                <a:spcPct val="11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请尽量言简意赅的阐述观点</a:t>
            </a:r>
          </a:p>
        </p:txBody>
      </p:sp>
      <p:sp>
        <p:nvSpPr>
          <p:cNvPr id="5" name="矩形 4"/>
          <p:cNvSpPr/>
          <p:nvPr/>
        </p:nvSpPr>
        <p:spPr>
          <a:xfrm>
            <a:off x="826945" y="3320499"/>
            <a:ext cx="4411806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您的正文已经简明扼要，字字珠玑，但信息却错综复杂，需要用更多的文字来表述；但请您尽可能提炼思想的精髓，否则容易造成观者的阅读压力，适得其反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670826" y="4663313"/>
            <a:ext cx="1719950" cy="479502"/>
            <a:chOff x="970155" y="4337824"/>
            <a:chExt cx="1719950" cy="479502"/>
          </a:xfrm>
        </p:grpSpPr>
        <p:sp>
          <p:nvSpPr>
            <p:cNvPr id="7" name="矩形: 圆角 6"/>
            <p:cNvSpPr/>
            <p:nvPr/>
          </p:nvSpPr>
          <p:spPr>
            <a:xfrm>
              <a:off x="970155" y="4337824"/>
              <a:ext cx="1719950" cy="47950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3"/>
                </a:gs>
              </a:gsLst>
              <a:lin ang="0" scaled="1"/>
              <a:tileRect/>
            </a:gra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1025913" y="4382429"/>
              <a:ext cx="401444" cy="401444"/>
            </a:xfrm>
            <a:prstGeom prst="ellipse">
              <a:avLst/>
            </a:prstGeom>
            <a:solidFill>
              <a:schemeClr val="accent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cxnSp>
          <p:nvCxnSpPr>
            <p:cNvPr id="9" name="直接箭头连接符 8"/>
            <p:cNvCxnSpPr/>
            <p:nvPr/>
          </p:nvCxnSpPr>
          <p:spPr>
            <a:xfrm>
              <a:off x="1126273" y="4571999"/>
              <a:ext cx="189571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/>
          </p:nvSpPr>
          <p:spPr>
            <a:xfrm>
              <a:off x="1527718" y="4428025"/>
              <a:ext cx="1114762" cy="30777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>
              <a:defPPr>
                <a:defRPr lang="zh-CN"/>
              </a:defPPr>
              <a:lvl1pPr>
                <a:defRPr sz="1200">
                  <a:solidFill>
                    <a:srgbClr val="A0DD6D"/>
                  </a:solidFill>
                  <a:latin typeface="+mj-ea"/>
                  <a:ea typeface="+mj-ea"/>
                </a:defRPr>
              </a:lvl1pPr>
            </a:lstStyle>
            <a:p>
              <a:r>
                <a:rPr lang="en-US" altLang="zh-CN" sz="1400" dirty="0">
                  <a:solidFill>
                    <a:srgbClr val="990099"/>
                  </a:solidFill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  <a:sym typeface="Arial" panose="020B0604020202020204"/>
                </a:rPr>
                <a:t>Add Title</a:t>
              </a:r>
              <a:endParaRPr lang="zh-CN" altLang="en-US" sz="1400" dirty="0">
                <a:solidFill>
                  <a:srgbClr val="990099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646741" y="3408305"/>
            <a:ext cx="0" cy="61595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/>
          <p:cNvSpPr/>
          <p:nvPr/>
        </p:nvSpPr>
        <p:spPr>
          <a:xfrm>
            <a:off x="6195840" y="2856669"/>
            <a:ext cx="5480223" cy="1543518"/>
          </a:xfrm>
          <a:prstGeom prst="roundRect">
            <a:avLst>
              <a:gd name="adj" fmla="val 7971"/>
            </a:avLst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5899646" y="3402461"/>
            <a:ext cx="569320" cy="569320"/>
          </a:xfrm>
          <a:prstGeom prst="ellipse">
            <a:avLst/>
          </a:prstGeom>
          <a:solidFill>
            <a:schemeClr val="accent3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cxnSp>
        <p:nvCxnSpPr>
          <p:cNvPr id="22" name="直接连接符 21"/>
          <p:cNvCxnSpPr/>
          <p:nvPr/>
        </p:nvCxnSpPr>
        <p:spPr>
          <a:xfrm flipH="1">
            <a:off x="6195840" y="2567343"/>
            <a:ext cx="5480223" cy="0"/>
          </a:xfrm>
          <a:prstGeom prst="line">
            <a:avLst/>
          </a:prstGeom>
          <a:ln>
            <a:solidFill>
              <a:schemeClr val="bg1"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6195840" y="4689513"/>
            <a:ext cx="5480223" cy="0"/>
          </a:xfrm>
          <a:prstGeom prst="line">
            <a:avLst/>
          </a:prstGeom>
          <a:ln>
            <a:solidFill>
              <a:schemeClr val="bg1"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6607608" y="3092879"/>
            <a:ext cx="2168470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zh-CN" altLang="en-US" sz="2000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电子产品概述</a:t>
            </a:r>
          </a:p>
        </p:txBody>
      </p:sp>
      <p:sp>
        <p:nvSpPr>
          <p:cNvPr id="28" name="矩形 27"/>
          <p:cNvSpPr/>
          <p:nvPr/>
        </p:nvSpPr>
        <p:spPr>
          <a:xfrm>
            <a:off x="6607609" y="3552944"/>
            <a:ext cx="3529608" cy="547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2">
                    <a:lumMod val="75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您的正文已经简明扼要，字字珠玑，但信息却错综复杂，需要用更多的文字来表述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10471651" y="3107455"/>
            <a:ext cx="9181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3600" dirty="0">
                <a:solidFill>
                  <a:schemeClr val="accent3">
                    <a:lumMod val="50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02.</a:t>
            </a:r>
            <a:endParaRPr lang="zh-CN" altLang="en-US" sz="3600" dirty="0">
              <a:solidFill>
                <a:schemeClr val="accent3">
                  <a:lumMod val="50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170851" y="3767954"/>
            <a:ext cx="12189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800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CLICK HERE </a:t>
            </a:r>
          </a:p>
          <a:p>
            <a:pPr algn="r"/>
            <a:r>
              <a:rPr lang="en-US" altLang="zh-CN" sz="800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TO ADD A TITLE</a:t>
            </a:r>
            <a:endParaRPr lang="zh-CN" altLang="en-US" sz="800" dirty="0">
              <a:solidFill>
                <a:schemeClr val="tx2">
                  <a:lumMod val="20000"/>
                  <a:lumOff val="80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607608" y="1266258"/>
            <a:ext cx="2168470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电子产品概述</a:t>
            </a:r>
          </a:p>
        </p:txBody>
      </p:sp>
      <p:sp>
        <p:nvSpPr>
          <p:cNvPr id="37" name="矩形 36"/>
          <p:cNvSpPr/>
          <p:nvPr/>
        </p:nvSpPr>
        <p:spPr>
          <a:xfrm>
            <a:off x="6607609" y="1726323"/>
            <a:ext cx="3529608" cy="547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您的正文已经简明扼要，字字珠玑，但信息却错综复杂，需要用更多的文字来表述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10471651" y="1280834"/>
            <a:ext cx="9181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3600" dirty="0">
                <a:solidFill>
                  <a:schemeClr val="bg1">
                    <a:alpha val="50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01.</a:t>
            </a:r>
            <a:endParaRPr lang="zh-CN" altLang="en-US" sz="3600" dirty="0">
              <a:solidFill>
                <a:schemeClr val="bg1">
                  <a:alpha val="50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0170851" y="1941333"/>
            <a:ext cx="12189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800" dirty="0">
                <a:solidFill>
                  <a:schemeClr val="bg1">
                    <a:alpha val="50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CLICK HERE </a:t>
            </a:r>
          </a:p>
          <a:p>
            <a:pPr algn="r"/>
            <a:r>
              <a:rPr lang="en-US" altLang="zh-CN" sz="800" dirty="0">
                <a:solidFill>
                  <a:schemeClr val="bg1">
                    <a:alpha val="50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TO ADD A TITLE</a:t>
            </a:r>
            <a:endParaRPr lang="zh-CN" altLang="en-US" sz="800" dirty="0">
              <a:solidFill>
                <a:schemeClr val="bg1">
                  <a:alpha val="50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607608" y="4978840"/>
            <a:ext cx="2168470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电子产品概述</a:t>
            </a:r>
          </a:p>
        </p:txBody>
      </p:sp>
      <p:sp>
        <p:nvSpPr>
          <p:cNvPr id="44" name="矩形 43"/>
          <p:cNvSpPr/>
          <p:nvPr/>
        </p:nvSpPr>
        <p:spPr>
          <a:xfrm>
            <a:off x="6607609" y="5438905"/>
            <a:ext cx="3529608" cy="547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您的正文已经简明扼要，字字珠玑，但信息却错综复杂，需要用更多的文字来表述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10471651" y="4993416"/>
            <a:ext cx="9181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3600" dirty="0">
                <a:solidFill>
                  <a:schemeClr val="bg1">
                    <a:alpha val="50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03.</a:t>
            </a:r>
            <a:endParaRPr lang="zh-CN" altLang="en-US" sz="3600" dirty="0">
              <a:solidFill>
                <a:schemeClr val="bg1">
                  <a:alpha val="50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0170851" y="5653915"/>
            <a:ext cx="12189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800" dirty="0">
                <a:solidFill>
                  <a:schemeClr val="bg1">
                    <a:alpha val="50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CLICK HERE </a:t>
            </a:r>
          </a:p>
          <a:p>
            <a:pPr algn="r"/>
            <a:r>
              <a:rPr lang="en-US" altLang="zh-CN" sz="800" dirty="0">
                <a:solidFill>
                  <a:schemeClr val="bg1">
                    <a:alpha val="50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TO ADD A TITLE</a:t>
            </a:r>
            <a:endParaRPr lang="zh-CN" altLang="en-US" sz="800" dirty="0">
              <a:solidFill>
                <a:schemeClr val="bg1">
                  <a:alpha val="50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5899646" y="1602942"/>
            <a:ext cx="569320" cy="569320"/>
          </a:xfrm>
          <a:prstGeom prst="ellipse">
            <a:avLst/>
          </a:prstGeom>
          <a:solidFill>
            <a:schemeClr val="accent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5899646" y="5201979"/>
            <a:ext cx="569320" cy="569320"/>
          </a:xfrm>
          <a:prstGeom prst="ellipse">
            <a:avLst/>
          </a:prstGeom>
          <a:solidFill>
            <a:schemeClr val="accent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4" name="图形 14"/>
          <p:cNvSpPr/>
          <p:nvPr/>
        </p:nvSpPr>
        <p:spPr>
          <a:xfrm flipV="1">
            <a:off x="6024697" y="1727946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accent4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5" name="图形 48"/>
          <p:cNvSpPr/>
          <p:nvPr/>
        </p:nvSpPr>
        <p:spPr>
          <a:xfrm flipV="1">
            <a:off x="6024649" y="3527469"/>
            <a:ext cx="319314" cy="319304"/>
          </a:xfrm>
          <a:custGeom>
            <a:avLst/>
            <a:gdLst>
              <a:gd name="connsiteX0" fmla="*/ 253744 w 319314"/>
              <a:gd name="connsiteY0" fmla="*/ 253745 h 319304"/>
              <a:gd name="connsiteX1" fmla="*/ 253744 w 319314"/>
              <a:gd name="connsiteY1" fmla="*/ 253745 h 319304"/>
              <a:gd name="connsiteX2" fmla="*/ 158372 w 319314"/>
              <a:gd name="connsiteY2" fmla="*/ 293382 h 319304"/>
              <a:gd name="connsiteX3" fmla="*/ 62732 w 319314"/>
              <a:gd name="connsiteY3" fmla="*/ 253745 h 319304"/>
              <a:gd name="connsiteX4" fmla="*/ 62732 w 319314"/>
              <a:gd name="connsiteY4" fmla="*/ 253834 h 319304"/>
              <a:gd name="connsiteX5" fmla="*/ 62732 w 319314"/>
              <a:gd name="connsiteY5" fmla="*/ 253745 h 319304"/>
              <a:gd name="connsiteX6" fmla="*/ 23194 w 319314"/>
              <a:gd name="connsiteY6" fmla="*/ 158284 h 319304"/>
              <a:gd name="connsiteX7" fmla="*/ 62732 w 319314"/>
              <a:gd name="connsiteY7" fmla="*/ 62823 h 319304"/>
              <a:gd name="connsiteX8" fmla="*/ 158372 w 319314"/>
              <a:gd name="connsiteY8" fmla="*/ 23195 h 319304"/>
              <a:gd name="connsiteX9" fmla="*/ 264983 w 319314"/>
              <a:gd name="connsiteY9" fmla="*/ 23195 h 319304"/>
              <a:gd name="connsiteX10" fmla="*/ 264983 w 319314"/>
              <a:gd name="connsiteY10" fmla="*/ 71447 h 319304"/>
              <a:gd name="connsiteX11" fmla="*/ 265161 w 319314"/>
              <a:gd name="connsiteY11" fmla="*/ 71447 h 319304"/>
              <a:gd name="connsiteX12" fmla="*/ 267417 w 319314"/>
              <a:gd name="connsiteY12" fmla="*/ 78503 h 319304"/>
              <a:gd name="connsiteX13" fmla="*/ 286754 w 319314"/>
              <a:gd name="connsiteY13" fmla="*/ 116302 h 319304"/>
              <a:gd name="connsiteX14" fmla="*/ 293381 w 319314"/>
              <a:gd name="connsiteY14" fmla="*/ 158284 h 319304"/>
              <a:gd name="connsiteX15" fmla="*/ 254360 w 319314"/>
              <a:gd name="connsiteY15" fmla="*/ 253228 h 319304"/>
              <a:gd name="connsiteX16" fmla="*/ 253744 w 319314"/>
              <a:gd name="connsiteY16" fmla="*/ 253745 h 319304"/>
              <a:gd name="connsiteX17" fmla="*/ 78760 w 319314"/>
              <a:gd name="connsiteY17" fmla="*/ 111601 h 319304"/>
              <a:gd name="connsiteX18" fmla="*/ 78760 w 319314"/>
              <a:gd name="connsiteY18" fmla="*/ 111601 h 319304"/>
              <a:gd name="connsiteX19" fmla="*/ 71357 w 319314"/>
              <a:gd name="connsiteY19" fmla="*/ 119094 h 319304"/>
              <a:gd name="connsiteX20" fmla="*/ 78760 w 319314"/>
              <a:gd name="connsiteY20" fmla="*/ 126317 h 319304"/>
              <a:gd name="connsiteX21" fmla="*/ 237806 w 319314"/>
              <a:gd name="connsiteY21" fmla="*/ 126317 h 319304"/>
              <a:gd name="connsiteX22" fmla="*/ 245119 w 319314"/>
              <a:gd name="connsiteY22" fmla="*/ 119094 h 319304"/>
              <a:gd name="connsiteX23" fmla="*/ 237806 w 319314"/>
              <a:gd name="connsiteY23" fmla="*/ 111601 h 319304"/>
              <a:gd name="connsiteX24" fmla="*/ 78760 w 319314"/>
              <a:gd name="connsiteY24" fmla="*/ 111601 h 319304"/>
              <a:gd name="connsiteX25" fmla="*/ 78760 w 319314"/>
              <a:gd name="connsiteY25" fmla="*/ 150882 h 319304"/>
              <a:gd name="connsiteX26" fmla="*/ 78760 w 319314"/>
              <a:gd name="connsiteY26" fmla="*/ 150882 h 319304"/>
              <a:gd name="connsiteX27" fmla="*/ 71357 w 319314"/>
              <a:gd name="connsiteY27" fmla="*/ 158284 h 319304"/>
              <a:gd name="connsiteX28" fmla="*/ 78760 w 319314"/>
              <a:gd name="connsiteY28" fmla="*/ 165687 h 319304"/>
              <a:gd name="connsiteX29" fmla="*/ 237806 w 319314"/>
              <a:gd name="connsiteY29" fmla="*/ 165687 h 319304"/>
              <a:gd name="connsiteX30" fmla="*/ 245119 w 319314"/>
              <a:gd name="connsiteY30" fmla="*/ 158284 h 319304"/>
              <a:gd name="connsiteX31" fmla="*/ 237806 w 319314"/>
              <a:gd name="connsiteY31" fmla="*/ 150882 h 319304"/>
              <a:gd name="connsiteX32" fmla="*/ 78760 w 319314"/>
              <a:gd name="connsiteY32" fmla="*/ 150882 h 319304"/>
              <a:gd name="connsiteX33" fmla="*/ 78760 w 319314"/>
              <a:gd name="connsiteY33" fmla="*/ 190161 h 319304"/>
              <a:gd name="connsiteX34" fmla="*/ 78760 w 319314"/>
              <a:gd name="connsiteY34" fmla="*/ 190161 h 319304"/>
              <a:gd name="connsiteX35" fmla="*/ 71357 w 319314"/>
              <a:gd name="connsiteY35" fmla="*/ 197564 h 319304"/>
              <a:gd name="connsiteX36" fmla="*/ 78760 w 319314"/>
              <a:gd name="connsiteY36" fmla="*/ 204966 h 319304"/>
              <a:gd name="connsiteX37" fmla="*/ 237806 w 319314"/>
              <a:gd name="connsiteY37" fmla="*/ 204966 h 319304"/>
              <a:gd name="connsiteX38" fmla="*/ 245119 w 319314"/>
              <a:gd name="connsiteY38" fmla="*/ 197564 h 319304"/>
              <a:gd name="connsiteX39" fmla="*/ 237806 w 319314"/>
              <a:gd name="connsiteY39" fmla="*/ 190161 h 319304"/>
              <a:gd name="connsiteX40" fmla="*/ 78760 w 319314"/>
              <a:gd name="connsiteY40" fmla="*/ 190161 h 319304"/>
              <a:gd name="connsiteX41" fmla="*/ 158372 w 319314"/>
              <a:gd name="connsiteY41" fmla="*/ 317937 h 319304"/>
              <a:gd name="connsiteX42" fmla="*/ 271252 w 319314"/>
              <a:gd name="connsiteY42" fmla="*/ 270995 h 319304"/>
              <a:gd name="connsiteX43" fmla="*/ 271778 w 319314"/>
              <a:gd name="connsiteY43" fmla="*/ 270380 h 319304"/>
              <a:gd name="connsiteX44" fmla="*/ 317944 w 319314"/>
              <a:gd name="connsiteY44" fmla="*/ 158284 h 319304"/>
              <a:gd name="connsiteX45" fmla="*/ 310015 w 319314"/>
              <a:gd name="connsiteY45" fmla="*/ 108811 h 319304"/>
              <a:gd name="connsiteX46" fmla="*/ 289544 w 319314"/>
              <a:gd name="connsiteY46" fmla="*/ 67612 h 319304"/>
              <a:gd name="connsiteX47" fmla="*/ 289544 w 319314"/>
              <a:gd name="connsiteY47" fmla="*/ 10914 h 319304"/>
              <a:gd name="connsiteX48" fmla="*/ 277353 w 319314"/>
              <a:gd name="connsiteY48" fmla="*/ -1368 h 319304"/>
              <a:gd name="connsiteX49" fmla="*/ 277004 w 319314"/>
              <a:gd name="connsiteY49" fmla="*/ -1368 h 319304"/>
              <a:gd name="connsiteX50" fmla="*/ 158372 w 319314"/>
              <a:gd name="connsiteY50" fmla="*/ -1368 h 319304"/>
              <a:gd name="connsiteX51" fmla="*/ 45491 w 319314"/>
              <a:gd name="connsiteY51" fmla="*/ 45225 h 319304"/>
              <a:gd name="connsiteX52" fmla="*/ 45491 w 319314"/>
              <a:gd name="connsiteY52" fmla="*/ 45405 h 319304"/>
              <a:gd name="connsiteX53" fmla="*/ 45313 w 319314"/>
              <a:gd name="connsiteY53" fmla="*/ 45225 h 319304"/>
              <a:gd name="connsiteX54" fmla="*/ -1370 w 319314"/>
              <a:gd name="connsiteY54" fmla="*/ 158284 h 319304"/>
              <a:gd name="connsiteX55" fmla="*/ 45491 w 319314"/>
              <a:gd name="connsiteY55" fmla="*/ 270995 h 319304"/>
              <a:gd name="connsiteX56" fmla="*/ 45313 w 319314"/>
              <a:gd name="connsiteY56" fmla="*/ 270995 h 319304"/>
              <a:gd name="connsiteX57" fmla="*/ 158372 w 319314"/>
              <a:gd name="connsiteY57" fmla="*/ 317937 h 319304"/>
              <a:gd name="connsiteX58" fmla="*/ 158372 w 319314"/>
              <a:gd name="connsiteY58" fmla="*/ 317937 h 319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319314" h="319304">
                <a:moveTo>
                  <a:pt x="253744" y="253745"/>
                </a:moveTo>
                <a:lnTo>
                  <a:pt x="253744" y="253745"/>
                </a:lnTo>
                <a:cubicBezTo>
                  <a:pt x="229270" y="278219"/>
                  <a:pt x="195653" y="293382"/>
                  <a:pt x="158372" y="293382"/>
                </a:cubicBezTo>
                <a:cubicBezTo>
                  <a:pt x="121090" y="293382"/>
                  <a:pt x="87295" y="278219"/>
                  <a:pt x="62732" y="253745"/>
                </a:cubicBezTo>
                <a:lnTo>
                  <a:pt x="62732" y="253834"/>
                </a:lnTo>
                <a:lnTo>
                  <a:pt x="62732" y="253745"/>
                </a:lnTo>
                <a:cubicBezTo>
                  <a:pt x="38258" y="229360"/>
                  <a:pt x="23194" y="195566"/>
                  <a:pt x="23194" y="158284"/>
                </a:cubicBezTo>
                <a:cubicBezTo>
                  <a:pt x="23194" y="120832"/>
                  <a:pt x="38258" y="87038"/>
                  <a:pt x="62732" y="62823"/>
                </a:cubicBezTo>
                <a:cubicBezTo>
                  <a:pt x="87295" y="38348"/>
                  <a:pt x="120920" y="23195"/>
                  <a:pt x="158372" y="23195"/>
                </a:cubicBezTo>
                <a:lnTo>
                  <a:pt x="264983" y="23195"/>
                </a:lnTo>
                <a:lnTo>
                  <a:pt x="264983" y="71447"/>
                </a:lnTo>
                <a:lnTo>
                  <a:pt x="265161" y="71447"/>
                </a:lnTo>
                <a:cubicBezTo>
                  <a:pt x="265161" y="73883"/>
                  <a:pt x="265856" y="76407"/>
                  <a:pt x="267417" y="78503"/>
                </a:cubicBezTo>
                <a:cubicBezTo>
                  <a:pt x="275783" y="89999"/>
                  <a:pt x="282401" y="102718"/>
                  <a:pt x="286754" y="116302"/>
                </a:cubicBezTo>
                <a:cubicBezTo>
                  <a:pt x="291026" y="129538"/>
                  <a:pt x="293381" y="143478"/>
                  <a:pt x="293381" y="158284"/>
                </a:cubicBezTo>
                <a:cubicBezTo>
                  <a:pt x="293381" y="195299"/>
                  <a:pt x="278396" y="228923"/>
                  <a:pt x="254360" y="253228"/>
                </a:cubicBezTo>
                <a:lnTo>
                  <a:pt x="253744" y="253745"/>
                </a:lnTo>
                <a:close/>
                <a:moveTo>
                  <a:pt x="78760" y="111601"/>
                </a:moveTo>
                <a:lnTo>
                  <a:pt x="78760" y="111601"/>
                </a:lnTo>
                <a:cubicBezTo>
                  <a:pt x="74577" y="111601"/>
                  <a:pt x="71357" y="114910"/>
                  <a:pt x="71357" y="119094"/>
                </a:cubicBezTo>
                <a:cubicBezTo>
                  <a:pt x="71357" y="122921"/>
                  <a:pt x="74577" y="126317"/>
                  <a:pt x="78760" y="126317"/>
                </a:cubicBezTo>
                <a:lnTo>
                  <a:pt x="237806" y="126317"/>
                </a:lnTo>
                <a:cubicBezTo>
                  <a:pt x="241990" y="126317"/>
                  <a:pt x="245119" y="122921"/>
                  <a:pt x="245119" y="119094"/>
                </a:cubicBezTo>
                <a:cubicBezTo>
                  <a:pt x="245119" y="114910"/>
                  <a:pt x="241990" y="111601"/>
                  <a:pt x="237806" y="111601"/>
                </a:cubicBezTo>
                <a:lnTo>
                  <a:pt x="78760" y="111601"/>
                </a:lnTo>
                <a:close/>
                <a:moveTo>
                  <a:pt x="78760" y="150882"/>
                </a:moveTo>
                <a:lnTo>
                  <a:pt x="78760" y="150882"/>
                </a:lnTo>
                <a:cubicBezTo>
                  <a:pt x="74577" y="150882"/>
                  <a:pt x="71357" y="154103"/>
                  <a:pt x="71357" y="158284"/>
                </a:cubicBezTo>
                <a:cubicBezTo>
                  <a:pt x="71357" y="162289"/>
                  <a:pt x="74577" y="165687"/>
                  <a:pt x="78760" y="165687"/>
                </a:cubicBezTo>
                <a:lnTo>
                  <a:pt x="237806" y="165687"/>
                </a:lnTo>
                <a:cubicBezTo>
                  <a:pt x="241990" y="165687"/>
                  <a:pt x="245119" y="162289"/>
                  <a:pt x="245119" y="158284"/>
                </a:cubicBezTo>
                <a:cubicBezTo>
                  <a:pt x="245119" y="154103"/>
                  <a:pt x="241990" y="150882"/>
                  <a:pt x="237806" y="150882"/>
                </a:cubicBezTo>
                <a:lnTo>
                  <a:pt x="78760" y="150882"/>
                </a:lnTo>
                <a:close/>
                <a:moveTo>
                  <a:pt x="78760" y="190161"/>
                </a:moveTo>
                <a:lnTo>
                  <a:pt x="78760" y="190161"/>
                </a:lnTo>
                <a:cubicBezTo>
                  <a:pt x="74577" y="190161"/>
                  <a:pt x="71357" y="193470"/>
                  <a:pt x="71357" y="197564"/>
                </a:cubicBezTo>
                <a:cubicBezTo>
                  <a:pt x="71357" y="201578"/>
                  <a:pt x="74577" y="204966"/>
                  <a:pt x="78760" y="204966"/>
                </a:cubicBezTo>
                <a:lnTo>
                  <a:pt x="237806" y="204966"/>
                </a:lnTo>
                <a:cubicBezTo>
                  <a:pt x="241990" y="204966"/>
                  <a:pt x="245119" y="201578"/>
                  <a:pt x="245119" y="197564"/>
                </a:cubicBezTo>
                <a:cubicBezTo>
                  <a:pt x="245119" y="193470"/>
                  <a:pt x="241990" y="190161"/>
                  <a:pt x="237806" y="190161"/>
                </a:cubicBezTo>
                <a:lnTo>
                  <a:pt x="78760" y="190161"/>
                </a:lnTo>
                <a:close/>
                <a:moveTo>
                  <a:pt x="158372" y="317937"/>
                </a:moveTo>
                <a:cubicBezTo>
                  <a:pt x="202440" y="317937"/>
                  <a:pt x="242337" y="300000"/>
                  <a:pt x="271252" y="270995"/>
                </a:cubicBezTo>
                <a:lnTo>
                  <a:pt x="271778" y="270380"/>
                </a:lnTo>
                <a:cubicBezTo>
                  <a:pt x="300346" y="241553"/>
                  <a:pt x="317944" y="201836"/>
                  <a:pt x="317944" y="158284"/>
                </a:cubicBezTo>
                <a:cubicBezTo>
                  <a:pt x="317944" y="141035"/>
                  <a:pt x="315152" y="124400"/>
                  <a:pt x="310015" y="108811"/>
                </a:cubicBezTo>
                <a:cubicBezTo>
                  <a:pt x="305224" y="94004"/>
                  <a:pt x="298250" y="80152"/>
                  <a:pt x="289544" y="67612"/>
                </a:cubicBezTo>
                <a:lnTo>
                  <a:pt x="289544" y="10914"/>
                </a:lnTo>
                <a:cubicBezTo>
                  <a:pt x="289544" y="4117"/>
                  <a:pt x="284140" y="-1368"/>
                  <a:pt x="277353" y="-1368"/>
                </a:cubicBezTo>
                <a:lnTo>
                  <a:pt x="277004" y="-1368"/>
                </a:lnTo>
                <a:lnTo>
                  <a:pt x="158372" y="-1368"/>
                </a:lnTo>
                <a:cubicBezTo>
                  <a:pt x="114293" y="-1368"/>
                  <a:pt x="74407" y="16658"/>
                  <a:pt x="45491" y="45225"/>
                </a:cubicBezTo>
                <a:lnTo>
                  <a:pt x="45491" y="45405"/>
                </a:lnTo>
                <a:lnTo>
                  <a:pt x="45313" y="45225"/>
                </a:lnTo>
                <a:cubicBezTo>
                  <a:pt x="16567" y="74230"/>
                  <a:pt x="-1370" y="114215"/>
                  <a:pt x="-1370" y="158284"/>
                </a:cubicBezTo>
                <a:cubicBezTo>
                  <a:pt x="-1370" y="202184"/>
                  <a:pt x="16567" y="242079"/>
                  <a:pt x="45491" y="270995"/>
                </a:cubicBezTo>
                <a:lnTo>
                  <a:pt x="45313" y="270995"/>
                </a:lnTo>
                <a:cubicBezTo>
                  <a:pt x="74407" y="300000"/>
                  <a:pt x="114293" y="317937"/>
                  <a:pt x="158372" y="317937"/>
                </a:cubicBezTo>
                <a:lnTo>
                  <a:pt x="158372" y="317937"/>
                </a:lnTo>
              </a:path>
            </a:pathLst>
          </a:custGeom>
          <a:solidFill>
            <a:schemeClr val="accent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40" name="图形 53"/>
          <p:cNvSpPr/>
          <p:nvPr/>
        </p:nvSpPr>
        <p:spPr>
          <a:xfrm flipV="1">
            <a:off x="6024706" y="5326983"/>
            <a:ext cx="319200" cy="319313"/>
          </a:xfrm>
          <a:custGeom>
            <a:avLst/>
            <a:gdLst>
              <a:gd name="connsiteX0" fmla="*/ 279909 w 319200"/>
              <a:gd name="connsiteY0" fmla="*/ 269492 h 319313"/>
              <a:gd name="connsiteX1" fmla="*/ 279909 w 319200"/>
              <a:gd name="connsiteY1" fmla="*/ 269492 h 319313"/>
              <a:gd name="connsiteX2" fmla="*/ 251440 w 319200"/>
              <a:gd name="connsiteY2" fmla="*/ 240751 h 319313"/>
              <a:gd name="connsiteX3" fmla="*/ 267359 w 319200"/>
              <a:gd name="connsiteY3" fmla="*/ 236505 h 319313"/>
              <a:gd name="connsiteX4" fmla="*/ 296009 w 319200"/>
              <a:gd name="connsiteY4" fmla="*/ 265065 h 319313"/>
              <a:gd name="connsiteX5" fmla="*/ 279909 w 319200"/>
              <a:gd name="connsiteY5" fmla="*/ 269492 h 319313"/>
              <a:gd name="connsiteX6" fmla="*/ 265059 w 319200"/>
              <a:gd name="connsiteY6" fmla="*/ 295923 h 319313"/>
              <a:gd name="connsiteX7" fmla="*/ 265059 w 319200"/>
              <a:gd name="connsiteY7" fmla="*/ 295923 h 319313"/>
              <a:gd name="connsiteX8" fmla="*/ 236410 w 319200"/>
              <a:gd name="connsiteY8" fmla="*/ 267364 h 319313"/>
              <a:gd name="connsiteX9" fmla="*/ 240828 w 319200"/>
              <a:gd name="connsiteY9" fmla="*/ 251364 h 319313"/>
              <a:gd name="connsiteX10" fmla="*/ 269478 w 319200"/>
              <a:gd name="connsiteY10" fmla="*/ 280014 h 319313"/>
              <a:gd name="connsiteX11" fmla="*/ 265059 w 319200"/>
              <a:gd name="connsiteY11" fmla="*/ 295923 h 319313"/>
              <a:gd name="connsiteX12" fmla="*/ 166107 w 319200"/>
              <a:gd name="connsiteY12" fmla="*/ 183977 h 319313"/>
              <a:gd name="connsiteX13" fmla="*/ 166107 w 319200"/>
              <a:gd name="connsiteY13" fmla="*/ 183977 h 319313"/>
              <a:gd name="connsiteX14" fmla="*/ 155757 w 319200"/>
              <a:gd name="connsiteY14" fmla="*/ 185744 h 319313"/>
              <a:gd name="connsiteX15" fmla="*/ 134541 w 319200"/>
              <a:gd name="connsiteY15" fmla="*/ 176905 h 319313"/>
              <a:gd name="connsiteX16" fmla="*/ 134541 w 319200"/>
              <a:gd name="connsiteY16" fmla="*/ 176905 h 319313"/>
              <a:gd name="connsiteX17" fmla="*/ 125786 w 319200"/>
              <a:gd name="connsiteY17" fmla="*/ 155681 h 319313"/>
              <a:gd name="connsiteX18" fmla="*/ 134541 w 319200"/>
              <a:gd name="connsiteY18" fmla="*/ 134637 h 319313"/>
              <a:gd name="connsiteX19" fmla="*/ 155757 w 319200"/>
              <a:gd name="connsiteY19" fmla="*/ 125790 h 319313"/>
              <a:gd name="connsiteX20" fmla="*/ 176891 w 319200"/>
              <a:gd name="connsiteY20" fmla="*/ 134456 h 319313"/>
              <a:gd name="connsiteX21" fmla="*/ 176891 w 319200"/>
              <a:gd name="connsiteY21" fmla="*/ 134637 h 319313"/>
              <a:gd name="connsiteX22" fmla="*/ 185647 w 319200"/>
              <a:gd name="connsiteY22" fmla="*/ 155681 h 319313"/>
              <a:gd name="connsiteX23" fmla="*/ 183881 w 319200"/>
              <a:gd name="connsiteY23" fmla="*/ 166121 h 319313"/>
              <a:gd name="connsiteX24" fmla="*/ 164604 w 319200"/>
              <a:gd name="connsiteY24" fmla="*/ 146924 h 319313"/>
              <a:gd name="connsiteX25" fmla="*/ 146919 w 319200"/>
              <a:gd name="connsiteY25" fmla="*/ 146924 h 319313"/>
              <a:gd name="connsiteX26" fmla="*/ 146919 w 319200"/>
              <a:gd name="connsiteY26" fmla="*/ 164527 h 319313"/>
              <a:gd name="connsiteX27" fmla="*/ 166107 w 319200"/>
              <a:gd name="connsiteY27" fmla="*/ 183977 h 319313"/>
              <a:gd name="connsiteX28" fmla="*/ 155757 w 319200"/>
              <a:gd name="connsiteY28" fmla="*/ 200602 h 319313"/>
              <a:gd name="connsiteX29" fmla="*/ 155757 w 319200"/>
              <a:gd name="connsiteY29" fmla="*/ 200602 h 319313"/>
              <a:gd name="connsiteX30" fmla="*/ 177515 w 319200"/>
              <a:gd name="connsiteY30" fmla="*/ 195124 h 319313"/>
              <a:gd name="connsiteX31" fmla="*/ 204744 w 319200"/>
              <a:gd name="connsiteY31" fmla="*/ 222442 h 319313"/>
              <a:gd name="connsiteX32" fmla="*/ 155757 w 319200"/>
              <a:gd name="connsiteY32" fmla="*/ 238271 h 319313"/>
              <a:gd name="connsiteX33" fmla="*/ 97398 w 319200"/>
              <a:gd name="connsiteY33" fmla="*/ 214220 h 319313"/>
              <a:gd name="connsiteX34" fmla="*/ 97398 w 319200"/>
              <a:gd name="connsiteY34" fmla="*/ 214310 h 319313"/>
              <a:gd name="connsiteX35" fmla="*/ 97398 w 319200"/>
              <a:gd name="connsiteY35" fmla="*/ 214220 h 319313"/>
              <a:gd name="connsiteX36" fmla="*/ 73167 w 319200"/>
              <a:gd name="connsiteY36" fmla="*/ 155681 h 319313"/>
              <a:gd name="connsiteX37" fmla="*/ 97398 w 319200"/>
              <a:gd name="connsiteY37" fmla="*/ 97412 h 319313"/>
              <a:gd name="connsiteX38" fmla="*/ 155757 w 319200"/>
              <a:gd name="connsiteY38" fmla="*/ 73090 h 319313"/>
              <a:gd name="connsiteX39" fmla="*/ 213772 w 319200"/>
              <a:gd name="connsiteY39" fmla="*/ 96967 h 319313"/>
              <a:gd name="connsiteX40" fmla="*/ 214125 w 319200"/>
              <a:gd name="connsiteY40" fmla="*/ 97412 h 319313"/>
              <a:gd name="connsiteX41" fmla="*/ 238346 w 319200"/>
              <a:gd name="connsiteY41" fmla="*/ 155681 h 319313"/>
              <a:gd name="connsiteX42" fmla="*/ 222437 w 319200"/>
              <a:gd name="connsiteY42" fmla="*/ 204668 h 319313"/>
              <a:gd name="connsiteX43" fmla="*/ 195020 w 319200"/>
              <a:gd name="connsiteY43" fmla="*/ 177611 h 319313"/>
              <a:gd name="connsiteX44" fmla="*/ 200678 w 319200"/>
              <a:gd name="connsiteY44" fmla="*/ 155681 h 319313"/>
              <a:gd name="connsiteX45" fmla="*/ 187503 w 319200"/>
              <a:gd name="connsiteY45" fmla="*/ 124024 h 319313"/>
              <a:gd name="connsiteX46" fmla="*/ 187413 w 319200"/>
              <a:gd name="connsiteY46" fmla="*/ 124024 h 319313"/>
              <a:gd name="connsiteX47" fmla="*/ 155757 w 319200"/>
              <a:gd name="connsiteY47" fmla="*/ 110850 h 319313"/>
              <a:gd name="connsiteX48" fmla="*/ 124100 w 319200"/>
              <a:gd name="connsiteY48" fmla="*/ 124024 h 319313"/>
              <a:gd name="connsiteX49" fmla="*/ 124100 w 319200"/>
              <a:gd name="connsiteY49" fmla="*/ 124024 h 319313"/>
              <a:gd name="connsiteX50" fmla="*/ 110835 w 319200"/>
              <a:gd name="connsiteY50" fmla="*/ 155681 h 319313"/>
              <a:gd name="connsiteX51" fmla="*/ 124100 w 319200"/>
              <a:gd name="connsiteY51" fmla="*/ 187336 h 319313"/>
              <a:gd name="connsiteX52" fmla="*/ 124100 w 319200"/>
              <a:gd name="connsiteY52" fmla="*/ 187517 h 319313"/>
              <a:gd name="connsiteX53" fmla="*/ 155757 w 319200"/>
              <a:gd name="connsiteY53" fmla="*/ 200602 h 319313"/>
              <a:gd name="connsiteX54" fmla="*/ 282208 w 319200"/>
              <a:gd name="connsiteY54" fmla="*/ 194055 h 319313"/>
              <a:gd name="connsiteX55" fmla="*/ 282208 w 319200"/>
              <a:gd name="connsiteY55" fmla="*/ 194055 h 319313"/>
              <a:gd name="connsiteX56" fmla="*/ 290522 w 319200"/>
              <a:gd name="connsiteY56" fmla="*/ 209712 h 319313"/>
              <a:gd name="connsiteX57" fmla="*/ 305997 w 319200"/>
              <a:gd name="connsiteY57" fmla="*/ 201399 h 319313"/>
              <a:gd name="connsiteX58" fmla="*/ 311040 w 319200"/>
              <a:gd name="connsiteY58" fmla="*/ 178852 h 319313"/>
              <a:gd name="connsiteX59" fmla="*/ 312715 w 319200"/>
              <a:gd name="connsiteY59" fmla="*/ 155681 h 319313"/>
              <a:gd name="connsiteX60" fmla="*/ 266825 w 319200"/>
              <a:gd name="connsiteY60" fmla="*/ 44793 h 319313"/>
              <a:gd name="connsiteX61" fmla="*/ 155757 w 319200"/>
              <a:gd name="connsiteY61" fmla="*/ -1369 h 319313"/>
              <a:gd name="connsiteX62" fmla="*/ 44698 w 319200"/>
              <a:gd name="connsiteY62" fmla="*/ 44793 h 319313"/>
              <a:gd name="connsiteX63" fmla="*/ -1373 w 319200"/>
              <a:gd name="connsiteY63" fmla="*/ 155681 h 319313"/>
              <a:gd name="connsiteX64" fmla="*/ 44698 w 319200"/>
              <a:gd name="connsiteY64" fmla="*/ 266921 h 319313"/>
              <a:gd name="connsiteX65" fmla="*/ 155757 w 319200"/>
              <a:gd name="connsiteY65" fmla="*/ 312730 h 319313"/>
              <a:gd name="connsiteX66" fmla="*/ 178748 w 319200"/>
              <a:gd name="connsiteY66" fmla="*/ 310963 h 319313"/>
              <a:gd name="connsiteX67" fmla="*/ 201385 w 319200"/>
              <a:gd name="connsiteY67" fmla="*/ 306092 h 319313"/>
              <a:gd name="connsiteX68" fmla="*/ 209697 w 319200"/>
              <a:gd name="connsiteY68" fmla="*/ 290536 h 319313"/>
              <a:gd name="connsiteX69" fmla="*/ 194140 w 319200"/>
              <a:gd name="connsiteY69" fmla="*/ 282223 h 319313"/>
              <a:gd name="connsiteX70" fmla="*/ 175216 w 319200"/>
              <a:gd name="connsiteY70" fmla="*/ 286470 h 319313"/>
              <a:gd name="connsiteX71" fmla="*/ 155757 w 319200"/>
              <a:gd name="connsiteY71" fmla="*/ 287973 h 319313"/>
              <a:gd name="connsiteX72" fmla="*/ 62382 w 319200"/>
              <a:gd name="connsiteY72" fmla="*/ 249065 h 319313"/>
              <a:gd name="connsiteX73" fmla="*/ 23646 w 319200"/>
              <a:gd name="connsiteY73" fmla="*/ 155681 h 319313"/>
              <a:gd name="connsiteX74" fmla="*/ 62382 w 319200"/>
              <a:gd name="connsiteY74" fmla="*/ 62306 h 319313"/>
              <a:gd name="connsiteX75" fmla="*/ 155757 w 319200"/>
              <a:gd name="connsiteY75" fmla="*/ 23660 h 319313"/>
              <a:gd name="connsiteX76" fmla="*/ 249140 w 319200"/>
              <a:gd name="connsiteY76" fmla="*/ 62306 h 319313"/>
              <a:gd name="connsiteX77" fmla="*/ 287870 w 319200"/>
              <a:gd name="connsiteY77" fmla="*/ 155681 h 319313"/>
              <a:gd name="connsiteX78" fmla="*/ 286457 w 319200"/>
              <a:gd name="connsiteY78" fmla="*/ 175139 h 319313"/>
              <a:gd name="connsiteX79" fmla="*/ 282208 w 319200"/>
              <a:gd name="connsiteY79" fmla="*/ 194055 h 319313"/>
              <a:gd name="connsiteX80" fmla="*/ 222873 w 319200"/>
              <a:gd name="connsiteY80" fmla="*/ 274880 h 319313"/>
              <a:gd name="connsiteX81" fmla="*/ 263637 w 319200"/>
              <a:gd name="connsiteY81" fmla="*/ 315826 h 319313"/>
              <a:gd name="connsiteX82" fmla="*/ 274160 w 319200"/>
              <a:gd name="connsiteY82" fmla="*/ 315826 h 319313"/>
              <a:gd name="connsiteX83" fmla="*/ 276196 w 319200"/>
              <a:gd name="connsiteY83" fmla="*/ 312466 h 319313"/>
              <a:gd name="connsiteX84" fmla="*/ 276196 w 319200"/>
              <a:gd name="connsiteY84" fmla="*/ 312376 h 319313"/>
              <a:gd name="connsiteX85" fmla="*/ 276196 w 319200"/>
              <a:gd name="connsiteY85" fmla="*/ 312195 h 319313"/>
              <a:gd name="connsiteX86" fmla="*/ 283803 w 319200"/>
              <a:gd name="connsiteY86" fmla="*/ 283900 h 319313"/>
              <a:gd name="connsiteX87" fmla="*/ 312100 w 319200"/>
              <a:gd name="connsiteY87" fmla="*/ 276293 h 319313"/>
              <a:gd name="connsiteX88" fmla="*/ 312271 w 319200"/>
              <a:gd name="connsiteY88" fmla="*/ 276211 h 319313"/>
              <a:gd name="connsiteX89" fmla="*/ 312362 w 319200"/>
              <a:gd name="connsiteY89" fmla="*/ 276211 h 319313"/>
              <a:gd name="connsiteX90" fmla="*/ 315640 w 319200"/>
              <a:gd name="connsiteY90" fmla="*/ 274264 h 319313"/>
              <a:gd name="connsiteX91" fmla="*/ 315640 w 319200"/>
              <a:gd name="connsiteY91" fmla="*/ 263742 h 319313"/>
              <a:gd name="connsiteX92" fmla="*/ 274956 w 319200"/>
              <a:gd name="connsiteY92" fmla="*/ 222977 h 319313"/>
              <a:gd name="connsiteX93" fmla="*/ 267621 w 319200"/>
              <a:gd name="connsiteY93" fmla="*/ 221031 h 319313"/>
              <a:gd name="connsiteX94" fmla="*/ 244721 w 319200"/>
              <a:gd name="connsiteY94" fmla="*/ 227133 h 319313"/>
              <a:gd name="connsiteX95" fmla="*/ 233041 w 319200"/>
              <a:gd name="connsiteY95" fmla="*/ 215280 h 319313"/>
              <a:gd name="connsiteX96" fmla="*/ 253296 w 319200"/>
              <a:gd name="connsiteY96" fmla="*/ 155681 h 319313"/>
              <a:gd name="connsiteX97" fmla="*/ 224729 w 319200"/>
              <a:gd name="connsiteY97" fmla="*/ 86799 h 319313"/>
              <a:gd name="connsiteX98" fmla="*/ 224375 w 319200"/>
              <a:gd name="connsiteY98" fmla="*/ 86527 h 319313"/>
              <a:gd name="connsiteX99" fmla="*/ 155757 w 319200"/>
              <a:gd name="connsiteY99" fmla="*/ 58059 h 319313"/>
              <a:gd name="connsiteX100" fmla="*/ 86785 w 319200"/>
              <a:gd name="connsiteY100" fmla="*/ 86799 h 319313"/>
              <a:gd name="connsiteX101" fmla="*/ 58136 w 319200"/>
              <a:gd name="connsiteY101" fmla="*/ 155681 h 319313"/>
              <a:gd name="connsiteX102" fmla="*/ 86785 w 319200"/>
              <a:gd name="connsiteY102" fmla="*/ 224743 h 319313"/>
              <a:gd name="connsiteX103" fmla="*/ 155757 w 319200"/>
              <a:gd name="connsiteY103" fmla="*/ 253302 h 319313"/>
              <a:gd name="connsiteX104" fmla="*/ 215356 w 319200"/>
              <a:gd name="connsiteY104" fmla="*/ 233055 h 319313"/>
              <a:gd name="connsiteX105" fmla="*/ 227119 w 319200"/>
              <a:gd name="connsiteY105" fmla="*/ 244636 h 319313"/>
              <a:gd name="connsiteX106" fmla="*/ 220934 w 319200"/>
              <a:gd name="connsiteY106" fmla="*/ 267717 h 319313"/>
              <a:gd name="connsiteX107" fmla="*/ 222873 w 319200"/>
              <a:gd name="connsiteY107" fmla="*/ 274880 h 319313"/>
              <a:gd name="connsiteX108" fmla="*/ 222873 w 319200"/>
              <a:gd name="connsiteY108" fmla="*/ 274880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319200" h="319313">
                <a:moveTo>
                  <a:pt x="279909" y="269492"/>
                </a:moveTo>
                <a:lnTo>
                  <a:pt x="279909" y="269492"/>
                </a:lnTo>
                <a:lnTo>
                  <a:pt x="251440" y="240751"/>
                </a:lnTo>
                <a:lnTo>
                  <a:pt x="267359" y="236505"/>
                </a:lnTo>
                <a:lnTo>
                  <a:pt x="296009" y="265065"/>
                </a:lnTo>
                <a:lnTo>
                  <a:pt x="279909" y="269492"/>
                </a:lnTo>
                <a:close/>
                <a:moveTo>
                  <a:pt x="265059" y="295923"/>
                </a:moveTo>
                <a:lnTo>
                  <a:pt x="265059" y="295923"/>
                </a:lnTo>
                <a:lnTo>
                  <a:pt x="236410" y="267364"/>
                </a:lnTo>
                <a:lnTo>
                  <a:pt x="240828" y="251364"/>
                </a:lnTo>
                <a:lnTo>
                  <a:pt x="269478" y="280014"/>
                </a:lnTo>
                <a:lnTo>
                  <a:pt x="265059" y="295923"/>
                </a:lnTo>
                <a:close/>
                <a:moveTo>
                  <a:pt x="166107" y="183977"/>
                </a:moveTo>
                <a:lnTo>
                  <a:pt x="166107" y="183977"/>
                </a:lnTo>
                <a:cubicBezTo>
                  <a:pt x="163009" y="185127"/>
                  <a:pt x="159388" y="185744"/>
                  <a:pt x="155757" y="185744"/>
                </a:cubicBezTo>
                <a:cubicBezTo>
                  <a:pt x="147444" y="185744"/>
                  <a:pt x="140020" y="182383"/>
                  <a:pt x="134541" y="176905"/>
                </a:cubicBezTo>
                <a:lnTo>
                  <a:pt x="134541" y="176905"/>
                </a:lnTo>
                <a:cubicBezTo>
                  <a:pt x="129234" y="171599"/>
                  <a:pt x="125786" y="163992"/>
                  <a:pt x="125786" y="155681"/>
                </a:cubicBezTo>
                <a:cubicBezTo>
                  <a:pt x="125786" y="147368"/>
                  <a:pt x="129234" y="140033"/>
                  <a:pt x="134541" y="134637"/>
                </a:cubicBezTo>
                <a:cubicBezTo>
                  <a:pt x="140020" y="129239"/>
                  <a:pt x="147444" y="125790"/>
                  <a:pt x="155757" y="125790"/>
                </a:cubicBezTo>
                <a:cubicBezTo>
                  <a:pt x="164069" y="125790"/>
                  <a:pt x="171504" y="129239"/>
                  <a:pt x="176891" y="134456"/>
                </a:cubicBezTo>
                <a:lnTo>
                  <a:pt x="176891" y="134637"/>
                </a:lnTo>
                <a:cubicBezTo>
                  <a:pt x="182288" y="140033"/>
                  <a:pt x="185647" y="147368"/>
                  <a:pt x="185647" y="155681"/>
                </a:cubicBezTo>
                <a:cubicBezTo>
                  <a:pt x="185647" y="159484"/>
                  <a:pt x="185032" y="163024"/>
                  <a:pt x="183881" y="166121"/>
                </a:cubicBezTo>
                <a:lnTo>
                  <a:pt x="164604" y="146924"/>
                </a:lnTo>
                <a:cubicBezTo>
                  <a:pt x="159650" y="142152"/>
                  <a:pt x="151872" y="142152"/>
                  <a:pt x="146919" y="146924"/>
                </a:cubicBezTo>
                <a:cubicBezTo>
                  <a:pt x="142138" y="151787"/>
                  <a:pt x="142138" y="159746"/>
                  <a:pt x="146919" y="164527"/>
                </a:cubicBezTo>
                <a:lnTo>
                  <a:pt x="166107" y="183977"/>
                </a:lnTo>
                <a:close/>
                <a:moveTo>
                  <a:pt x="155757" y="200602"/>
                </a:moveTo>
                <a:lnTo>
                  <a:pt x="155757" y="200602"/>
                </a:lnTo>
                <a:cubicBezTo>
                  <a:pt x="163544" y="200602"/>
                  <a:pt x="170970" y="198655"/>
                  <a:pt x="177515" y="195124"/>
                </a:cubicBezTo>
                <a:lnTo>
                  <a:pt x="204744" y="222442"/>
                </a:lnTo>
                <a:cubicBezTo>
                  <a:pt x="190954" y="232439"/>
                  <a:pt x="174066" y="238271"/>
                  <a:pt x="155757" y="238271"/>
                </a:cubicBezTo>
                <a:cubicBezTo>
                  <a:pt x="132948" y="238271"/>
                  <a:pt x="112258" y="229161"/>
                  <a:pt x="97398" y="214220"/>
                </a:cubicBezTo>
                <a:lnTo>
                  <a:pt x="97398" y="214310"/>
                </a:lnTo>
                <a:lnTo>
                  <a:pt x="97398" y="214220"/>
                </a:lnTo>
                <a:cubicBezTo>
                  <a:pt x="82367" y="199279"/>
                  <a:pt x="73167" y="178580"/>
                  <a:pt x="73167" y="155681"/>
                </a:cubicBezTo>
                <a:cubicBezTo>
                  <a:pt x="73167" y="133043"/>
                  <a:pt x="82367" y="112352"/>
                  <a:pt x="97398" y="97412"/>
                </a:cubicBezTo>
                <a:cubicBezTo>
                  <a:pt x="112258" y="82371"/>
                  <a:pt x="132948" y="73090"/>
                  <a:pt x="155757" y="73090"/>
                </a:cubicBezTo>
                <a:cubicBezTo>
                  <a:pt x="178395" y="73090"/>
                  <a:pt x="198913" y="82290"/>
                  <a:pt x="213772" y="96967"/>
                </a:cubicBezTo>
                <a:lnTo>
                  <a:pt x="214125" y="97412"/>
                </a:lnTo>
                <a:cubicBezTo>
                  <a:pt x="229156" y="112261"/>
                  <a:pt x="238346" y="133043"/>
                  <a:pt x="238346" y="155681"/>
                </a:cubicBezTo>
                <a:cubicBezTo>
                  <a:pt x="238346" y="174161"/>
                  <a:pt x="232515" y="191140"/>
                  <a:pt x="222437" y="204668"/>
                </a:cubicBezTo>
                <a:lnTo>
                  <a:pt x="195020" y="177611"/>
                </a:lnTo>
                <a:cubicBezTo>
                  <a:pt x="198560" y="170893"/>
                  <a:pt x="200678" y="163730"/>
                  <a:pt x="200678" y="155681"/>
                </a:cubicBezTo>
                <a:cubicBezTo>
                  <a:pt x="200678" y="143484"/>
                  <a:pt x="195553" y="132164"/>
                  <a:pt x="187503" y="124024"/>
                </a:cubicBezTo>
                <a:lnTo>
                  <a:pt x="187413" y="124024"/>
                </a:lnTo>
                <a:cubicBezTo>
                  <a:pt x="179281" y="116065"/>
                  <a:pt x="168054" y="110850"/>
                  <a:pt x="155757" y="110850"/>
                </a:cubicBezTo>
                <a:cubicBezTo>
                  <a:pt x="143379" y="110850"/>
                  <a:pt x="132150" y="116065"/>
                  <a:pt x="124100" y="124024"/>
                </a:cubicBezTo>
                <a:lnTo>
                  <a:pt x="124100" y="124024"/>
                </a:lnTo>
                <a:cubicBezTo>
                  <a:pt x="115970" y="132164"/>
                  <a:pt x="110835" y="143302"/>
                  <a:pt x="110835" y="155681"/>
                </a:cubicBezTo>
                <a:cubicBezTo>
                  <a:pt x="110835" y="168149"/>
                  <a:pt x="115970" y="179377"/>
                  <a:pt x="124100" y="187336"/>
                </a:cubicBezTo>
                <a:lnTo>
                  <a:pt x="124100" y="187517"/>
                </a:lnTo>
                <a:cubicBezTo>
                  <a:pt x="132150" y="195649"/>
                  <a:pt x="143379" y="200602"/>
                  <a:pt x="155757" y="200602"/>
                </a:cubicBezTo>
                <a:close/>
                <a:moveTo>
                  <a:pt x="282208" y="194055"/>
                </a:moveTo>
                <a:lnTo>
                  <a:pt x="282208" y="194055"/>
                </a:lnTo>
                <a:cubicBezTo>
                  <a:pt x="280181" y="200956"/>
                  <a:pt x="283974" y="207764"/>
                  <a:pt x="290522" y="209712"/>
                </a:cubicBezTo>
                <a:cubicBezTo>
                  <a:pt x="297069" y="211748"/>
                  <a:pt x="303960" y="207946"/>
                  <a:pt x="305997" y="201399"/>
                </a:cubicBezTo>
                <a:cubicBezTo>
                  <a:pt x="308206" y="194055"/>
                  <a:pt x="309981" y="186629"/>
                  <a:pt x="311040" y="178852"/>
                </a:cubicBezTo>
                <a:cubicBezTo>
                  <a:pt x="312100" y="171418"/>
                  <a:pt x="312715" y="163549"/>
                  <a:pt x="312715" y="155681"/>
                </a:cubicBezTo>
                <a:cubicBezTo>
                  <a:pt x="312715" y="112442"/>
                  <a:pt x="295212" y="73090"/>
                  <a:pt x="266825" y="44793"/>
                </a:cubicBezTo>
                <a:cubicBezTo>
                  <a:pt x="238346" y="16496"/>
                  <a:pt x="199085" y="-1369"/>
                  <a:pt x="155757" y="-1369"/>
                </a:cubicBezTo>
                <a:cubicBezTo>
                  <a:pt x="112429" y="-1369"/>
                  <a:pt x="73167" y="16496"/>
                  <a:pt x="44698" y="44793"/>
                </a:cubicBezTo>
                <a:cubicBezTo>
                  <a:pt x="16401" y="73090"/>
                  <a:pt x="-1373" y="112442"/>
                  <a:pt x="-1373" y="155681"/>
                </a:cubicBezTo>
                <a:cubicBezTo>
                  <a:pt x="-1373" y="199098"/>
                  <a:pt x="16401" y="238452"/>
                  <a:pt x="44698" y="266921"/>
                </a:cubicBezTo>
                <a:cubicBezTo>
                  <a:pt x="73167" y="295218"/>
                  <a:pt x="112429" y="312730"/>
                  <a:pt x="155757" y="312730"/>
                </a:cubicBezTo>
                <a:cubicBezTo>
                  <a:pt x="163454" y="312730"/>
                  <a:pt x="171323" y="312286"/>
                  <a:pt x="178748" y="310963"/>
                </a:cubicBezTo>
                <a:cubicBezTo>
                  <a:pt x="186535" y="309986"/>
                  <a:pt x="194140" y="308219"/>
                  <a:pt x="201385" y="306092"/>
                </a:cubicBezTo>
                <a:cubicBezTo>
                  <a:pt x="207931" y="304236"/>
                  <a:pt x="211643" y="297164"/>
                  <a:pt x="209697" y="290536"/>
                </a:cubicBezTo>
                <a:cubicBezTo>
                  <a:pt x="207750" y="283989"/>
                  <a:pt x="200678" y="280277"/>
                  <a:pt x="194140" y="282223"/>
                </a:cubicBezTo>
                <a:cubicBezTo>
                  <a:pt x="187947" y="284171"/>
                  <a:pt x="181581" y="285492"/>
                  <a:pt x="175216" y="286470"/>
                </a:cubicBezTo>
                <a:cubicBezTo>
                  <a:pt x="169023" y="287439"/>
                  <a:pt x="162476" y="287973"/>
                  <a:pt x="155757" y="287973"/>
                </a:cubicBezTo>
                <a:cubicBezTo>
                  <a:pt x="119239" y="287973"/>
                  <a:pt x="86260" y="273113"/>
                  <a:pt x="62382" y="249065"/>
                </a:cubicBezTo>
                <a:cubicBezTo>
                  <a:pt x="38414" y="225276"/>
                  <a:pt x="23646" y="192289"/>
                  <a:pt x="23646" y="155681"/>
                </a:cubicBezTo>
                <a:cubicBezTo>
                  <a:pt x="23646" y="119333"/>
                  <a:pt x="38414" y="86356"/>
                  <a:pt x="62382" y="62306"/>
                </a:cubicBezTo>
                <a:cubicBezTo>
                  <a:pt x="86260" y="38518"/>
                  <a:pt x="119239" y="23660"/>
                  <a:pt x="155757" y="23660"/>
                </a:cubicBezTo>
                <a:cubicBezTo>
                  <a:pt x="192194" y="23660"/>
                  <a:pt x="225263" y="38518"/>
                  <a:pt x="249140" y="62306"/>
                </a:cubicBezTo>
                <a:cubicBezTo>
                  <a:pt x="273018" y="86356"/>
                  <a:pt x="287870" y="119333"/>
                  <a:pt x="287870" y="155681"/>
                </a:cubicBezTo>
                <a:cubicBezTo>
                  <a:pt x="287870" y="162399"/>
                  <a:pt x="287343" y="169127"/>
                  <a:pt x="286457" y="175139"/>
                </a:cubicBezTo>
                <a:cubicBezTo>
                  <a:pt x="285568" y="181677"/>
                  <a:pt x="284156" y="187871"/>
                  <a:pt x="282208" y="194055"/>
                </a:cubicBezTo>
                <a:close/>
                <a:moveTo>
                  <a:pt x="222873" y="274880"/>
                </a:moveTo>
                <a:lnTo>
                  <a:pt x="263637" y="315826"/>
                </a:lnTo>
                <a:cubicBezTo>
                  <a:pt x="266643" y="318652"/>
                  <a:pt x="271424" y="318652"/>
                  <a:pt x="274160" y="315826"/>
                </a:cubicBezTo>
                <a:cubicBezTo>
                  <a:pt x="275310" y="314677"/>
                  <a:pt x="275844" y="313617"/>
                  <a:pt x="276196" y="312466"/>
                </a:cubicBezTo>
                <a:lnTo>
                  <a:pt x="276196" y="312376"/>
                </a:lnTo>
                <a:lnTo>
                  <a:pt x="276196" y="312195"/>
                </a:lnTo>
                <a:lnTo>
                  <a:pt x="283803" y="283900"/>
                </a:lnTo>
                <a:lnTo>
                  <a:pt x="312100" y="276293"/>
                </a:lnTo>
                <a:lnTo>
                  <a:pt x="312271" y="276211"/>
                </a:lnTo>
                <a:lnTo>
                  <a:pt x="312362" y="276211"/>
                </a:lnTo>
                <a:cubicBezTo>
                  <a:pt x="313513" y="275857"/>
                  <a:pt x="314752" y="275414"/>
                  <a:pt x="315640" y="274264"/>
                </a:cubicBezTo>
                <a:cubicBezTo>
                  <a:pt x="318556" y="271430"/>
                  <a:pt x="318556" y="266747"/>
                  <a:pt x="315640" y="263742"/>
                </a:cubicBezTo>
                <a:lnTo>
                  <a:pt x="274956" y="222977"/>
                </a:lnTo>
                <a:cubicBezTo>
                  <a:pt x="273018" y="221121"/>
                  <a:pt x="270365" y="220323"/>
                  <a:pt x="267621" y="221031"/>
                </a:cubicBezTo>
                <a:lnTo>
                  <a:pt x="244721" y="227133"/>
                </a:lnTo>
                <a:lnTo>
                  <a:pt x="233041" y="215280"/>
                </a:lnTo>
                <a:cubicBezTo>
                  <a:pt x="245781" y="199008"/>
                  <a:pt x="253296" y="178228"/>
                  <a:pt x="253296" y="155681"/>
                </a:cubicBezTo>
                <a:cubicBezTo>
                  <a:pt x="253296" y="128978"/>
                  <a:pt x="242421" y="104484"/>
                  <a:pt x="224729" y="86799"/>
                </a:cubicBezTo>
                <a:lnTo>
                  <a:pt x="224375" y="86527"/>
                </a:lnTo>
                <a:cubicBezTo>
                  <a:pt x="206610" y="68844"/>
                  <a:pt x="182470" y="58059"/>
                  <a:pt x="155757" y="58059"/>
                </a:cubicBezTo>
                <a:cubicBezTo>
                  <a:pt x="128881" y="58059"/>
                  <a:pt x="104379" y="69025"/>
                  <a:pt x="86785" y="86799"/>
                </a:cubicBezTo>
                <a:cubicBezTo>
                  <a:pt x="69101" y="104484"/>
                  <a:pt x="58136" y="128978"/>
                  <a:pt x="58136" y="155681"/>
                </a:cubicBezTo>
                <a:cubicBezTo>
                  <a:pt x="58136" y="182655"/>
                  <a:pt x="69101" y="206968"/>
                  <a:pt x="86785" y="224743"/>
                </a:cubicBezTo>
                <a:cubicBezTo>
                  <a:pt x="104379" y="242427"/>
                  <a:pt x="128881" y="253302"/>
                  <a:pt x="155757" y="253302"/>
                </a:cubicBezTo>
                <a:cubicBezTo>
                  <a:pt x="178222" y="253302"/>
                  <a:pt x="198913" y="245786"/>
                  <a:pt x="215356" y="233055"/>
                </a:cubicBezTo>
                <a:lnTo>
                  <a:pt x="227119" y="244636"/>
                </a:lnTo>
                <a:lnTo>
                  <a:pt x="220934" y="267717"/>
                </a:lnTo>
                <a:cubicBezTo>
                  <a:pt x="220138" y="270280"/>
                  <a:pt x="221017" y="273113"/>
                  <a:pt x="222873" y="274880"/>
                </a:cubicBezTo>
                <a:lnTo>
                  <a:pt x="222873" y="274880"/>
                </a:lnTo>
              </a:path>
            </a:pathLst>
          </a:custGeom>
          <a:solidFill>
            <a:schemeClr val="accent4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9522" y="6262807"/>
            <a:ext cx="2642034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100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</a:defRPr>
            </a:lvl1pPr>
          </a:lstStyle>
          <a:p>
            <a:r>
              <a:rPr lang="en-US" altLang="zh-CN" sz="105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WWW.1PPT.COM</a:t>
            </a:r>
            <a:endParaRPr lang="zh-CN" altLang="en-US" sz="1050" dirty="0">
              <a:solidFill>
                <a:schemeClr val="bg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VCG41N1309252045" descr="图片包含 背景图案&#10;&#10;描述已自动生成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324600" y="1072331"/>
            <a:ext cx="2651532" cy="58477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电子产品概述</a:t>
            </a:r>
          </a:p>
        </p:txBody>
      </p:sp>
      <p:sp>
        <p:nvSpPr>
          <p:cNvPr id="5" name="矩形 4"/>
          <p:cNvSpPr/>
          <p:nvPr/>
        </p:nvSpPr>
        <p:spPr>
          <a:xfrm>
            <a:off x="6324600" y="2044278"/>
            <a:ext cx="3286805" cy="407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电子产品概述</a:t>
            </a:r>
          </a:p>
        </p:txBody>
      </p:sp>
      <p:sp>
        <p:nvSpPr>
          <p:cNvPr id="6" name="矩形 5"/>
          <p:cNvSpPr/>
          <p:nvPr/>
        </p:nvSpPr>
        <p:spPr>
          <a:xfrm>
            <a:off x="6635606" y="2546195"/>
            <a:ext cx="4737237" cy="547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您的正文已经简明扼要，字字珠玑，但信息却错综复杂，需要用更多的文字来表述；但请您尽可能提炼思想的精髓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6455403" y="2634001"/>
            <a:ext cx="0" cy="36835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图表 14"/>
          <p:cNvGraphicFramePr/>
          <p:nvPr/>
        </p:nvGraphicFramePr>
        <p:xfrm>
          <a:off x="6455403" y="4383390"/>
          <a:ext cx="5185735" cy="1925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7" name="直接连接符 16"/>
          <p:cNvCxnSpPr/>
          <p:nvPr/>
        </p:nvCxnSpPr>
        <p:spPr>
          <a:xfrm flipH="1">
            <a:off x="7829550" y="3663990"/>
            <a:ext cx="3846513" cy="0"/>
          </a:xfrm>
          <a:prstGeom prst="line">
            <a:avLst/>
          </a:prstGeom>
          <a:ln>
            <a:solidFill>
              <a:schemeClr val="bg1"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6455403" y="3429000"/>
            <a:ext cx="1719950" cy="479502"/>
            <a:chOff x="970155" y="4337824"/>
            <a:chExt cx="1719950" cy="479502"/>
          </a:xfrm>
        </p:grpSpPr>
        <p:sp>
          <p:nvSpPr>
            <p:cNvPr id="9" name="矩形: 圆角 8"/>
            <p:cNvSpPr/>
            <p:nvPr/>
          </p:nvSpPr>
          <p:spPr>
            <a:xfrm>
              <a:off x="970155" y="4337824"/>
              <a:ext cx="1719950" cy="47950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3"/>
                </a:gs>
              </a:gsLst>
              <a:lin ang="0" scaled="1"/>
              <a:tileRect/>
            </a:gra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025913" y="4382429"/>
              <a:ext cx="401444" cy="401444"/>
            </a:xfrm>
            <a:prstGeom prst="ellipse">
              <a:avLst/>
            </a:prstGeom>
            <a:solidFill>
              <a:schemeClr val="accent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cxnSp>
          <p:nvCxnSpPr>
            <p:cNvPr id="11" name="直接箭头连接符 10"/>
            <p:cNvCxnSpPr/>
            <p:nvPr/>
          </p:nvCxnSpPr>
          <p:spPr>
            <a:xfrm>
              <a:off x="1126273" y="4571999"/>
              <a:ext cx="189571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本框 11"/>
            <p:cNvSpPr txBox="1"/>
            <p:nvPr/>
          </p:nvSpPr>
          <p:spPr>
            <a:xfrm>
              <a:off x="1527718" y="4428025"/>
              <a:ext cx="1114762" cy="30777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>
              <a:defPPr>
                <a:defRPr lang="zh-CN"/>
              </a:defPPr>
              <a:lvl1pPr>
                <a:defRPr sz="1200">
                  <a:solidFill>
                    <a:srgbClr val="A0DD6D"/>
                  </a:solidFill>
                  <a:latin typeface="+mj-ea"/>
                  <a:ea typeface="+mj-ea"/>
                </a:defRPr>
              </a:lvl1pPr>
            </a:lstStyle>
            <a:p>
              <a:r>
                <a:rPr lang="en-US" altLang="zh-CN" sz="1400" dirty="0">
                  <a:solidFill>
                    <a:srgbClr val="990099"/>
                  </a:solidFill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  <a:sym typeface="Arial" panose="020B0604020202020204"/>
                </a:rPr>
                <a:t>Add Title</a:t>
              </a:r>
              <a:endParaRPr lang="zh-CN" altLang="en-US" sz="1400" dirty="0">
                <a:solidFill>
                  <a:srgbClr val="990099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</p:grpSp>
      <p:sp>
        <p:nvSpPr>
          <p:cNvPr id="20" name="圆: 空心 19"/>
          <p:cNvSpPr/>
          <p:nvPr/>
        </p:nvSpPr>
        <p:spPr>
          <a:xfrm rot="7675102">
            <a:off x="2466950" y="2678337"/>
            <a:ext cx="3419017" cy="3316643"/>
          </a:xfrm>
          <a:prstGeom prst="donut">
            <a:avLst>
              <a:gd name="adj" fmla="val 16109"/>
            </a:avLst>
          </a:prstGeom>
          <a:gradFill flip="none" rotWithShape="1">
            <a:gsLst>
              <a:gs pos="34000">
                <a:schemeClr val="bg1">
                  <a:alpha val="0"/>
                </a:schemeClr>
              </a:gs>
              <a:gs pos="100000">
                <a:schemeClr val="accent1">
                  <a:alpha val="22000"/>
                </a:schemeClr>
              </a:gs>
            </a:gsLst>
            <a:lin ang="162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 flipH="1" flipV="1">
            <a:off x="-1" y="0"/>
            <a:ext cx="7408127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62000">
                <a:schemeClr val="accent4">
                  <a:alpha val="0"/>
                </a:schemeClr>
              </a:gs>
              <a:gs pos="100000">
                <a:schemeClr val="accent1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pic>
        <p:nvPicPr>
          <p:cNvPr id="5" name="图片 4" descr="图片包含 游戏机&#10;&#10;描述已自动生成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 flipH="1">
            <a:off x="-188686" y="2438400"/>
            <a:ext cx="4261918" cy="4288971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143999" y="583944"/>
            <a:ext cx="25967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PRESENTATION</a:t>
            </a:r>
          </a:p>
          <a:p>
            <a:pPr algn="r"/>
            <a:r>
              <a:rPr lang="en-US" altLang="zh-CN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//SLIDE</a:t>
            </a:r>
            <a:endParaRPr lang="zh-CN" altLang="en-US" sz="1200" dirty="0">
              <a:solidFill>
                <a:schemeClr val="bg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9343232" y="2719181"/>
            <a:ext cx="2332831" cy="3284744"/>
          </a:xfrm>
          <a:prstGeom prst="roundRect">
            <a:avLst>
              <a:gd name="adj" fmla="val 7971"/>
            </a:avLst>
          </a:prstGeom>
          <a:solidFill>
            <a:schemeClr val="accent4">
              <a:lumMod val="90000"/>
              <a:lumOff val="10000"/>
            </a:schemeClr>
          </a:solidFill>
          <a:ln>
            <a:gradFill flip="none" rotWithShape="1">
              <a:gsLst>
                <a:gs pos="0">
                  <a:schemeClr val="bg1">
                    <a:alpha val="0"/>
                  </a:schemeClr>
                </a:gs>
                <a:gs pos="67000">
                  <a:schemeClr val="accent1"/>
                </a:gs>
              </a:gsLst>
              <a:lin ang="27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3578811" y="2719181"/>
            <a:ext cx="2332831" cy="3284744"/>
          </a:xfrm>
          <a:prstGeom prst="roundRect">
            <a:avLst>
              <a:gd name="adj" fmla="val 7971"/>
            </a:avLst>
          </a:prstGeom>
          <a:solidFill>
            <a:schemeClr val="accent4">
              <a:lumMod val="90000"/>
              <a:lumOff val="10000"/>
            </a:schemeClr>
          </a:solidFill>
          <a:ln>
            <a:gradFill flip="none" rotWithShape="1">
              <a:gsLst>
                <a:gs pos="0">
                  <a:schemeClr val="bg1">
                    <a:alpha val="0"/>
                  </a:schemeClr>
                </a:gs>
                <a:gs pos="67000">
                  <a:schemeClr val="accent1"/>
                </a:gs>
              </a:gsLst>
              <a:lin ang="27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6461022" y="2719181"/>
            <a:ext cx="2332831" cy="3284744"/>
          </a:xfrm>
          <a:prstGeom prst="roundRect">
            <a:avLst>
              <a:gd name="adj" fmla="val 7971"/>
            </a:avLst>
          </a:prstGeom>
          <a:solidFill>
            <a:schemeClr val="accent4">
              <a:lumMod val="90000"/>
              <a:lumOff val="10000"/>
            </a:schemeClr>
          </a:solidFill>
          <a:ln>
            <a:gradFill flip="none" rotWithShape="1">
              <a:gsLst>
                <a:gs pos="0">
                  <a:schemeClr val="bg1">
                    <a:alpha val="0"/>
                  </a:schemeClr>
                </a:gs>
                <a:gs pos="67000">
                  <a:schemeClr val="accent3"/>
                </a:gs>
              </a:gsLst>
              <a:lin ang="27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51210" y="514694"/>
            <a:ext cx="185044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General demonstration template of fresh watercolor</a:t>
            </a:r>
            <a:endParaRPr lang="zh-CN" altLang="en-US" sz="1100" dirty="0">
              <a:solidFill>
                <a:schemeClr val="bg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cxnSp>
        <p:nvCxnSpPr>
          <p:cNvPr id="18" name="直接连接符 17"/>
          <p:cNvCxnSpPr/>
          <p:nvPr/>
        </p:nvCxnSpPr>
        <p:spPr>
          <a:xfrm flipV="1">
            <a:off x="515938" y="1210744"/>
            <a:ext cx="0" cy="694256"/>
          </a:xfrm>
          <a:prstGeom prst="line">
            <a:avLst/>
          </a:prstGeom>
          <a:ln>
            <a:solidFill>
              <a:schemeClr val="bg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4770234" y="652455"/>
            <a:ext cx="2651532" cy="58477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电子产品概述</a:t>
            </a:r>
          </a:p>
        </p:txBody>
      </p:sp>
      <p:sp>
        <p:nvSpPr>
          <p:cNvPr id="23" name="矩形 22"/>
          <p:cNvSpPr/>
          <p:nvPr/>
        </p:nvSpPr>
        <p:spPr>
          <a:xfrm>
            <a:off x="1786579" y="1493678"/>
            <a:ext cx="8618842" cy="547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您的正文已经简明扼要，字字珠玑，但信息却错综复杂，需要用更多的文字来表述；但请您尽可能提炼思想的精髓，否则容易造成观者的阅读压力，适得其反</a:t>
            </a:r>
          </a:p>
        </p:txBody>
      </p:sp>
      <p:sp>
        <p:nvSpPr>
          <p:cNvPr id="24" name="椭圆 23"/>
          <p:cNvSpPr/>
          <p:nvPr/>
        </p:nvSpPr>
        <p:spPr>
          <a:xfrm>
            <a:off x="4128369" y="3004457"/>
            <a:ext cx="1233714" cy="1233714"/>
          </a:xfrm>
          <a:prstGeom prst="ellipse">
            <a:avLst/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00" scaled="1"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7010580" y="3004457"/>
            <a:ext cx="1233714" cy="1233714"/>
          </a:xfrm>
          <a:prstGeom prst="ellipse">
            <a:avLst/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00" scaled="1"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9892790" y="3004457"/>
            <a:ext cx="1233714" cy="1233714"/>
          </a:xfrm>
          <a:prstGeom prst="ellipse">
            <a:avLst/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00" scaled="1"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660991" y="4599411"/>
            <a:ext cx="2168470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产品概述</a:t>
            </a:r>
          </a:p>
        </p:txBody>
      </p:sp>
      <p:sp>
        <p:nvSpPr>
          <p:cNvPr id="31" name="矩形 30"/>
          <p:cNvSpPr/>
          <p:nvPr/>
        </p:nvSpPr>
        <p:spPr>
          <a:xfrm>
            <a:off x="3734961" y="5043098"/>
            <a:ext cx="2020531" cy="547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您的正文已经简明扼要，但信息却错综复杂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6543202" y="4599411"/>
            <a:ext cx="2168470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产品概述</a:t>
            </a:r>
          </a:p>
        </p:txBody>
      </p:sp>
      <p:sp>
        <p:nvSpPr>
          <p:cNvPr id="33" name="矩形 32"/>
          <p:cNvSpPr/>
          <p:nvPr/>
        </p:nvSpPr>
        <p:spPr>
          <a:xfrm>
            <a:off x="6617172" y="5043098"/>
            <a:ext cx="2020531" cy="547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您的正文已经简明扼要，但信息却错综复杂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9425412" y="4599411"/>
            <a:ext cx="2168470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产品概述</a:t>
            </a:r>
          </a:p>
        </p:txBody>
      </p:sp>
      <p:sp>
        <p:nvSpPr>
          <p:cNvPr id="35" name="矩形 34"/>
          <p:cNvSpPr/>
          <p:nvPr/>
        </p:nvSpPr>
        <p:spPr>
          <a:xfrm>
            <a:off x="9499382" y="5043098"/>
            <a:ext cx="2020531" cy="547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您的正文已经简明扼要，但信息却错综复杂</a:t>
            </a:r>
          </a:p>
        </p:txBody>
      </p:sp>
      <p:grpSp>
        <p:nvGrpSpPr>
          <p:cNvPr id="36" name="组合 35"/>
          <p:cNvGrpSpPr/>
          <p:nvPr/>
        </p:nvGrpSpPr>
        <p:grpSpPr>
          <a:xfrm>
            <a:off x="4586476" y="5865379"/>
            <a:ext cx="317500" cy="317500"/>
            <a:chOff x="2638097" y="2317532"/>
            <a:chExt cx="462455" cy="462455"/>
          </a:xfrm>
        </p:grpSpPr>
        <p:sp>
          <p:nvSpPr>
            <p:cNvPr id="37" name="椭圆 36"/>
            <p:cNvSpPr/>
            <p:nvPr/>
          </p:nvSpPr>
          <p:spPr>
            <a:xfrm>
              <a:off x="2638097" y="2317532"/>
              <a:ext cx="462455" cy="462455"/>
            </a:xfrm>
            <a:prstGeom prst="ellipse">
              <a:avLst/>
            </a:prstGeom>
            <a:solidFill>
              <a:schemeClr val="accent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38" name="加号 37"/>
            <p:cNvSpPr/>
            <p:nvPr/>
          </p:nvSpPr>
          <p:spPr>
            <a:xfrm>
              <a:off x="2727434" y="2406869"/>
              <a:ext cx="283780" cy="283780"/>
            </a:xfrm>
            <a:prstGeom prst="mathPlus">
              <a:avLst/>
            </a:prstGeom>
            <a:solidFill>
              <a:schemeClr val="bg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7468687" y="5865379"/>
            <a:ext cx="317500" cy="317500"/>
            <a:chOff x="2638097" y="2317532"/>
            <a:chExt cx="462455" cy="462455"/>
          </a:xfrm>
        </p:grpSpPr>
        <p:sp>
          <p:nvSpPr>
            <p:cNvPr id="40" name="椭圆 39"/>
            <p:cNvSpPr/>
            <p:nvPr/>
          </p:nvSpPr>
          <p:spPr>
            <a:xfrm>
              <a:off x="2638097" y="2317532"/>
              <a:ext cx="462455" cy="462455"/>
            </a:xfrm>
            <a:prstGeom prst="ellipse">
              <a:avLst/>
            </a:prstGeom>
            <a:solidFill>
              <a:schemeClr val="accent3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41" name="加号 40"/>
            <p:cNvSpPr/>
            <p:nvPr/>
          </p:nvSpPr>
          <p:spPr>
            <a:xfrm>
              <a:off x="2727434" y="2406869"/>
              <a:ext cx="283780" cy="283780"/>
            </a:xfrm>
            <a:prstGeom prst="mathPlus">
              <a:avLst/>
            </a:prstGeom>
            <a:solidFill>
              <a:schemeClr val="accent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10350897" y="5865379"/>
            <a:ext cx="317500" cy="317500"/>
            <a:chOff x="2638097" y="2317532"/>
            <a:chExt cx="462455" cy="462455"/>
          </a:xfrm>
        </p:grpSpPr>
        <p:sp>
          <p:nvSpPr>
            <p:cNvPr id="43" name="椭圆 42"/>
            <p:cNvSpPr/>
            <p:nvPr/>
          </p:nvSpPr>
          <p:spPr>
            <a:xfrm>
              <a:off x="2638097" y="2317532"/>
              <a:ext cx="462455" cy="462455"/>
            </a:xfrm>
            <a:prstGeom prst="ellipse">
              <a:avLst/>
            </a:prstGeom>
            <a:solidFill>
              <a:schemeClr val="accent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44" name="加号 43"/>
            <p:cNvSpPr/>
            <p:nvPr/>
          </p:nvSpPr>
          <p:spPr>
            <a:xfrm>
              <a:off x="2727434" y="2406869"/>
              <a:ext cx="283780" cy="283780"/>
            </a:xfrm>
            <a:prstGeom prst="mathPlus">
              <a:avLst/>
            </a:prstGeom>
            <a:solidFill>
              <a:schemeClr val="bg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</p:grpSp>
      <p:pic>
        <p:nvPicPr>
          <p:cNvPr id="63" name="图片 62"/>
          <p:cNvPicPr>
            <a:picLocks noChangeAspect="1"/>
          </p:cNvPicPr>
          <p:nvPr/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4215679" y="3091767"/>
            <a:ext cx="1059094" cy="1059094"/>
          </a:xfrm>
          <a:custGeom>
            <a:avLst/>
            <a:gdLst>
              <a:gd name="connsiteX0" fmla="*/ 529547 w 1059094"/>
              <a:gd name="connsiteY0" fmla="*/ 0 h 1059094"/>
              <a:gd name="connsiteX1" fmla="*/ 1059094 w 1059094"/>
              <a:gd name="connsiteY1" fmla="*/ 529547 h 1059094"/>
              <a:gd name="connsiteX2" fmla="*/ 529547 w 1059094"/>
              <a:gd name="connsiteY2" fmla="*/ 1059094 h 1059094"/>
              <a:gd name="connsiteX3" fmla="*/ 0 w 1059094"/>
              <a:gd name="connsiteY3" fmla="*/ 529547 h 1059094"/>
              <a:gd name="connsiteX4" fmla="*/ 529547 w 1059094"/>
              <a:gd name="connsiteY4" fmla="*/ 0 h 105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9094" h="1059094">
                <a:moveTo>
                  <a:pt x="529547" y="0"/>
                </a:moveTo>
                <a:cubicBezTo>
                  <a:pt x="822008" y="0"/>
                  <a:pt x="1059094" y="237086"/>
                  <a:pt x="1059094" y="529547"/>
                </a:cubicBezTo>
                <a:cubicBezTo>
                  <a:pt x="1059094" y="822008"/>
                  <a:pt x="822008" y="1059094"/>
                  <a:pt x="529547" y="1059094"/>
                </a:cubicBezTo>
                <a:cubicBezTo>
                  <a:pt x="237086" y="1059094"/>
                  <a:pt x="0" y="822008"/>
                  <a:pt x="0" y="529547"/>
                </a:cubicBezTo>
                <a:cubicBezTo>
                  <a:pt x="0" y="237086"/>
                  <a:pt x="237086" y="0"/>
                  <a:pt x="529547" y="0"/>
                </a:cubicBezTo>
                <a:close/>
              </a:path>
            </a:pathLst>
          </a:custGeom>
        </p:spPr>
      </p:pic>
      <p:pic>
        <p:nvPicPr>
          <p:cNvPr id="64" name="图片 63"/>
          <p:cNvPicPr>
            <a:picLocks noChangeAspect="1"/>
          </p:cNvPicPr>
          <p:nvPr/>
        </p:nvPicPr>
        <p:blipFill rotWithShape="1">
          <a:blip r:embed="rId4" cstate="email"/>
          <a:srcRect/>
          <a:stretch>
            <a:fillRect/>
          </a:stretch>
        </p:blipFill>
        <p:spPr>
          <a:xfrm>
            <a:off x="7097890" y="3091767"/>
            <a:ext cx="1059094" cy="1059094"/>
          </a:xfrm>
          <a:custGeom>
            <a:avLst/>
            <a:gdLst>
              <a:gd name="connsiteX0" fmla="*/ 529547 w 1059094"/>
              <a:gd name="connsiteY0" fmla="*/ 0 h 1059094"/>
              <a:gd name="connsiteX1" fmla="*/ 1059094 w 1059094"/>
              <a:gd name="connsiteY1" fmla="*/ 529547 h 1059094"/>
              <a:gd name="connsiteX2" fmla="*/ 529547 w 1059094"/>
              <a:gd name="connsiteY2" fmla="*/ 1059094 h 1059094"/>
              <a:gd name="connsiteX3" fmla="*/ 0 w 1059094"/>
              <a:gd name="connsiteY3" fmla="*/ 529547 h 1059094"/>
              <a:gd name="connsiteX4" fmla="*/ 529547 w 1059094"/>
              <a:gd name="connsiteY4" fmla="*/ 0 h 105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9094" h="1059094">
                <a:moveTo>
                  <a:pt x="529547" y="0"/>
                </a:moveTo>
                <a:cubicBezTo>
                  <a:pt x="822008" y="0"/>
                  <a:pt x="1059094" y="237086"/>
                  <a:pt x="1059094" y="529547"/>
                </a:cubicBezTo>
                <a:cubicBezTo>
                  <a:pt x="1059094" y="822008"/>
                  <a:pt x="822008" y="1059094"/>
                  <a:pt x="529547" y="1059094"/>
                </a:cubicBezTo>
                <a:cubicBezTo>
                  <a:pt x="237086" y="1059094"/>
                  <a:pt x="0" y="822008"/>
                  <a:pt x="0" y="529547"/>
                </a:cubicBezTo>
                <a:cubicBezTo>
                  <a:pt x="0" y="237086"/>
                  <a:pt x="237086" y="0"/>
                  <a:pt x="529547" y="0"/>
                </a:cubicBezTo>
                <a:close/>
              </a:path>
            </a:pathLst>
          </a:custGeom>
        </p:spPr>
      </p:pic>
      <p:pic>
        <p:nvPicPr>
          <p:cNvPr id="65" name="图片 64"/>
          <p:cNvPicPr>
            <a:picLocks noChangeAspect="1"/>
          </p:cNvPicPr>
          <p:nvPr/>
        </p:nvPicPr>
        <p:blipFill rotWithShape="1">
          <a:blip r:embed="rId5" cstate="email"/>
          <a:srcRect/>
          <a:stretch>
            <a:fillRect/>
          </a:stretch>
        </p:blipFill>
        <p:spPr>
          <a:xfrm>
            <a:off x="9980100" y="3091767"/>
            <a:ext cx="1059094" cy="1059094"/>
          </a:xfrm>
          <a:custGeom>
            <a:avLst/>
            <a:gdLst>
              <a:gd name="connsiteX0" fmla="*/ 529547 w 1059094"/>
              <a:gd name="connsiteY0" fmla="*/ 0 h 1059094"/>
              <a:gd name="connsiteX1" fmla="*/ 1059094 w 1059094"/>
              <a:gd name="connsiteY1" fmla="*/ 529547 h 1059094"/>
              <a:gd name="connsiteX2" fmla="*/ 529547 w 1059094"/>
              <a:gd name="connsiteY2" fmla="*/ 1059094 h 1059094"/>
              <a:gd name="connsiteX3" fmla="*/ 0 w 1059094"/>
              <a:gd name="connsiteY3" fmla="*/ 529547 h 1059094"/>
              <a:gd name="connsiteX4" fmla="*/ 529547 w 1059094"/>
              <a:gd name="connsiteY4" fmla="*/ 0 h 105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9094" h="1059094">
                <a:moveTo>
                  <a:pt x="529547" y="0"/>
                </a:moveTo>
                <a:cubicBezTo>
                  <a:pt x="822008" y="0"/>
                  <a:pt x="1059094" y="237086"/>
                  <a:pt x="1059094" y="529547"/>
                </a:cubicBezTo>
                <a:cubicBezTo>
                  <a:pt x="1059094" y="822008"/>
                  <a:pt x="822008" y="1059094"/>
                  <a:pt x="529547" y="1059094"/>
                </a:cubicBezTo>
                <a:cubicBezTo>
                  <a:pt x="237086" y="1059094"/>
                  <a:pt x="0" y="822008"/>
                  <a:pt x="0" y="529547"/>
                </a:cubicBezTo>
                <a:cubicBezTo>
                  <a:pt x="0" y="237086"/>
                  <a:pt x="237086" y="0"/>
                  <a:pt x="529547" y="0"/>
                </a:cubicBez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VCG41N1309252045" descr="图片包含 背景图案&#10;&#10;描述已自动生成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5565208" y="3626896"/>
            <a:ext cx="5603240" cy="175323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>
            <a:defPPr>
              <a:defRPr lang="zh-CN"/>
            </a:defPPr>
            <a:lvl1pPr algn="r">
              <a:defRPr sz="5400">
                <a:solidFill>
                  <a:schemeClr val="bg1"/>
                </a:solidFill>
                <a:latin typeface="字魂35号-经典雅黑" pitchFamily="2" charset="-122"/>
                <a:ea typeface="字魂35号-经典雅黑" pitchFamily="2" charset="-122"/>
                <a:cs typeface="微软雅黑" panose="020B0503020204020204" charset="-122"/>
              </a:defRPr>
            </a:lvl1pPr>
          </a:lstStyle>
          <a:p>
            <a:pPr algn="r"/>
            <a:r>
              <a:rPr lang="en-US" altLang="zh-CN" b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effectLst/>
                <a:latin typeface="Britannic Bold" panose="020B0903060703020204" charset="0"/>
                <a:ea typeface="微软雅黑" panose="020B0503020204020204" charset="-122"/>
                <a:cs typeface="Britannic Bold" panose="020B0903060703020204" charset="0"/>
                <a:sym typeface="Arial" panose="020B0604020202020204"/>
              </a:rPr>
              <a:t>Working principal</a:t>
            </a:r>
          </a:p>
          <a:p>
            <a:pPr algn="r"/>
            <a:endParaRPr lang="zh-CN" altLang="en-US" dirty="0">
              <a:sym typeface="Arial" panose="020B0604020202020204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797980" y="1373543"/>
            <a:ext cx="5370468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5400">
                <a:solidFill>
                  <a:srgbClr val="FF0029"/>
                </a:solidFill>
                <a:latin typeface="+mj-lt"/>
              </a:defRPr>
            </a:lvl1pPr>
          </a:lstStyle>
          <a:p>
            <a:pPr algn="r"/>
            <a:r>
              <a:rPr lang="en-US" altLang="zh-CN" sz="138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02.</a:t>
            </a:r>
            <a:endParaRPr lang="zh-CN" altLang="en-US" sz="13800" dirty="0">
              <a:solidFill>
                <a:schemeClr val="bg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6" name="文本框 15"/>
          <p:cNvSpPr txBox="1"/>
          <p:nvPr>
            <p:custDataLst>
              <p:tags r:id="rId1"/>
            </p:custDataLst>
          </p:nvPr>
        </p:nvSpPr>
        <p:spPr>
          <a:xfrm>
            <a:off x="6917002" y="4607025"/>
            <a:ext cx="3925425" cy="73723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Malgun Gothic Semilight" panose="020B0502040204020203" charset="-122"/>
                <a:ea typeface="Malgun Gothic Semilight" panose="020B0502040204020203" charset="-122"/>
                <a:cs typeface="微软雅黑" panose="020B0503020204020204" charset="-122"/>
                <a:sym typeface="Arial" panose="020B0604020202020204"/>
              </a:rPr>
              <a:t>How does it work?</a:t>
            </a:r>
          </a:p>
          <a:p>
            <a:pPr algn="r"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Malgun Gothic Semilight" panose="020B0502040204020203" charset="-122"/>
                <a:ea typeface="Malgun Gothic Semilight" panose="020B0502040204020203" charset="-122"/>
                <a:cs typeface="微软雅黑" panose="020B0503020204020204" charset="-122"/>
                <a:sym typeface="Arial" panose="020B0604020202020204"/>
              </a:rPr>
              <a:t> Result of using the product.</a:t>
            </a:r>
          </a:p>
        </p:txBody>
      </p:sp>
      <p:cxnSp>
        <p:nvCxnSpPr>
          <p:cNvPr id="38" name="直接连接符 37"/>
          <p:cNvCxnSpPr/>
          <p:nvPr/>
        </p:nvCxnSpPr>
        <p:spPr>
          <a:xfrm>
            <a:off x="10975776" y="4747927"/>
            <a:ext cx="0" cy="46921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2258624" y="6393612"/>
            <a:ext cx="55672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7932279" y="6256539"/>
            <a:ext cx="9958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altLang="zh-CN" sz="1200" dirty="0">
                <a:solidFill>
                  <a:schemeClr val="accent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01</a:t>
            </a:r>
            <a:endParaRPr lang="zh-CN" altLang="en-US" sz="1200" dirty="0">
              <a:solidFill>
                <a:schemeClr val="accent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780802" y="6225761"/>
            <a:ext cx="9958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altLang="zh-CN" sz="1600" dirty="0">
                <a:solidFill>
                  <a:schemeClr val="accent3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02</a:t>
            </a:r>
            <a:endParaRPr lang="zh-CN" altLang="en-US" sz="1600" dirty="0">
              <a:solidFill>
                <a:schemeClr val="accent3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629325" y="6256539"/>
            <a:ext cx="9958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altLang="zh-CN" sz="1200" dirty="0">
                <a:solidFill>
                  <a:schemeClr val="accent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03</a:t>
            </a:r>
            <a:endParaRPr lang="zh-CN" altLang="en-US" sz="1200" dirty="0">
              <a:solidFill>
                <a:schemeClr val="accent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0477848" y="6256539"/>
            <a:ext cx="9958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altLang="zh-CN" sz="1200" dirty="0">
                <a:solidFill>
                  <a:schemeClr val="accent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04</a:t>
            </a:r>
            <a:endParaRPr lang="zh-CN" altLang="en-US" sz="1200" dirty="0">
              <a:solidFill>
                <a:schemeClr val="accent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: 圆角 30"/>
          <p:cNvSpPr/>
          <p:nvPr/>
        </p:nvSpPr>
        <p:spPr>
          <a:xfrm flipV="1">
            <a:off x="4783873" y="89210"/>
            <a:ext cx="7408127" cy="6768790"/>
          </a:xfrm>
          <a:prstGeom prst="roundRect">
            <a:avLst>
              <a:gd name="adj" fmla="val 0"/>
            </a:avLst>
          </a:prstGeom>
          <a:gradFill flip="none" rotWithShape="1">
            <a:gsLst>
              <a:gs pos="62000">
                <a:schemeClr val="accent4">
                  <a:alpha val="0"/>
                </a:schemeClr>
              </a:gs>
              <a:gs pos="100000">
                <a:schemeClr val="accent1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" name="矩形: 圆角 2"/>
          <p:cNvSpPr/>
          <p:nvPr/>
        </p:nvSpPr>
        <p:spPr>
          <a:xfrm flipH="1">
            <a:off x="0" y="0"/>
            <a:ext cx="7408127" cy="6768790"/>
          </a:xfrm>
          <a:prstGeom prst="roundRect">
            <a:avLst>
              <a:gd name="adj" fmla="val 0"/>
            </a:avLst>
          </a:prstGeom>
          <a:gradFill flip="none" rotWithShape="1">
            <a:gsLst>
              <a:gs pos="62000">
                <a:schemeClr val="accent4">
                  <a:alpha val="0"/>
                </a:schemeClr>
              </a:gs>
              <a:gs pos="100000">
                <a:schemeClr val="accent1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4634026" y="2191658"/>
            <a:ext cx="2923948" cy="4117067"/>
          </a:xfrm>
          <a:prstGeom prst="roundRect">
            <a:avLst>
              <a:gd name="adj" fmla="val 7971"/>
            </a:avLst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1259778" y="4414248"/>
            <a:ext cx="8909824" cy="0"/>
          </a:xfrm>
          <a:prstGeom prst="line">
            <a:avLst/>
          </a:prstGeom>
          <a:ln>
            <a:solidFill>
              <a:schemeClr val="bg1">
                <a:alpha val="7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圆: 空心 47"/>
          <p:cNvSpPr/>
          <p:nvPr/>
        </p:nvSpPr>
        <p:spPr>
          <a:xfrm rot="9306158">
            <a:off x="5205412" y="2519772"/>
            <a:ext cx="1703959" cy="1652939"/>
          </a:xfrm>
          <a:prstGeom prst="donut">
            <a:avLst>
              <a:gd name="adj" fmla="val 16109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22000"/>
                </a:schemeClr>
              </a:gs>
            </a:gsLst>
            <a:lin ang="162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70234" y="652455"/>
            <a:ext cx="2651532" cy="58477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产品优势分析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893308" y="2461979"/>
            <a:ext cx="2923948" cy="3846745"/>
          </a:xfrm>
          <a:prstGeom prst="roundRect">
            <a:avLst>
              <a:gd name="adj" fmla="val 7971"/>
            </a:avLst>
          </a:prstGeom>
          <a:solidFill>
            <a:schemeClr val="accent4">
              <a:lumMod val="90000"/>
              <a:lumOff val="10000"/>
            </a:schemeClr>
          </a:solidFill>
          <a:ln>
            <a:gradFill flip="none" rotWithShape="1">
              <a:gsLst>
                <a:gs pos="0">
                  <a:schemeClr val="bg1">
                    <a:alpha val="49000"/>
                  </a:schemeClr>
                </a:gs>
                <a:gs pos="67000">
                  <a:schemeClr val="accent1"/>
                </a:gs>
              </a:gsLst>
              <a:lin ang="27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8374744" y="2461979"/>
            <a:ext cx="2923948" cy="3846745"/>
          </a:xfrm>
          <a:prstGeom prst="roundRect">
            <a:avLst>
              <a:gd name="adj" fmla="val 7971"/>
            </a:avLst>
          </a:prstGeom>
          <a:solidFill>
            <a:schemeClr val="accent4">
              <a:lumMod val="90000"/>
              <a:lumOff val="10000"/>
            </a:schemeClr>
          </a:solidFill>
          <a:ln>
            <a:gradFill flip="none" rotWithShape="1">
              <a:gsLst>
                <a:gs pos="0">
                  <a:schemeClr val="bg1">
                    <a:alpha val="49000"/>
                  </a:schemeClr>
                </a:gs>
                <a:gs pos="67000">
                  <a:schemeClr val="accent1"/>
                </a:gs>
              </a:gsLst>
              <a:lin ang="27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5938" y="514695"/>
            <a:ext cx="185044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General demonstration template of fresh watercolor</a:t>
            </a:r>
            <a:endParaRPr lang="zh-CN" altLang="en-US" sz="1100" dirty="0">
              <a:solidFill>
                <a:schemeClr val="bg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143999" y="583944"/>
            <a:ext cx="25967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PRESENTATION</a:t>
            </a:r>
          </a:p>
          <a:p>
            <a:pPr algn="r"/>
            <a:r>
              <a:rPr lang="en-US" altLang="zh-CN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//SLIDE</a:t>
            </a:r>
            <a:endParaRPr lang="zh-CN" altLang="en-US" sz="1200" dirty="0">
              <a:solidFill>
                <a:schemeClr val="bg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955408" y="4390200"/>
            <a:ext cx="2168470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zh-CN" altLang="en-US" sz="2000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产品优势分析</a:t>
            </a:r>
          </a:p>
        </p:txBody>
      </p:sp>
      <p:sp>
        <p:nvSpPr>
          <p:cNvPr id="12" name="矩形 11"/>
          <p:cNvSpPr/>
          <p:nvPr/>
        </p:nvSpPr>
        <p:spPr>
          <a:xfrm>
            <a:off x="4858290" y="4850265"/>
            <a:ext cx="2475420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bg2">
                    <a:lumMod val="75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您的正文已经简明扼要，字字珠玑，但信息却错综复杂，需要用更多的文字来表述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5937250" y="5832003"/>
            <a:ext cx="317500" cy="317500"/>
            <a:chOff x="2638097" y="2317532"/>
            <a:chExt cx="462455" cy="462455"/>
          </a:xfrm>
        </p:grpSpPr>
        <p:sp>
          <p:nvSpPr>
            <p:cNvPr id="15" name="椭圆 14"/>
            <p:cNvSpPr/>
            <p:nvPr/>
          </p:nvSpPr>
          <p:spPr>
            <a:xfrm>
              <a:off x="2638097" y="2317532"/>
              <a:ext cx="462455" cy="462455"/>
            </a:xfrm>
            <a:prstGeom prst="ellipse">
              <a:avLst/>
            </a:prstGeom>
            <a:solidFill>
              <a:schemeClr val="accent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16" name="加号 15"/>
            <p:cNvSpPr/>
            <p:nvPr/>
          </p:nvSpPr>
          <p:spPr>
            <a:xfrm>
              <a:off x="2727434" y="2406869"/>
              <a:ext cx="283780" cy="283780"/>
            </a:xfrm>
            <a:prstGeom prst="mathPlus">
              <a:avLst/>
            </a:prstGeom>
            <a:solidFill>
              <a:schemeClr val="bg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024254" y="4855633"/>
            <a:ext cx="2168470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产品优势分析</a:t>
            </a:r>
          </a:p>
        </p:txBody>
      </p:sp>
      <p:sp>
        <p:nvSpPr>
          <p:cNvPr id="18" name="矩形 17"/>
          <p:cNvSpPr/>
          <p:nvPr/>
        </p:nvSpPr>
        <p:spPr>
          <a:xfrm>
            <a:off x="1186824" y="5426288"/>
            <a:ext cx="2475420" cy="547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您的正文已经简明扼要，字字珠玑，但信息却错综复杂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3364259" y="4946660"/>
            <a:ext cx="218056" cy="218056"/>
            <a:chOff x="2638097" y="2317532"/>
            <a:chExt cx="462455" cy="462455"/>
          </a:xfrm>
        </p:grpSpPr>
        <p:sp>
          <p:nvSpPr>
            <p:cNvPr id="20" name="椭圆 19"/>
            <p:cNvSpPr/>
            <p:nvPr/>
          </p:nvSpPr>
          <p:spPr>
            <a:xfrm>
              <a:off x="2638097" y="2317532"/>
              <a:ext cx="462455" cy="462455"/>
            </a:xfrm>
            <a:prstGeom prst="ellipse">
              <a:avLst/>
            </a:prstGeom>
            <a:solidFill>
              <a:schemeClr val="bg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21" name="加号 20"/>
            <p:cNvSpPr/>
            <p:nvPr/>
          </p:nvSpPr>
          <p:spPr>
            <a:xfrm>
              <a:off x="2727434" y="2406869"/>
              <a:ext cx="283780" cy="283780"/>
            </a:xfrm>
            <a:prstGeom prst="mathPlus">
              <a:avLst/>
            </a:prstGeom>
            <a:solidFill>
              <a:schemeClr val="accent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</p:grpSp>
      <p:cxnSp>
        <p:nvCxnSpPr>
          <p:cNvPr id="32" name="直接连接符 31"/>
          <p:cNvCxnSpPr/>
          <p:nvPr/>
        </p:nvCxnSpPr>
        <p:spPr>
          <a:xfrm>
            <a:off x="1118008" y="5489961"/>
            <a:ext cx="0" cy="42415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8498169" y="4855633"/>
            <a:ext cx="2168470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产品优势分析</a:t>
            </a:r>
          </a:p>
        </p:txBody>
      </p:sp>
      <p:sp>
        <p:nvSpPr>
          <p:cNvPr id="40" name="矩形 39"/>
          <p:cNvSpPr/>
          <p:nvPr/>
        </p:nvSpPr>
        <p:spPr>
          <a:xfrm>
            <a:off x="8660739" y="5426288"/>
            <a:ext cx="2475420" cy="547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您的正文已经简明扼要，字字珠玑，但信息却错综复杂</a:t>
            </a:r>
          </a:p>
        </p:txBody>
      </p:sp>
      <p:grpSp>
        <p:nvGrpSpPr>
          <p:cNvPr id="41" name="组合 40"/>
          <p:cNvGrpSpPr/>
          <p:nvPr/>
        </p:nvGrpSpPr>
        <p:grpSpPr>
          <a:xfrm>
            <a:off x="10838174" y="4946660"/>
            <a:ext cx="218056" cy="218056"/>
            <a:chOff x="2638097" y="2317532"/>
            <a:chExt cx="462455" cy="462455"/>
          </a:xfrm>
        </p:grpSpPr>
        <p:sp>
          <p:nvSpPr>
            <p:cNvPr id="42" name="椭圆 41"/>
            <p:cNvSpPr/>
            <p:nvPr/>
          </p:nvSpPr>
          <p:spPr>
            <a:xfrm>
              <a:off x="2638097" y="2317532"/>
              <a:ext cx="462455" cy="462455"/>
            </a:xfrm>
            <a:prstGeom prst="ellipse">
              <a:avLst/>
            </a:prstGeom>
            <a:solidFill>
              <a:schemeClr val="bg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43" name="加号 42"/>
            <p:cNvSpPr/>
            <p:nvPr/>
          </p:nvSpPr>
          <p:spPr>
            <a:xfrm>
              <a:off x="2727434" y="2406869"/>
              <a:ext cx="283780" cy="283780"/>
            </a:xfrm>
            <a:prstGeom prst="mathPlus">
              <a:avLst/>
            </a:prstGeom>
            <a:solidFill>
              <a:schemeClr val="accent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</p:grpSp>
      <p:cxnSp>
        <p:nvCxnSpPr>
          <p:cNvPr id="44" name="直接连接符 43"/>
          <p:cNvCxnSpPr/>
          <p:nvPr/>
        </p:nvCxnSpPr>
        <p:spPr>
          <a:xfrm>
            <a:off x="8591923" y="5489961"/>
            <a:ext cx="0" cy="42415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 descr="图片包含 游戏机&#10;&#10;描述已自动生成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4990163" y="2150812"/>
            <a:ext cx="2111775" cy="2125180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893308" y="2461979"/>
            <a:ext cx="2923948" cy="1952269"/>
          </a:xfrm>
          <a:custGeom>
            <a:avLst/>
            <a:gdLst>
              <a:gd name="connsiteX0" fmla="*/ 233068 w 2923948"/>
              <a:gd name="connsiteY0" fmla="*/ 0 h 1952269"/>
              <a:gd name="connsiteX1" fmla="*/ 2690880 w 2923948"/>
              <a:gd name="connsiteY1" fmla="*/ 0 h 1952269"/>
              <a:gd name="connsiteX2" fmla="*/ 2923948 w 2923948"/>
              <a:gd name="connsiteY2" fmla="*/ 233068 h 1952269"/>
              <a:gd name="connsiteX3" fmla="*/ 2923948 w 2923948"/>
              <a:gd name="connsiteY3" fmla="*/ 1952269 h 1952269"/>
              <a:gd name="connsiteX4" fmla="*/ 0 w 2923948"/>
              <a:gd name="connsiteY4" fmla="*/ 1952269 h 1952269"/>
              <a:gd name="connsiteX5" fmla="*/ 0 w 2923948"/>
              <a:gd name="connsiteY5" fmla="*/ 233068 h 1952269"/>
              <a:gd name="connsiteX6" fmla="*/ 233068 w 2923948"/>
              <a:gd name="connsiteY6" fmla="*/ 0 h 1952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23948" h="1952269">
                <a:moveTo>
                  <a:pt x="233068" y="0"/>
                </a:moveTo>
                <a:lnTo>
                  <a:pt x="2690880" y="0"/>
                </a:lnTo>
                <a:cubicBezTo>
                  <a:pt x="2819600" y="0"/>
                  <a:pt x="2923948" y="104348"/>
                  <a:pt x="2923948" y="233068"/>
                </a:cubicBezTo>
                <a:lnTo>
                  <a:pt x="2923948" y="1952269"/>
                </a:lnTo>
                <a:lnTo>
                  <a:pt x="0" y="1952269"/>
                </a:lnTo>
                <a:lnTo>
                  <a:pt x="0" y="233068"/>
                </a:lnTo>
                <a:cubicBezTo>
                  <a:pt x="0" y="104348"/>
                  <a:pt x="104348" y="0"/>
                  <a:pt x="233068" y="0"/>
                </a:cubicBezTo>
                <a:close/>
              </a:path>
            </a:pathLst>
          </a:custGeom>
        </p:spPr>
      </p:pic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4" cstate="email"/>
          <a:srcRect/>
          <a:stretch>
            <a:fillRect/>
          </a:stretch>
        </p:blipFill>
        <p:spPr>
          <a:xfrm>
            <a:off x="8367223" y="2461979"/>
            <a:ext cx="2923948" cy="1952269"/>
          </a:xfrm>
          <a:custGeom>
            <a:avLst/>
            <a:gdLst>
              <a:gd name="connsiteX0" fmla="*/ 233068 w 2923948"/>
              <a:gd name="connsiteY0" fmla="*/ 0 h 1952269"/>
              <a:gd name="connsiteX1" fmla="*/ 2690880 w 2923948"/>
              <a:gd name="connsiteY1" fmla="*/ 0 h 1952269"/>
              <a:gd name="connsiteX2" fmla="*/ 2923948 w 2923948"/>
              <a:gd name="connsiteY2" fmla="*/ 233068 h 1952269"/>
              <a:gd name="connsiteX3" fmla="*/ 2923948 w 2923948"/>
              <a:gd name="connsiteY3" fmla="*/ 1952269 h 1952269"/>
              <a:gd name="connsiteX4" fmla="*/ 0 w 2923948"/>
              <a:gd name="connsiteY4" fmla="*/ 1952269 h 1952269"/>
              <a:gd name="connsiteX5" fmla="*/ 0 w 2923948"/>
              <a:gd name="connsiteY5" fmla="*/ 233068 h 1952269"/>
              <a:gd name="connsiteX6" fmla="*/ 233068 w 2923948"/>
              <a:gd name="connsiteY6" fmla="*/ 0 h 1952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23948" h="1952269">
                <a:moveTo>
                  <a:pt x="233068" y="0"/>
                </a:moveTo>
                <a:lnTo>
                  <a:pt x="2690880" y="0"/>
                </a:lnTo>
                <a:cubicBezTo>
                  <a:pt x="2819600" y="0"/>
                  <a:pt x="2923948" y="104348"/>
                  <a:pt x="2923948" y="233068"/>
                </a:cubicBezTo>
                <a:lnTo>
                  <a:pt x="2923948" y="1952269"/>
                </a:lnTo>
                <a:lnTo>
                  <a:pt x="0" y="1952269"/>
                </a:lnTo>
                <a:lnTo>
                  <a:pt x="0" y="233068"/>
                </a:lnTo>
                <a:cubicBezTo>
                  <a:pt x="0" y="104348"/>
                  <a:pt x="104348" y="0"/>
                  <a:pt x="233068" y="0"/>
                </a:cubicBez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/>
          <p:cNvSpPr/>
          <p:nvPr/>
        </p:nvSpPr>
        <p:spPr>
          <a:xfrm flipH="1" flipV="1">
            <a:off x="-1" y="0"/>
            <a:ext cx="7408127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62000">
                <a:schemeClr val="accent4">
                  <a:alpha val="0"/>
                </a:schemeClr>
              </a:gs>
              <a:gs pos="100000">
                <a:schemeClr val="accent1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550863" y="2775869"/>
            <a:ext cx="4418011" cy="1117146"/>
          </a:xfrm>
          <a:prstGeom prst="roundRect">
            <a:avLst>
              <a:gd name="adj" fmla="val 7971"/>
            </a:avLst>
          </a:prstGeom>
          <a:solidFill>
            <a:schemeClr val="accent4">
              <a:lumMod val="90000"/>
              <a:lumOff val="10000"/>
            </a:schemeClr>
          </a:solidFill>
          <a:ln>
            <a:gradFill flip="none" rotWithShape="1">
              <a:gsLst>
                <a:gs pos="0">
                  <a:schemeClr val="bg1">
                    <a:alpha val="0"/>
                  </a:schemeClr>
                </a:gs>
                <a:gs pos="67000">
                  <a:schemeClr val="accent3"/>
                </a:gs>
              </a:gsLst>
              <a:lin ang="27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H="1">
            <a:off x="515938" y="5120043"/>
            <a:ext cx="4524117" cy="0"/>
          </a:xfrm>
          <a:prstGeom prst="line">
            <a:avLst/>
          </a:prstGeom>
          <a:ln>
            <a:solidFill>
              <a:schemeClr val="bg1"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770234" y="652455"/>
            <a:ext cx="2651532" cy="58477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产品优势分析</a:t>
            </a:r>
          </a:p>
        </p:txBody>
      </p:sp>
      <p:sp>
        <p:nvSpPr>
          <p:cNvPr id="13" name="矩形 12"/>
          <p:cNvSpPr/>
          <p:nvPr/>
        </p:nvSpPr>
        <p:spPr>
          <a:xfrm>
            <a:off x="1786579" y="1493678"/>
            <a:ext cx="8618842" cy="547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您的正文已经简明扼要，字字珠玑，但信息却错综复杂，需要用更多的文字来表述；但请您尽可能提炼思想的精髓，否则容易造成观者的阅读压力，适得其反</a:t>
            </a:r>
          </a:p>
        </p:txBody>
      </p:sp>
      <p:sp>
        <p:nvSpPr>
          <p:cNvPr id="14" name="椭圆 13"/>
          <p:cNvSpPr/>
          <p:nvPr/>
        </p:nvSpPr>
        <p:spPr>
          <a:xfrm>
            <a:off x="836467" y="3017935"/>
            <a:ext cx="633014" cy="633014"/>
          </a:xfrm>
          <a:prstGeom prst="ellipse">
            <a:avLst/>
          </a:prstGeom>
          <a:solidFill>
            <a:schemeClr val="accent3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644559" y="2999111"/>
            <a:ext cx="3286805" cy="407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产品优势分析</a:t>
            </a:r>
          </a:p>
        </p:txBody>
      </p:sp>
      <p:sp>
        <p:nvSpPr>
          <p:cNvPr id="16" name="矩形 15"/>
          <p:cNvSpPr/>
          <p:nvPr/>
        </p:nvSpPr>
        <p:spPr>
          <a:xfrm>
            <a:off x="1644559" y="3452558"/>
            <a:ext cx="3079841" cy="307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您的正文已经简明扼要，但信息却错综复杂</a:t>
            </a:r>
          </a:p>
        </p:txBody>
      </p:sp>
      <p:sp>
        <p:nvSpPr>
          <p:cNvPr id="17" name="矩形 16"/>
          <p:cNvSpPr/>
          <p:nvPr/>
        </p:nvSpPr>
        <p:spPr>
          <a:xfrm>
            <a:off x="1644559" y="4116257"/>
            <a:ext cx="3286805" cy="407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产品优势分析</a:t>
            </a:r>
          </a:p>
        </p:txBody>
      </p:sp>
      <p:sp>
        <p:nvSpPr>
          <p:cNvPr id="18" name="矩形 17"/>
          <p:cNvSpPr/>
          <p:nvPr/>
        </p:nvSpPr>
        <p:spPr>
          <a:xfrm>
            <a:off x="1644559" y="4569704"/>
            <a:ext cx="3079841" cy="307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您的正文已经简明扼要，但信息却错综复杂</a:t>
            </a:r>
          </a:p>
        </p:txBody>
      </p:sp>
      <p:sp>
        <p:nvSpPr>
          <p:cNvPr id="19" name="椭圆 18"/>
          <p:cNvSpPr/>
          <p:nvPr/>
        </p:nvSpPr>
        <p:spPr>
          <a:xfrm>
            <a:off x="836467" y="4170000"/>
            <a:ext cx="633014" cy="63301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644559" y="5365378"/>
            <a:ext cx="3286805" cy="407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产品优势分析</a:t>
            </a:r>
          </a:p>
        </p:txBody>
      </p:sp>
      <p:sp>
        <p:nvSpPr>
          <p:cNvPr id="21" name="矩形 20"/>
          <p:cNvSpPr/>
          <p:nvPr/>
        </p:nvSpPr>
        <p:spPr>
          <a:xfrm>
            <a:off x="1644559" y="5818825"/>
            <a:ext cx="3079841" cy="307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您的正文已经简明扼要，但信息却错综复杂</a:t>
            </a:r>
          </a:p>
        </p:txBody>
      </p:sp>
      <p:sp>
        <p:nvSpPr>
          <p:cNvPr id="22" name="椭圆 21"/>
          <p:cNvSpPr/>
          <p:nvPr/>
        </p:nvSpPr>
        <p:spPr>
          <a:xfrm>
            <a:off x="836467" y="5419121"/>
            <a:ext cx="633014" cy="63301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5638800" y="2762250"/>
            <a:ext cx="6037263" cy="3546475"/>
          </a:xfrm>
          <a:custGeom>
            <a:avLst/>
            <a:gdLst>
              <a:gd name="connsiteX0" fmla="*/ 114835 w 6037263"/>
              <a:gd name="connsiteY0" fmla="*/ 0 h 3546475"/>
              <a:gd name="connsiteX1" fmla="*/ 5922428 w 6037263"/>
              <a:gd name="connsiteY1" fmla="*/ 0 h 3546475"/>
              <a:gd name="connsiteX2" fmla="*/ 6037263 w 6037263"/>
              <a:gd name="connsiteY2" fmla="*/ 114835 h 3546475"/>
              <a:gd name="connsiteX3" fmla="*/ 6037263 w 6037263"/>
              <a:gd name="connsiteY3" fmla="*/ 3431640 h 3546475"/>
              <a:gd name="connsiteX4" fmla="*/ 5922428 w 6037263"/>
              <a:gd name="connsiteY4" fmla="*/ 3546475 h 3546475"/>
              <a:gd name="connsiteX5" fmla="*/ 114835 w 6037263"/>
              <a:gd name="connsiteY5" fmla="*/ 3546475 h 3546475"/>
              <a:gd name="connsiteX6" fmla="*/ 0 w 6037263"/>
              <a:gd name="connsiteY6" fmla="*/ 3431640 h 3546475"/>
              <a:gd name="connsiteX7" fmla="*/ 0 w 6037263"/>
              <a:gd name="connsiteY7" fmla="*/ 114835 h 3546475"/>
              <a:gd name="connsiteX8" fmla="*/ 114835 w 6037263"/>
              <a:gd name="connsiteY8" fmla="*/ 0 h 3546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37263" h="3546475">
                <a:moveTo>
                  <a:pt x="114835" y="0"/>
                </a:moveTo>
                <a:lnTo>
                  <a:pt x="5922428" y="0"/>
                </a:lnTo>
                <a:cubicBezTo>
                  <a:pt x="5985850" y="0"/>
                  <a:pt x="6037263" y="51413"/>
                  <a:pt x="6037263" y="114835"/>
                </a:cubicBezTo>
                <a:lnTo>
                  <a:pt x="6037263" y="3431640"/>
                </a:lnTo>
                <a:cubicBezTo>
                  <a:pt x="6037263" y="3495062"/>
                  <a:pt x="5985850" y="3546475"/>
                  <a:pt x="5922428" y="3546475"/>
                </a:cubicBezTo>
                <a:lnTo>
                  <a:pt x="114835" y="3546475"/>
                </a:lnTo>
                <a:cubicBezTo>
                  <a:pt x="51413" y="3546475"/>
                  <a:pt x="0" y="3495062"/>
                  <a:pt x="0" y="3431640"/>
                </a:cubicBezTo>
                <a:lnTo>
                  <a:pt x="0" y="114835"/>
                </a:lnTo>
                <a:cubicBezTo>
                  <a:pt x="0" y="51413"/>
                  <a:pt x="51413" y="0"/>
                  <a:pt x="114835" y="0"/>
                </a:cubicBezTo>
                <a:close/>
              </a:path>
            </a:pathLst>
          </a:custGeom>
        </p:spPr>
      </p:pic>
      <p:sp>
        <p:nvSpPr>
          <p:cNvPr id="43" name="图形 14"/>
          <p:cNvSpPr/>
          <p:nvPr/>
        </p:nvSpPr>
        <p:spPr>
          <a:xfrm flipV="1">
            <a:off x="993365" y="4326851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44" name="图形 53"/>
          <p:cNvSpPr/>
          <p:nvPr/>
        </p:nvSpPr>
        <p:spPr>
          <a:xfrm flipV="1">
            <a:off x="993374" y="5575972"/>
            <a:ext cx="319200" cy="319313"/>
          </a:xfrm>
          <a:custGeom>
            <a:avLst/>
            <a:gdLst>
              <a:gd name="connsiteX0" fmla="*/ 279909 w 319200"/>
              <a:gd name="connsiteY0" fmla="*/ 269492 h 319313"/>
              <a:gd name="connsiteX1" fmla="*/ 279909 w 319200"/>
              <a:gd name="connsiteY1" fmla="*/ 269492 h 319313"/>
              <a:gd name="connsiteX2" fmla="*/ 251440 w 319200"/>
              <a:gd name="connsiteY2" fmla="*/ 240751 h 319313"/>
              <a:gd name="connsiteX3" fmla="*/ 267359 w 319200"/>
              <a:gd name="connsiteY3" fmla="*/ 236505 h 319313"/>
              <a:gd name="connsiteX4" fmla="*/ 296009 w 319200"/>
              <a:gd name="connsiteY4" fmla="*/ 265065 h 319313"/>
              <a:gd name="connsiteX5" fmla="*/ 279909 w 319200"/>
              <a:gd name="connsiteY5" fmla="*/ 269492 h 319313"/>
              <a:gd name="connsiteX6" fmla="*/ 265059 w 319200"/>
              <a:gd name="connsiteY6" fmla="*/ 295923 h 319313"/>
              <a:gd name="connsiteX7" fmla="*/ 265059 w 319200"/>
              <a:gd name="connsiteY7" fmla="*/ 295923 h 319313"/>
              <a:gd name="connsiteX8" fmla="*/ 236410 w 319200"/>
              <a:gd name="connsiteY8" fmla="*/ 267364 h 319313"/>
              <a:gd name="connsiteX9" fmla="*/ 240828 w 319200"/>
              <a:gd name="connsiteY9" fmla="*/ 251364 h 319313"/>
              <a:gd name="connsiteX10" fmla="*/ 269478 w 319200"/>
              <a:gd name="connsiteY10" fmla="*/ 280014 h 319313"/>
              <a:gd name="connsiteX11" fmla="*/ 265059 w 319200"/>
              <a:gd name="connsiteY11" fmla="*/ 295923 h 319313"/>
              <a:gd name="connsiteX12" fmla="*/ 166107 w 319200"/>
              <a:gd name="connsiteY12" fmla="*/ 183977 h 319313"/>
              <a:gd name="connsiteX13" fmla="*/ 166107 w 319200"/>
              <a:gd name="connsiteY13" fmla="*/ 183977 h 319313"/>
              <a:gd name="connsiteX14" fmla="*/ 155757 w 319200"/>
              <a:gd name="connsiteY14" fmla="*/ 185744 h 319313"/>
              <a:gd name="connsiteX15" fmla="*/ 134541 w 319200"/>
              <a:gd name="connsiteY15" fmla="*/ 176905 h 319313"/>
              <a:gd name="connsiteX16" fmla="*/ 134541 w 319200"/>
              <a:gd name="connsiteY16" fmla="*/ 176905 h 319313"/>
              <a:gd name="connsiteX17" fmla="*/ 125786 w 319200"/>
              <a:gd name="connsiteY17" fmla="*/ 155681 h 319313"/>
              <a:gd name="connsiteX18" fmla="*/ 134541 w 319200"/>
              <a:gd name="connsiteY18" fmla="*/ 134637 h 319313"/>
              <a:gd name="connsiteX19" fmla="*/ 155757 w 319200"/>
              <a:gd name="connsiteY19" fmla="*/ 125790 h 319313"/>
              <a:gd name="connsiteX20" fmla="*/ 176891 w 319200"/>
              <a:gd name="connsiteY20" fmla="*/ 134456 h 319313"/>
              <a:gd name="connsiteX21" fmla="*/ 176891 w 319200"/>
              <a:gd name="connsiteY21" fmla="*/ 134637 h 319313"/>
              <a:gd name="connsiteX22" fmla="*/ 185647 w 319200"/>
              <a:gd name="connsiteY22" fmla="*/ 155681 h 319313"/>
              <a:gd name="connsiteX23" fmla="*/ 183881 w 319200"/>
              <a:gd name="connsiteY23" fmla="*/ 166121 h 319313"/>
              <a:gd name="connsiteX24" fmla="*/ 164604 w 319200"/>
              <a:gd name="connsiteY24" fmla="*/ 146924 h 319313"/>
              <a:gd name="connsiteX25" fmla="*/ 146919 w 319200"/>
              <a:gd name="connsiteY25" fmla="*/ 146924 h 319313"/>
              <a:gd name="connsiteX26" fmla="*/ 146919 w 319200"/>
              <a:gd name="connsiteY26" fmla="*/ 164527 h 319313"/>
              <a:gd name="connsiteX27" fmla="*/ 166107 w 319200"/>
              <a:gd name="connsiteY27" fmla="*/ 183977 h 319313"/>
              <a:gd name="connsiteX28" fmla="*/ 155757 w 319200"/>
              <a:gd name="connsiteY28" fmla="*/ 200602 h 319313"/>
              <a:gd name="connsiteX29" fmla="*/ 155757 w 319200"/>
              <a:gd name="connsiteY29" fmla="*/ 200602 h 319313"/>
              <a:gd name="connsiteX30" fmla="*/ 177515 w 319200"/>
              <a:gd name="connsiteY30" fmla="*/ 195124 h 319313"/>
              <a:gd name="connsiteX31" fmla="*/ 204744 w 319200"/>
              <a:gd name="connsiteY31" fmla="*/ 222442 h 319313"/>
              <a:gd name="connsiteX32" fmla="*/ 155757 w 319200"/>
              <a:gd name="connsiteY32" fmla="*/ 238271 h 319313"/>
              <a:gd name="connsiteX33" fmla="*/ 97398 w 319200"/>
              <a:gd name="connsiteY33" fmla="*/ 214220 h 319313"/>
              <a:gd name="connsiteX34" fmla="*/ 97398 w 319200"/>
              <a:gd name="connsiteY34" fmla="*/ 214310 h 319313"/>
              <a:gd name="connsiteX35" fmla="*/ 97398 w 319200"/>
              <a:gd name="connsiteY35" fmla="*/ 214220 h 319313"/>
              <a:gd name="connsiteX36" fmla="*/ 73167 w 319200"/>
              <a:gd name="connsiteY36" fmla="*/ 155681 h 319313"/>
              <a:gd name="connsiteX37" fmla="*/ 97398 w 319200"/>
              <a:gd name="connsiteY37" fmla="*/ 97412 h 319313"/>
              <a:gd name="connsiteX38" fmla="*/ 155757 w 319200"/>
              <a:gd name="connsiteY38" fmla="*/ 73090 h 319313"/>
              <a:gd name="connsiteX39" fmla="*/ 213772 w 319200"/>
              <a:gd name="connsiteY39" fmla="*/ 96967 h 319313"/>
              <a:gd name="connsiteX40" fmla="*/ 214125 w 319200"/>
              <a:gd name="connsiteY40" fmla="*/ 97412 h 319313"/>
              <a:gd name="connsiteX41" fmla="*/ 238346 w 319200"/>
              <a:gd name="connsiteY41" fmla="*/ 155681 h 319313"/>
              <a:gd name="connsiteX42" fmla="*/ 222437 w 319200"/>
              <a:gd name="connsiteY42" fmla="*/ 204668 h 319313"/>
              <a:gd name="connsiteX43" fmla="*/ 195020 w 319200"/>
              <a:gd name="connsiteY43" fmla="*/ 177611 h 319313"/>
              <a:gd name="connsiteX44" fmla="*/ 200678 w 319200"/>
              <a:gd name="connsiteY44" fmla="*/ 155681 h 319313"/>
              <a:gd name="connsiteX45" fmla="*/ 187503 w 319200"/>
              <a:gd name="connsiteY45" fmla="*/ 124024 h 319313"/>
              <a:gd name="connsiteX46" fmla="*/ 187413 w 319200"/>
              <a:gd name="connsiteY46" fmla="*/ 124024 h 319313"/>
              <a:gd name="connsiteX47" fmla="*/ 155757 w 319200"/>
              <a:gd name="connsiteY47" fmla="*/ 110850 h 319313"/>
              <a:gd name="connsiteX48" fmla="*/ 124100 w 319200"/>
              <a:gd name="connsiteY48" fmla="*/ 124024 h 319313"/>
              <a:gd name="connsiteX49" fmla="*/ 124100 w 319200"/>
              <a:gd name="connsiteY49" fmla="*/ 124024 h 319313"/>
              <a:gd name="connsiteX50" fmla="*/ 110835 w 319200"/>
              <a:gd name="connsiteY50" fmla="*/ 155681 h 319313"/>
              <a:gd name="connsiteX51" fmla="*/ 124100 w 319200"/>
              <a:gd name="connsiteY51" fmla="*/ 187336 h 319313"/>
              <a:gd name="connsiteX52" fmla="*/ 124100 w 319200"/>
              <a:gd name="connsiteY52" fmla="*/ 187517 h 319313"/>
              <a:gd name="connsiteX53" fmla="*/ 155757 w 319200"/>
              <a:gd name="connsiteY53" fmla="*/ 200602 h 319313"/>
              <a:gd name="connsiteX54" fmla="*/ 282208 w 319200"/>
              <a:gd name="connsiteY54" fmla="*/ 194055 h 319313"/>
              <a:gd name="connsiteX55" fmla="*/ 282208 w 319200"/>
              <a:gd name="connsiteY55" fmla="*/ 194055 h 319313"/>
              <a:gd name="connsiteX56" fmla="*/ 290522 w 319200"/>
              <a:gd name="connsiteY56" fmla="*/ 209712 h 319313"/>
              <a:gd name="connsiteX57" fmla="*/ 305997 w 319200"/>
              <a:gd name="connsiteY57" fmla="*/ 201399 h 319313"/>
              <a:gd name="connsiteX58" fmla="*/ 311040 w 319200"/>
              <a:gd name="connsiteY58" fmla="*/ 178852 h 319313"/>
              <a:gd name="connsiteX59" fmla="*/ 312715 w 319200"/>
              <a:gd name="connsiteY59" fmla="*/ 155681 h 319313"/>
              <a:gd name="connsiteX60" fmla="*/ 266825 w 319200"/>
              <a:gd name="connsiteY60" fmla="*/ 44793 h 319313"/>
              <a:gd name="connsiteX61" fmla="*/ 155757 w 319200"/>
              <a:gd name="connsiteY61" fmla="*/ -1369 h 319313"/>
              <a:gd name="connsiteX62" fmla="*/ 44698 w 319200"/>
              <a:gd name="connsiteY62" fmla="*/ 44793 h 319313"/>
              <a:gd name="connsiteX63" fmla="*/ -1373 w 319200"/>
              <a:gd name="connsiteY63" fmla="*/ 155681 h 319313"/>
              <a:gd name="connsiteX64" fmla="*/ 44698 w 319200"/>
              <a:gd name="connsiteY64" fmla="*/ 266921 h 319313"/>
              <a:gd name="connsiteX65" fmla="*/ 155757 w 319200"/>
              <a:gd name="connsiteY65" fmla="*/ 312730 h 319313"/>
              <a:gd name="connsiteX66" fmla="*/ 178748 w 319200"/>
              <a:gd name="connsiteY66" fmla="*/ 310963 h 319313"/>
              <a:gd name="connsiteX67" fmla="*/ 201385 w 319200"/>
              <a:gd name="connsiteY67" fmla="*/ 306092 h 319313"/>
              <a:gd name="connsiteX68" fmla="*/ 209697 w 319200"/>
              <a:gd name="connsiteY68" fmla="*/ 290536 h 319313"/>
              <a:gd name="connsiteX69" fmla="*/ 194140 w 319200"/>
              <a:gd name="connsiteY69" fmla="*/ 282223 h 319313"/>
              <a:gd name="connsiteX70" fmla="*/ 175216 w 319200"/>
              <a:gd name="connsiteY70" fmla="*/ 286470 h 319313"/>
              <a:gd name="connsiteX71" fmla="*/ 155757 w 319200"/>
              <a:gd name="connsiteY71" fmla="*/ 287973 h 319313"/>
              <a:gd name="connsiteX72" fmla="*/ 62382 w 319200"/>
              <a:gd name="connsiteY72" fmla="*/ 249065 h 319313"/>
              <a:gd name="connsiteX73" fmla="*/ 23646 w 319200"/>
              <a:gd name="connsiteY73" fmla="*/ 155681 h 319313"/>
              <a:gd name="connsiteX74" fmla="*/ 62382 w 319200"/>
              <a:gd name="connsiteY74" fmla="*/ 62306 h 319313"/>
              <a:gd name="connsiteX75" fmla="*/ 155757 w 319200"/>
              <a:gd name="connsiteY75" fmla="*/ 23660 h 319313"/>
              <a:gd name="connsiteX76" fmla="*/ 249140 w 319200"/>
              <a:gd name="connsiteY76" fmla="*/ 62306 h 319313"/>
              <a:gd name="connsiteX77" fmla="*/ 287870 w 319200"/>
              <a:gd name="connsiteY77" fmla="*/ 155681 h 319313"/>
              <a:gd name="connsiteX78" fmla="*/ 286457 w 319200"/>
              <a:gd name="connsiteY78" fmla="*/ 175139 h 319313"/>
              <a:gd name="connsiteX79" fmla="*/ 282208 w 319200"/>
              <a:gd name="connsiteY79" fmla="*/ 194055 h 319313"/>
              <a:gd name="connsiteX80" fmla="*/ 222873 w 319200"/>
              <a:gd name="connsiteY80" fmla="*/ 274880 h 319313"/>
              <a:gd name="connsiteX81" fmla="*/ 263637 w 319200"/>
              <a:gd name="connsiteY81" fmla="*/ 315826 h 319313"/>
              <a:gd name="connsiteX82" fmla="*/ 274160 w 319200"/>
              <a:gd name="connsiteY82" fmla="*/ 315826 h 319313"/>
              <a:gd name="connsiteX83" fmla="*/ 276196 w 319200"/>
              <a:gd name="connsiteY83" fmla="*/ 312466 h 319313"/>
              <a:gd name="connsiteX84" fmla="*/ 276196 w 319200"/>
              <a:gd name="connsiteY84" fmla="*/ 312376 h 319313"/>
              <a:gd name="connsiteX85" fmla="*/ 276196 w 319200"/>
              <a:gd name="connsiteY85" fmla="*/ 312195 h 319313"/>
              <a:gd name="connsiteX86" fmla="*/ 283803 w 319200"/>
              <a:gd name="connsiteY86" fmla="*/ 283900 h 319313"/>
              <a:gd name="connsiteX87" fmla="*/ 312100 w 319200"/>
              <a:gd name="connsiteY87" fmla="*/ 276293 h 319313"/>
              <a:gd name="connsiteX88" fmla="*/ 312271 w 319200"/>
              <a:gd name="connsiteY88" fmla="*/ 276211 h 319313"/>
              <a:gd name="connsiteX89" fmla="*/ 312362 w 319200"/>
              <a:gd name="connsiteY89" fmla="*/ 276211 h 319313"/>
              <a:gd name="connsiteX90" fmla="*/ 315640 w 319200"/>
              <a:gd name="connsiteY90" fmla="*/ 274264 h 319313"/>
              <a:gd name="connsiteX91" fmla="*/ 315640 w 319200"/>
              <a:gd name="connsiteY91" fmla="*/ 263742 h 319313"/>
              <a:gd name="connsiteX92" fmla="*/ 274956 w 319200"/>
              <a:gd name="connsiteY92" fmla="*/ 222977 h 319313"/>
              <a:gd name="connsiteX93" fmla="*/ 267621 w 319200"/>
              <a:gd name="connsiteY93" fmla="*/ 221031 h 319313"/>
              <a:gd name="connsiteX94" fmla="*/ 244721 w 319200"/>
              <a:gd name="connsiteY94" fmla="*/ 227133 h 319313"/>
              <a:gd name="connsiteX95" fmla="*/ 233041 w 319200"/>
              <a:gd name="connsiteY95" fmla="*/ 215280 h 319313"/>
              <a:gd name="connsiteX96" fmla="*/ 253296 w 319200"/>
              <a:gd name="connsiteY96" fmla="*/ 155681 h 319313"/>
              <a:gd name="connsiteX97" fmla="*/ 224729 w 319200"/>
              <a:gd name="connsiteY97" fmla="*/ 86799 h 319313"/>
              <a:gd name="connsiteX98" fmla="*/ 224375 w 319200"/>
              <a:gd name="connsiteY98" fmla="*/ 86527 h 319313"/>
              <a:gd name="connsiteX99" fmla="*/ 155757 w 319200"/>
              <a:gd name="connsiteY99" fmla="*/ 58059 h 319313"/>
              <a:gd name="connsiteX100" fmla="*/ 86785 w 319200"/>
              <a:gd name="connsiteY100" fmla="*/ 86799 h 319313"/>
              <a:gd name="connsiteX101" fmla="*/ 58136 w 319200"/>
              <a:gd name="connsiteY101" fmla="*/ 155681 h 319313"/>
              <a:gd name="connsiteX102" fmla="*/ 86785 w 319200"/>
              <a:gd name="connsiteY102" fmla="*/ 224743 h 319313"/>
              <a:gd name="connsiteX103" fmla="*/ 155757 w 319200"/>
              <a:gd name="connsiteY103" fmla="*/ 253302 h 319313"/>
              <a:gd name="connsiteX104" fmla="*/ 215356 w 319200"/>
              <a:gd name="connsiteY104" fmla="*/ 233055 h 319313"/>
              <a:gd name="connsiteX105" fmla="*/ 227119 w 319200"/>
              <a:gd name="connsiteY105" fmla="*/ 244636 h 319313"/>
              <a:gd name="connsiteX106" fmla="*/ 220934 w 319200"/>
              <a:gd name="connsiteY106" fmla="*/ 267717 h 319313"/>
              <a:gd name="connsiteX107" fmla="*/ 222873 w 319200"/>
              <a:gd name="connsiteY107" fmla="*/ 274880 h 319313"/>
              <a:gd name="connsiteX108" fmla="*/ 222873 w 319200"/>
              <a:gd name="connsiteY108" fmla="*/ 274880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319200" h="319313">
                <a:moveTo>
                  <a:pt x="279909" y="269492"/>
                </a:moveTo>
                <a:lnTo>
                  <a:pt x="279909" y="269492"/>
                </a:lnTo>
                <a:lnTo>
                  <a:pt x="251440" y="240751"/>
                </a:lnTo>
                <a:lnTo>
                  <a:pt x="267359" y="236505"/>
                </a:lnTo>
                <a:lnTo>
                  <a:pt x="296009" y="265065"/>
                </a:lnTo>
                <a:lnTo>
                  <a:pt x="279909" y="269492"/>
                </a:lnTo>
                <a:close/>
                <a:moveTo>
                  <a:pt x="265059" y="295923"/>
                </a:moveTo>
                <a:lnTo>
                  <a:pt x="265059" y="295923"/>
                </a:lnTo>
                <a:lnTo>
                  <a:pt x="236410" y="267364"/>
                </a:lnTo>
                <a:lnTo>
                  <a:pt x="240828" y="251364"/>
                </a:lnTo>
                <a:lnTo>
                  <a:pt x="269478" y="280014"/>
                </a:lnTo>
                <a:lnTo>
                  <a:pt x="265059" y="295923"/>
                </a:lnTo>
                <a:close/>
                <a:moveTo>
                  <a:pt x="166107" y="183977"/>
                </a:moveTo>
                <a:lnTo>
                  <a:pt x="166107" y="183977"/>
                </a:lnTo>
                <a:cubicBezTo>
                  <a:pt x="163009" y="185127"/>
                  <a:pt x="159388" y="185744"/>
                  <a:pt x="155757" y="185744"/>
                </a:cubicBezTo>
                <a:cubicBezTo>
                  <a:pt x="147444" y="185744"/>
                  <a:pt x="140020" y="182383"/>
                  <a:pt x="134541" y="176905"/>
                </a:cubicBezTo>
                <a:lnTo>
                  <a:pt x="134541" y="176905"/>
                </a:lnTo>
                <a:cubicBezTo>
                  <a:pt x="129234" y="171599"/>
                  <a:pt x="125786" y="163992"/>
                  <a:pt x="125786" y="155681"/>
                </a:cubicBezTo>
                <a:cubicBezTo>
                  <a:pt x="125786" y="147368"/>
                  <a:pt x="129234" y="140033"/>
                  <a:pt x="134541" y="134637"/>
                </a:cubicBezTo>
                <a:cubicBezTo>
                  <a:pt x="140020" y="129239"/>
                  <a:pt x="147444" y="125790"/>
                  <a:pt x="155757" y="125790"/>
                </a:cubicBezTo>
                <a:cubicBezTo>
                  <a:pt x="164069" y="125790"/>
                  <a:pt x="171504" y="129239"/>
                  <a:pt x="176891" y="134456"/>
                </a:cubicBezTo>
                <a:lnTo>
                  <a:pt x="176891" y="134637"/>
                </a:lnTo>
                <a:cubicBezTo>
                  <a:pt x="182288" y="140033"/>
                  <a:pt x="185647" y="147368"/>
                  <a:pt x="185647" y="155681"/>
                </a:cubicBezTo>
                <a:cubicBezTo>
                  <a:pt x="185647" y="159484"/>
                  <a:pt x="185032" y="163024"/>
                  <a:pt x="183881" y="166121"/>
                </a:cubicBezTo>
                <a:lnTo>
                  <a:pt x="164604" y="146924"/>
                </a:lnTo>
                <a:cubicBezTo>
                  <a:pt x="159650" y="142152"/>
                  <a:pt x="151872" y="142152"/>
                  <a:pt x="146919" y="146924"/>
                </a:cubicBezTo>
                <a:cubicBezTo>
                  <a:pt x="142138" y="151787"/>
                  <a:pt x="142138" y="159746"/>
                  <a:pt x="146919" y="164527"/>
                </a:cubicBezTo>
                <a:lnTo>
                  <a:pt x="166107" y="183977"/>
                </a:lnTo>
                <a:close/>
                <a:moveTo>
                  <a:pt x="155757" y="200602"/>
                </a:moveTo>
                <a:lnTo>
                  <a:pt x="155757" y="200602"/>
                </a:lnTo>
                <a:cubicBezTo>
                  <a:pt x="163544" y="200602"/>
                  <a:pt x="170970" y="198655"/>
                  <a:pt x="177515" y="195124"/>
                </a:cubicBezTo>
                <a:lnTo>
                  <a:pt x="204744" y="222442"/>
                </a:lnTo>
                <a:cubicBezTo>
                  <a:pt x="190954" y="232439"/>
                  <a:pt x="174066" y="238271"/>
                  <a:pt x="155757" y="238271"/>
                </a:cubicBezTo>
                <a:cubicBezTo>
                  <a:pt x="132948" y="238271"/>
                  <a:pt x="112258" y="229161"/>
                  <a:pt x="97398" y="214220"/>
                </a:cubicBezTo>
                <a:lnTo>
                  <a:pt x="97398" y="214310"/>
                </a:lnTo>
                <a:lnTo>
                  <a:pt x="97398" y="214220"/>
                </a:lnTo>
                <a:cubicBezTo>
                  <a:pt x="82367" y="199279"/>
                  <a:pt x="73167" y="178580"/>
                  <a:pt x="73167" y="155681"/>
                </a:cubicBezTo>
                <a:cubicBezTo>
                  <a:pt x="73167" y="133043"/>
                  <a:pt x="82367" y="112352"/>
                  <a:pt x="97398" y="97412"/>
                </a:cubicBezTo>
                <a:cubicBezTo>
                  <a:pt x="112258" y="82371"/>
                  <a:pt x="132948" y="73090"/>
                  <a:pt x="155757" y="73090"/>
                </a:cubicBezTo>
                <a:cubicBezTo>
                  <a:pt x="178395" y="73090"/>
                  <a:pt x="198913" y="82290"/>
                  <a:pt x="213772" y="96967"/>
                </a:cubicBezTo>
                <a:lnTo>
                  <a:pt x="214125" y="97412"/>
                </a:lnTo>
                <a:cubicBezTo>
                  <a:pt x="229156" y="112261"/>
                  <a:pt x="238346" y="133043"/>
                  <a:pt x="238346" y="155681"/>
                </a:cubicBezTo>
                <a:cubicBezTo>
                  <a:pt x="238346" y="174161"/>
                  <a:pt x="232515" y="191140"/>
                  <a:pt x="222437" y="204668"/>
                </a:cubicBezTo>
                <a:lnTo>
                  <a:pt x="195020" y="177611"/>
                </a:lnTo>
                <a:cubicBezTo>
                  <a:pt x="198560" y="170893"/>
                  <a:pt x="200678" y="163730"/>
                  <a:pt x="200678" y="155681"/>
                </a:cubicBezTo>
                <a:cubicBezTo>
                  <a:pt x="200678" y="143484"/>
                  <a:pt x="195553" y="132164"/>
                  <a:pt x="187503" y="124024"/>
                </a:cubicBezTo>
                <a:lnTo>
                  <a:pt x="187413" y="124024"/>
                </a:lnTo>
                <a:cubicBezTo>
                  <a:pt x="179281" y="116065"/>
                  <a:pt x="168054" y="110850"/>
                  <a:pt x="155757" y="110850"/>
                </a:cubicBezTo>
                <a:cubicBezTo>
                  <a:pt x="143379" y="110850"/>
                  <a:pt x="132150" y="116065"/>
                  <a:pt x="124100" y="124024"/>
                </a:cubicBezTo>
                <a:lnTo>
                  <a:pt x="124100" y="124024"/>
                </a:lnTo>
                <a:cubicBezTo>
                  <a:pt x="115970" y="132164"/>
                  <a:pt x="110835" y="143302"/>
                  <a:pt x="110835" y="155681"/>
                </a:cubicBezTo>
                <a:cubicBezTo>
                  <a:pt x="110835" y="168149"/>
                  <a:pt x="115970" y="179377"/>
                  <a:pt x="124100" y="187336"/>
                </a:cubicBezTo>
                <a:lnTo>
                  <a:pt x="124100" y="187517"/>
                </a:lnTo>
                <a:cubicBezTo>
                  <a:pt x="132150" y="195649"/>
                  <a:pt x="143379" y="200602"/>
                  <a:pt x="155757" y="200602"/>
                </a:cubicBezTo>
                <a:close/>
                <a:moveTo>
                  <a:pt x="282208" y="194055"/>
                </a:moveTo>
                <a:lnTo>
                  <a:pt x="282208" y="194055"/>
                </a:lnTo>
                <a:cubicBezTo>
                  <a:pt x="280181" y="200956"/>
                  <a:pt x="283974" y="207764"/>
                  <a:pt x="290522" y="209712"/>
                </a:cubicBezTo>
                <a:cubicBezTo>
                  <a:pt x="297069" y="211748"/>
                  <a:pt x="303960" y="207946"/>
                  <a:pt x="305997" y="201399"/>
                </a:cubicBezTo>
                <a:cubicBezTo>
                  <a:pt x="308206" y="194055"/>
                  <a:pt x="309981" y="186629"/>
                  <a:pt x="311040" y="178852"/>
                </a:cubicBezTo>
                <a:cubicBezTo>
                  <a:pt x="312100" y="171418"/>
                  <a:pt x="312715" y="163549"/>
                  <a:pt x="312715" y="155681"/>
                </a:cubicBezTo>
                <a:cubicBezTo>
                  <a:pt x="312715" y="112442"/>
                  <a:pt x="295212" y="73090"/>
                  <a:pt x="266825" y="44793"/>
                </a:cubicBezTo>
                <a:cubicBezTo>
                  <a:pt x="238346" y="16496"/>
                  <a:pt x="199085" y="-1369"/>
                  <a:pt x="155757" y="-1369"/>
                </a:cubicBezTo>
                <a:cubicBezTo>
                  <a:pt x="112429" y="-1369"/>
                  <a:pt x="73167" y="16496"/>
                  <a:pt x="44698" y="44793"/>
                </a:cubicBezTo>
                <a:cubicBezTo>
                  <a:pt x="16401" y="73090"/>
                  <a:pt x="-1373" y="112442"/>
                  <a:pt x="-1373" y="155681"/>
                </a:cubicBezTo>
                <a:cubicBezTo>
                  <a:pt x="-1373" y="199098"/>
                  <a:pt x="16401" y="238452"/>
                  <a:pt x="44698" y="266921"/>
                </a:cubicBezTo>
                <a:cubicBezTo>
                  <a:pt x="73167" y="295218"/>
                  <a:pt x="112429" y="312730"/>
                  <a:pt x="155757" y="312730"/>
                </a:cubicBezTo>
                <a:cubicBezTo>
                  <a:pt x="163454" y="312730"/>
                  <a:pt x="171323" y="312286"/>
                  <a:pt x="178748" y="310963"/>
                </a:cubicBezTo>
                <a:cubicBezTo>
                  <a:pt x="186535" y="309986"/>
                  <a:pt x="194140" y="308219"/>
                  <a:pt x="201385" y="306092"/>
                </a:cubicBezTo>
                <a:cubicBezTo>
                  <a:pt x="207931" y="304236"/>
                  <a:pt x="211643" y="297164"/>
                  <a:pt x="209697" y="290536"/>
                </a:cubicBezTo>
                <a:cubicBezTo>
                  <a:pt x="207750" y="283989"/>
                  <a:pt x="200678" y="280277"/>
                  <a:pt x="194140" y="282223"/>
                </a:cubicBezTo>
                <a:cubicBezTo>
                  <a:pt x="187947" y="284171"/>
                  <a:pt x="181581" y="285492"/>
                  <a:pt x="175216" y="286470"/>
                </a:cubicBezTo>
                <a:cubicBezTo>
                  <a:pt x="169023" y="287439"/>
                  <a:pt x="162476" y="287973"/>
                  <a:pt x="155757" y="287973"/>
                </a:cubicBezTo>
                <a:cubicBezTo>
                  <a:pt x="119239" y="287973"/>
                  <a:pt x="86260" y="273113"/>
                  <a:pt x="62382" y="249065"/>
                </a:cubicBezTo>
                <a:cubicBezTo>
                  <a:pt x="38414" y="225276"/>
                  <a:pt x="23646" y="192289"/>
                  <a:pt x="23646" y="155681"/>
                </a:cubicBezTo>
                <a:cubicBezTo>
                  <a:pt x="23646" y="119333"/>
                  <a:pt x="38414" y="86356"/>
                  <a:pt x="62382" y="62306"/>
                </a:cubicBezTo>
                <a:cubicBezTo>
                  <a:pt x="86260" y="38518"/>
                  <a:pt x="119239" y="23660"/>
                  <a:pt x="155757" y="23660"/>
                </a:cubicBezTo>
                <a:cubicBezTo>
                  <a:pt x="192194" y="23660"/>
                  <a:pt x="225263" y="38518"/>
                  <a:pt x="249140" y="62306"/>
                </a:cubicBezTo>
                <a:cubicBezTo>
                  <a:pt x="273018" y="86356"/>
                  <a:pt x="287870" y="119333"/>
                  <a:pt x="287870" y="155681"/>
                </a:cubicBezTo>
                <a:cubicBezTo>
                  <a:pt x="287870" y="162399"/>
                  <a:pt x="287343" y="169127"/>
                  <a:pt x="286457" y="175139"/>
                </a:cubicBezTo>
                <a:cubicBezTo>
                  <a:pt x="285568" y="181677"/>
                  <a:pt x="284156" y="187871"/>
                  <a:pt x="282208" y="194055"/>
                </a:cubicBezTo>
                <a:close/>
                <a:moveTo>
                  <a:pt x="222873" y="274880"/>
                </a:moveTo>
                <a:lnTo>
                  <a:pt x="263637" y="315826"/>
                </a:lnTo>
                <a:cubicBezTo>
                  <a:pt x="266643" y="318652"/>
                  <a:pt x="271424" y="318652"/>
                  <a:pt x="274160" y="315826"/>
                </a:cubicBezTo>
                <a:cubicBezTo>
                  <a:pt x="275310" y="314677"/>
                  <a:pt x="275844" y="313617"/>
                  <a:pt x="276196" y="312466"/>
                </a:cubicBezTo>
                <a:lnTo>
                  <a:pt x="276196" y="312376"/>
                </a:lnTo>
                <a:lnTo>
                  <a:pt x="276196" y="312195"/>
                </a:lnTo>
                <a:lnTo>
                  <a:pt x="283803" y="283900"/>
                </a:lnTo>
                <a:lnTo>
                  <a:pt x="312100" y="276293"/>
                </a:lnTo>
                <a:lnTo>
                  <a:pt x="312271" y="276211"/>
                </a:lnTo>
                <a:lnTo>
                  <a:pt x="312362" y="276211"/>
                </a:lnTo>
                <a:cubicBezTo>
                  <a:pt x="313513" y="275857"/>
                  <a:pt x="314752" y="275414"/>
                  <a:pt x="315640" y="274264"/>
                </a:cubicBezTo>
                <a:cubicBezTo>
                  <a:pt x="318556" y="271430"/>
                  <a:pt x="318556" y="266747"/>
                  <a:pt x="315640" y="263742"/>
                </a:cubicBezTo>
                <a:lnTo>
                  <a:pt x="274956" y="222977"/>
                </a:lnTo>
                <a:cubicBezTo>
                  <a:pt x="273018" y="221121"/>
                  <a:pt x="270365" y="220323"/>
                  <a:pt x="267621" y="221031"/>
                </a:cubicBezTo>
                <a:lnTo>
                  <a:pt x="244721" y="227133"/>
                </a:lnTo>
                <a:lnTo>
                  <a:pt x="233041" y="215280"/>
                </a:lnTo>
                <a:cubicBezTo>
                  <a:pt x="245781" y="199008"/>
                  <a:pt x="253296" y="178228"/>
                  <a:pt x="253296" y="155681"/>
                </a:cubicBezTo>
                <a:cubicBezTo>
                  <a:pt x="253296" y="128978"/>
                  <a:pt x="242421" y="104484"/>
                  <a:pt x="224729" y="86799"/>
                </a:cubicBezTo>
                <a:lnTo>
                  <a:pt x="224375" y="86527"/>
                </a:lnTo>
                <a:cubicBezTo>
                  <a:pt x="206610" y="68844"/>
                  <a:pt x="182470" y="58059"/>
                  <a:pt x="155757" y="58059"/>
                </a:cubicBezTo>
                <a:cubicBezTo>
                  <a:pt x="128881" y="58059"/>
                  <a:pt x="104379" y="69025"/>
                  <a:pt x="86785" y="86799"/>
                </a:cubicBezTo>
                <a:cubicBezTo>
                  <a:pt x="69101" y="104484"/>
                  <a:pt x="58136" y="128978"/>
                  <a:pt x="58136" y="155681"/>
                </a:cubicBezTo>
                <a:cubicBezTo>
                  <a:pt x="58136" y="182655"/>
                  <a:pt x="69101" y="206968"/>
                  <a:pt x="86785" y="224743"/>
                </a:cubicBezTo>
                <a:cubicBezTo>
                  <a:pt x="104379" y="242427"/>
                  <a:pt x="128881" y="253302"/>
                  <a:pt x="155757" y="253302"/>
                </a:cubicBezTo>
                <a:cubicBezTo>
                  <a:pt x="178222" y="253302"/>
                  <a:pt x="198913" y="245786"/>
                  <a:pt x="215356" y="233055"/>
                </a:cubicBezTo>
                <a:lnTo>
                  <a:pt x="227119" y="244636"/>
                </a:lnTo>
                <a:lnTo>
                  <a:pt x="220934" y="267717"/>
                </a:lnTo>
                <a:cubicBezTo>
                  <a:pt x="220138" y="270280"/>
                  <a:pt x="221017" y="273113"/>
                  <a:pt x="222873" y="274880"/>
                </a:cubicBezTo>
                <a:lnTo>
                  <a:pt x="222873" y="274880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45" name="图形 48"/>
          <p:cNvSpPr/>
          <p:nvPr/>
        </p:nvSpPr>
        <p:spPr>
          <a:xfrm flipV="1">
            <a:off x="993317" y="3174790"/>
            <a:ext cx="319314" cy="319304"/>
          </a:xfrm>
          <a:custGeom>
            <a:avLst/>
            <a:gdLst>
              <a:gd name="connsiteX0" fmla="*/ 253744 w 319314"/>
              <a:gd name="connsiteY0" fmla="*/ 253745 h 319304"/>
              <a:gd name="connsiteX1" fmla="*/ 253744 w 319314"/>
              <a:gd name="connsiteY1" fmla="*/ 253745 h 319304"/>
              <a:gd name="connsiteX2" fmla="*/ 158372 w 319314"/>
              <a:gd name="connsiteY2" fmla="*/ 293382 h 319304"/>
              <a:gd name="connsiteX3" fmla="*/ 62732 w 319314"/>
              <a:gd name="connsiteY3" fmla="*/ 253745 h 319304"/>
              <a:gd name="connsiteX4" fmla="*/ 62732 w 319314"/>
              <a:gd name="connsiteY4" fmla="*/ 253834 h 319304"/>
              <a:gd name="connsiteX5" fmla="*/ 62732 w 319314"/>
              <a:gd name="connsiteY5" fmla="*/ 253745 h 319304"/>
              <a:gd name="connsiteX6" fmla="*/ 23194 w 319314"/>
              <a:gd name="connsiteY6" fmla="*/ 158284 h 319304"/>
              <a:gd name="connsiteX7" fmla="*/ 62732 w 319314"/>
              <a:gd name="connsiteY7" fmla="*/ 62823 h 319304"/>
              <a:gd name="connsiteX8" fmla="*/ 158372 w 319314"/>
              <a:gd name="connsiteY8" fmla="*/ 23195 h 319304"/>
              <a:gd name="connsiteX9" fmla="*/ 264983 w 319314"/>
              <a:gd name="connsiteY9" fmla="*/ 23195 h 319304"/>
              <a:gd name="connsiteX10" fmla="*/ 264983 w 319314"/>
              <a:gd name="connsiteY10" fmla="*/ 71447 h 319304"/>
              <a:gd name="connsiteX11" fmla="*/ 265161 w 319314"/>
              <a:gd name="connsiteY11" fmla="*/ 71447 h 319304"/>
              <a:gd name="connsiteX12" fmla="*/ 267417 w 319314"/>
              <a:gd name="connsiteY12" fmla="*/ 78503 h 319304"/>
              <a:gd name="connsiteX13" fmla="*/ 286754 w 319314"/>
              <a:gd name="connsiteY13" fmla="*/ 116302 h 319304"/>
              <a:gd name="connsiteX14" fmla="*/ 293381 w 319314"/>
              <a:gd name="connsiteY14" fmla="*/ 158284 h 319304"/>
              <a:gd name="connsiteX15" fmla="*/ 254360 w 319314"/>
              <a:gd name="connsiteY15" fmla="*/ 253228 h 319304"/>
              <a:gd name="connsiteX16" fmla="*/ 253744 w 319314"/>
              <a:gd name="connsiteY16" fmla="*/ 253745 h 319304"/>
              <a:gd name="connsiteX17" fmla="*/ 78760 w 319314"/>
              <a:gd name="connsiteY17" fmla="*/ 111601 h 319304"/>
              <a:gd name="connsiteX18" fmla="*/ 78760 w 319314"/>
              <a:gd name="connsiteY18" fmla="*/ 111601 h 319304"/>
              <a:gd name="connsiteX19" fmla="*/ 71357 w 319314"/>
              <a:gd name="connsiteY19" fmla="*/ 119094 h 319304"/>
              <a:gd name="connsiteX20" fmla="*/ 78760 w 319314"/>
              <a:gd name="connsiteY20" fmla="*/ 126317 h 319304"/>
              <a:gd name="connsiteX21" fmla="*/ 237806 w 319314"/>
              <a:gd name="connsiteY21" fmla="*/ 126317 h 319304"/>
              <a:gd name="connsiteX22" fmla="*/ 245119 w 319314"/>
              <a:gd name="connsiteY22" fmla="*/ 119094 h 319304"/>
              <a:gd name="connsiteX23" fmla="*/ 237806 w 319314"/>
              <a:gd name="connsiteY23" fmla="*/ 111601 h 319304"/>
              <a:gd name="connsiteX24" fmla="*/ 78760 w 319314"/>
              <a:gd name="connsiteY24" fmla="*/ 111601 h 319304"/>
              <a:gd name="connsiteX25" fmla="*/ 78760 w 319314"/>
              <a:gd name="connsiteY25" fmla="*/ 150882 h 319304"/>
              <a:gd name="connsiteX26" fmla="*/ 78760 w 319314"/>
              <a:gd name="connsiteY26" fmla="*/ 150882 h 319304"/>
              <a:gd name="connsiteX27" fmla="*/ 71357 w 319314"/>
              <a:gd name="connsiteY27" fmla="*/ 158284 h 319304"/>
              <a:gd name="connsiteX28" fmla="*/ 78760 w 319314"/>
              <a:gd name="connsiteY28" fmla="*/ 165687 h 319304"/>
              <a:gd name="connsiteX29" fmla="*/ 237806 w 319314"/>
              <a:gd name="connsiteY29" fmla="*/ 165687 h 319304"/>
              <a:gd name="connsiteX30" fmla="*/ 245119 w 319314"/>
              <a:gd name="connsiteY30" fmla="*/ 158284 h 319304"/>
              <a:gd name="connsiteX31" fmla="*/ 237806 w 319314"/>
              <a:gd name="connsiteY31" fmla="*/ 150882 h 319304"/>
              <a:gd name="connsiteX32" fmla="*/ 78760 w 319314"/>
              <a:gd name="connsiteY32" fmla="*/ 150882 h 319304"/>
              <a:gd name="connsiteX33" fmla="*/ 78760 w 319314"/>
              <a:gd name="connsiteY33" fmla="*/ 190161 h 319304"/>
              <a:gd name="connsiteX34" fmla="*/ 78760 w 319314"/>
              <a:gd name="connsiteY34" fmla="*/ 190161 h 319304"/>
              <a:gd name="connsiteX35" fmla="*/ 71357 w 319314"/>
              <a:gd name="connsiteY35" fmla="*/ 197564 h 319304"/>
              <a:gd name="connsiteX36" fmla="*/ 78760 w 319314"/>
              <a:gd name="connsiteY36" fmla="*/ 204966 h 319304"/>
              <a:gd name="connsiteX37" fmla="*/ 237806 w 319314"/>
              <a:gd name="connsiteY37" fmla="*/ 204966 h 319304"/>
              <a:gd name="connsiteX38" fmla="*/ 245119 w 319314"/>
              <a:gd name="connsiteY38" fmla="*/ 197564 h 319304"/>
              <a:gd name="connsiteX39" fmla="*/ 237806 w 319314"/>
              <a:gd name="connsiteY39" fmla="*/ 190161 h 319304"/>
              <a:gd name="connsiteX40" fmla="*/ 78760 w 319314"/>
              <a:gd name="connsiteY40" fmla="*/ 190161 h 319304"/>
              <a:gd name="connsiteX41" fmla="*/ 158372 w 319314"/>
              <a:gd name="connsiteY41" fmla="*/ 317937 h 319304"/>
              <a:gd name="connsiteX42" fmla="*/ 271252 w 319314"/>
              <a:gd name="connsiteY42" fmla="*/ 270995 h 319304"/>
              <a:gd name="connsiteX43" fmla="*/ 271778 w 319314"/>
              <a:gd name="connsiteY43" fmla="*/ 270380 h 319304"/>
              <a:gd name="connsiteX44" fmla="*/ 317944 w 319314"/>
              <a:gd name="connsiteY44" fmla="*/ 158284 h 319304"/>
              <a:gd name="connsiteX45" fmla="*/ 310015 w 319314"/>
              <a:gd name="connsiteY45" fmla="*/ 108811 h 319304"/>
              <a:gd name="connsiteX46" fmla="*/ 289544 w 319314"/>
              <a:gd name="connsiteY46" fmla="*/ 67612 h 319304"/>
              <a:gd name="connsiteX47" fmla="*/ 289544 w 319314"/>
              <a:gd name="connsiteY47" fmla="*/ 10914 h 319304"/>
              <a:gd name="connsiteX48" fmla="*/ 277353 w 319314"/>
              <a:gd name="connsiteY48" fmla="*/ -1368 h 319304"/>
              <a:gd name="connsiteX49" fmla="*/ 277004 w 319314"/>
              <a:gd name="connsiteY49" fmla="*/ -1368 h 319304"/>
              <a:gd name="connsiteX50" fmla="*/ 158372 w 319314"/>
              <a:gd name="connsiteY50" fmla="*/ -1368 h 319304"/>
              <a:gd name="connsiteX51" fmla="*/ 45491 w 319314"/>
              <a:gd name="connsiteY51" fmla="*/ 45225 h 319304"/>
              <a:gd name="connsiteX52" fmla="*/ 45491 w 319314"/>
              <a:gd name="connsiteY52" fmla="*/ 45405 h 319304"/>
              <a:gd name="connsiteX53" fmla="*/ 45313 w 319314"/>
              <a:gd name="connsiteY53" fmla="*/ 45225 h 319304"/>
              <a:gd name="connsiteX54" fmla="*/ -1370 w 319314"/>
              <a:gd name="connsiteY54" fmla="*/ 158284 h 319304"/>
              <a:gd name="connsiteX55" fmla="*/ 45491 w 319314"/>
              <a:gd name="connsiteY55" fmla="*/ 270995 h 319304"/>
              <a:gd name="connsiteX56" fmla="*/ 45313 w 319314"/>
              <a:gd name="connsiteY56" fmla="*/ 270995 h 319304"/>
              <a:gd name="connsiteX57" fmla="*/ 158372 w 319314"/>
              <a:gd name="connsiteY57" fmla="*/ 317937 h 319304"/>
              <a:gd name="connsiteX58" fmla="*/ 158372 w 319314"/>
              <a:gd name="connsiteY58" fmla="*/ 317937 h 319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319314" h="319304">
                <a:moveTo>
                  <a:pt x="253744" y="253745"/>
                </a:moveTo>
                <a:lnTo>
                  <a:pt x="253744" y="253745"/>
                </a:lnTo>
                <a:cubicBezTo>
                  <a:pt x="229270" y="278219"/>
                  <a:pt x="195653" y="293382"/>
                  <a:pt x="158372" y="293382"/>
                </a:cubicBezTo>
                <a:cubicBezTo>
                  <a:pt x="121090" y="293382"/>
                  <a:pt x="87295" y="278219"/>
                  <a:pt x="62732" y="253745"/>
                </a:cubicBezTo>
                <a:lnTo>
                  <a:pt x="62732" y="253834"/>
                </a:lnTo>
                <a:lnTo>
                  <a:pt x="62732" y="253745"/>
                </a:lnTo>
                <a:cubicBezTo>
                  <a:pt x="38258" y="229360"/>
                  <a:pt x="23194" y="195566"/>
                  <a:pt x="23194" y="158284"/>
                </a:cubicBezTo>
                <a:cubicBezTo>
                  <a:pt x="23194" y="120832"/>
                  <a:pt x="38258" y="87038"/>
                  <a:pt x="62732" y="62823"/>
                </a:cubicBezTo>
                <a:cubicBezTo>
                  <a:pt x="87295" y="38348"/>
                  <a:pt x="120920" y="23195"/>
                  <a:pt x="158372" y="23195"/>
                </a:cubicBezTo>
                <a:lnTo>
                  <a:pt x="264983" y="23195"/>
                </a:lnTo>
                <a:lnTo>
                  <a:pt x="264983" y="71447"/>
                </a:lnTo>
                <a:lnTo>
                  <a:pt x="265161" y="71447"/>
                </a:lnTo>
                <a:cubicBezTo>
                  <a:pt x="265161" y="73883"/>
                  <a:pt x="265856" y="76407"/>
                  <a:pt x="267417" y="78503"/>
                </a:cubicBezTo>
                <a:cubicBezTo>
                  <a:pt x="275783" y="89999"/>
                  <a:pt x="282401" y="102718"/>
                  <a:pt x="286754" y="116302"/>
                </a:cubicBezTo>
                <a:cubicBezTo>
                  <a:pt x="291026" y="129538"/>
                  <a:pt x="293381" y="143478"/>
                  <a:pt x="293381" y="158284"/>
                </a:cubicBezTo>
                <a:cubicBezTo>
                  <a:pt x="293381" y="195299"/>
                  <a:pt x="278396" y="228923"/>
                  <a:pt x="254360" y="253228"/>
                </a:cubicBezTo>
                <a:lnTo>
                  <a:pt x="253744" y="253745"/>
                </a:lnTo>
                <a:close/>
                <a:moveTo>
                  <a:pt x="78760" y="111601"/>
                </a:moveTo>
                <a:lnTo>
                  <a:pt x="78760" y="111601"/>
                </a:lnTo>
                <a:cubicBezTo>
                  <a:pt x="74577" y="111601"/>
                  <a:pt x="71357" y="114910"/>
                  <a:pt x="71357" y="119094"/>
                </a:cubicBezTo>
                <a:cubicBezTo>
                  <a:pt x="71357" y="122921"/>
                  <a:pt x="74577" y="126317"/>
                  <a:pt x="78760" y="126317"/>
                </a:cubicBezTo>
                <a:lnTo>
                  <a:pt x="237806" y="126317"/>
                </a:lnTo>
                <a:cubicBezTo>
                  <a:pt x="241990" y="126317"/>
                  <a:pt x="245119" y="122921"/>
                  <a:pt x="245119" y="119094"/>
                </a:cubicBezTo>
                <a:cubicBezTo>
                  <a:pt x="245119" y="114910"/>
                  <a:pt x="241990" y="111601"/>
                  <a:pt x="237806" y="111601"/>
                </a:cubicBezTo>
                <a:lnTo>
                  <a:pt x="78760" y="111601"/>
                </a:lnTo>
                <a:close/>
                <a:moveTo>
                  <a:pt x="78760" y="150882"/>
                </a:moveTo>
                <a:lnTo>
                  <a:pt x="78760" y="150882"/>
                </a:lnTo>
                <a:cubicBezTo>
                  <a:pt x="74577" y="150882"/>
                  <a:pt x="71357" y="154103"/>
                  <a:pt x="71357" y="158284"/>
                </a:cubicBezTo>
                <a:cubicBezTo>
                  <a:pt x="71357" y="162289"/>
                  <a:pt x="74577" y="165687"/>
                  <a:pt x="78760" y="165687"/>
                </a:cubicBezTo>
                <a:lnTo>
                  <a:pt x="237806" y="165687"/>
                </a:lnTo>
                <a:cubicBezTo>
                  <a:pt x="241990" y="165687"/>
                  <a:pt x="245119" y="162289"/>
                  <a:pt x="245119" y="158284"/>
                </a:cubicBezTo>
                <a:cubicBezTo>
                  <a:pt x="245119" y="154103"/>
                  <a:pt x="241990" y="150882"/>
                  <a:pt x="237806" y="150882"/>
                </a:cubicBezTo>
                <a:lnTo>
                  <a:pt x="78760" y="150882"/>
                </a:lnTo>
                <a:close/>
                <a:moveTo>
                  <a:pt x="78760" y="190161"/>
                </a:moveTo>
                <a:lnTo>
                  <a:pt x="78760" y="190161"/>
                </a:lnTo>
                <a:cubicBezTo>
                  <a:pt x="74577" y="190161"/>
                  <a:pt x="71357" y="193470"/>
                  <a:pt x="71357" y="197564"/>
                </a:cubicBezTo>
                <a:cubicBezTo>
                  <a:pt x="71357" y="201578"/>
                  <a:pt x="74577" y="204966"/>
                  <a:pt x="78760" y="204966"/>
                </a:cubicBezTo>
                <a:lnTo>
                  <a:pt x="237806" y="204966"/>
                </a:lnTo>
                <a:cubicBezTo>
                  <a:pt x="241990" y="204966"/>
                  <a:pt x="245119" y="201578"/>
                  <a:pt x="245119" y="197564"/>
                </a:cubicBezTo>
                <a:cubicBezTo>
                  <a:pt x="245119" y="193470"/>
                  <a:pt x="241990" y="190161"/>
                  <a:pt x="237806" y="190161"/>
                </a:cubicBezTo>
                <a:lnTo>
                  <a:pt x="78760" y="190161"/>
                </a:lnTo>
                <a:close/>
                <a:moveTo>
                  <a:pt x="158372" y="317937"/>
                </a:moveTo>
                <a:cubicBezTo>
                  <a:pt x="202440" y="317937"/>
                  <a:pt x="242337" y="300000"/>
                  <a:pt x="271252" y="270995"/>
                </a:cubicBezTo>
                <a:lnTo>
                  <a:pt x="271778" y="270380"/>
                </a:lnTo>
                <a:cubicBezTo>
                  <a:pt x="300346" y="241553"/>
                  <a:pt x="317944" y="201836"/>
                  <a:pt x="317944" y="158284"/>
                </a:cubicBezTo>
                <a:cubicBezTo>
                  <a:pt x="317944" y="141035"/>
                  <a:pt x="315152" y="124400"/>
                  <a:pt x="310015" y="108811"/>
                </a:cubicBezTo>
                <a:cubicBezTo>
                  <a:pt x="305224" y="94004"/>
                  <a:pt x="298250" y="80152"/>
                  <a:pt x="289544" y="67612"/>
                </a:cubicBezTo>
                <a:lnTo>
                  <a:pt x="289544" y="10914"/>
                </a:lnTo>
                <a:cubicBezTo>
                  <a:pt x="289544" y="4117"/>
                  <a:pt x="284140" y="-1368"/>
                  <a:pt x="277353" y="-1368"/>
                </a:cubicBezTo>
                <a:lnTo>
                  <a:pt x="277004" y="-1368"/>
                </a:lnTo>
                <a:lnTo>
                  <a:pt x="158372" y="-1368"/>
                </a:lnTo>
                <a:cubicBezTo>
                  <a:pt x="114293" y="-1368"/>
                  <a:pt x="74407" y="16658"/>
                  <a:pt x="45491" y="45225"/>
                </a:cubicBezTo>
                <a:lnTo>
                  <a:pt x="45491" y="45405"/>
                </a:lnTo>
                <a:lnTo>
                  <a:pt x="45313" y="45225"/>
                </a:lnTo>
                <a:cubicBezTo>
                  <a:pt x="16567" y="74230"/>
                  <a:pt x="-1370" y="114215"/>
                  <a:pt x="-1370" y="158284"/>
                </a:cubicBezTo>
                <a:cubicBezTo>
                  <a:pt x="-1370" y="202184"/>
                  <a:pt x="16567" y="242079"/>
                  <a:pt x="45491" y="270995"/>
                </a:cubicBezTo>
                <a:lnTo>
                  <a:pt x="45313" y="270995"/>
                </a:lnTo>
                <a:cubicBezTo>
                  <a:pt x="74407" y="300000"/>
                  <a:pt x="114293" y="317937"/>
                  <a:pt x="158372" y="317937"/>
                </a:cubicBezTo>
                <a:lnTo>
                  <a:pt x="158372" y="317937"/>
                </a:lnTo>
              </a:path>
            </a:pathLst>
          </a:custGeom>
          <a:solidFill>
            <a:schemeClr val="accent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/>
          <p:cNvSpPr/>
          <p:nvPr/>
        </p:nvSpPr>
        <p:spPr>
          <a:xfrm flipV="1">
            <a:off x="4783873" y="0"/>
            <a:ext cx="7408127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62000">
                <a:schemeClr val="accent4">
                  <a:alpha val="0"/>
                </a:schemeClr>
              </a:gs>
              <a:gs pos="100000">
                <a:schemeClr val="accent1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pic>
        <p:nvPicPr>
          <p:cNvPr id="6" name="图片 5" descr="图片包含 游戏机&#10;&#10;描述已自动生成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6680459" y="1385695"/>
            <a:ext cx="5437788" cy="5472305"/>
          </a:xfrm>
          <a:prstGeom prst="rect">
            <a:avLst/>
          </a:prstGeom>
        </p:spPr>
      </p:pic>
      <p:cxnSp>
        <p:nvCxnSpPr>
          <p:cNvPr id="17" name="直接连接符 16"/>
          <p:cNvCxnSpPr/>
          <p:nvPr/>
        </p:nvCxnSpPr>
        <p:spPr>
          <a:xfrm flipH="1">
            <a:off x="1228389" y="3134711"/>
            <a:ext cx="3662925" cy="0"/>
          </a:xfrm>
          <a:prstGeom prst="line">
            <a:avLst/>
          </a:prstGeom>
          <a:ln>
            <a:solidFill>
              <a:schemeClr val="bg1">
                <a:alpha val="7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: 圆角 37"/>
          <p:cNvSpPr/>
          <p:nvPr/>
        </p:nvSpPr>
        <p:spPr>
          <a:xfrm>
            <a:off x="4158376" y="2590800"/>
            <a:ext cx="2777757" cy="3717925"/>
          </a:xfrm>
          <a:prstGeom prst="roundRect">
            <a:avLst>
              <a:gd name="adj" fmla="val 7971"/>
            </a:avLst>
          </a:prstGeom>
          <a:solidFill>
            <a:schemeClr val="accent4">
              <a:lumMod val="90000"/>
              <a:lumOff val="10000"/>
            </a:schemeClr>
          </a:solidFill>
          <a:ln>
            <a:gradFill flip="none" rotWithShape="1">
              <a:gsLst>
                <a:gs pos="0">
                  <a:schemeClr val="bg1">
                    <a:alpha val="0"/>
                  </a:schemeClr>
                </a:gs>
                <a:gs pos="67000">
                  <a:schemeClr val="accent3"/>
                </a:gs>
              </a:gsLst>
              <a:lin ang="27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70234" y="652455"/>
            <a:ext cx="2651532" cy="58477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产品优势分析</a:t>
            </a:r>
          </a:p>
        </p:txBody>
      </p:sp>
      <p:sp>
        <p:nvSpPr>
          <p:cNvPr id="4" name="矩形 3"/>
          <p:cNvSpPr/>
          <p:nvPr/>
        </p:nvSpPr>
        <p:spPr>
          <a:xfrm>
            <a:off x="1786579" y="1493678"/>
            <a:ext cx="8618842" cy="547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您的正文已经简明扼要，字字珠玑，但信息却错综复杂，需要用更多的文字来表述；但请您尽可能提炼思想的精髓，否则容易造成观者的阅读压力，适得其反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4324947" y="2879469"/>
            <a:ext cx="1589970" cy="479502"/>
            <a:chOff x="970155" y="4337824"/>
            <a:chExt cx="1589970" cy="479502"/>
          </a:xfrm>
        </p:grpSpPr>
        <p:sp>
          <p:nvSpPr>
            <p:cNvPr id="8" name="矩形: 圆角 7"/>
            <p:cNvSpPr/>
            <p:nvPr/>
          </p:nvSpPr>
          <p:spPr>
            <a:xfrm>
              <a:off x="970155" y="4337824"/>
              <a:ext cx="1534212" cy="47950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3"/>
                </a:gs>
              </a:gsLst>
              <a:lin ang="0" scaled="1"/>
              <a:tileRect/>
            </a:gra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1025913" y="4382429"/>
              <a:ext cx="401444" cy="401444"/>
            </a:xfrm>
            <a:prstGeom prst="ellipse">
              <a:avLst/>
            </a:prstGeom>
            <a:solidFill>
              <a:schemeClr val="accent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cxnSp>
          <p:nvCxnSpPr>
            <p:cNvPr id="10" name="直接箭头连接符 9"/>
            <p:cNvCxnSpPr/>
            <p:nvPr/>
          </p:nvCxnSpPr>
          <p:spPr>
            <a:xfrm>
              <a:off x="1126273" y="4571999"/>
              <a:ext cx="189571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1445363" y="4428025"/>
              <a:ext cx="1114762" cy="30777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>
              <a:defPPr>
                <a:defRPr lang="zh-CN"/>
              </a:defPPr>
              <a:lvl1pPr>
                <a:defRPr sz="1200">
                  <a:solidFill>
                    <a:srgbClr val="A0DD6D"/>
                  </a:solidFill>
                  <a:latin typeface="+mj-ea"/>
                  <a:ea typeface="+mj-ea"/>
                </a:defRPr>
              </a:lvl1pPr>
            </a:lstStyle>
            <a:p>
              <a:r>
                <a:rPr lang="en-US" altLang="zh-CN" sz="1400" dirty="0">
                  <a:solidFill>
                    <a:srgbClr val="990099"/>
                  </a:solidFill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  <a:sym typeface="Arial" panose="020B0604020202020204"/>
                </a:rPr>
                <a:t>Add Title</a:t>
              </a:r>
              <a:endParaRPr lang="zh-CN" altLang="en-US" sz="1400" dirty="0">
                <a:solidFill>
                  <a:srgbClr val="990099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21035" y="2879469"/>
            <a:ext cx="1719950" cy="479502"/>
            <a:chOff x="970155" y="4337824"/>
            <a:chExt cx="1719950" cy="479502"/>
          </a:xfrm>
        </p:grpSpPr>
        <p:sp>
          <p:nvSpPr>
            <p:cNvPr id="13" name="矩形: 圆角 12"/>
            <p:cNvSpPr/>
            <p:nvPr/>
          </p:nvSpPr>
          <p:spPr>
            <a:xfrm>
              <a:off x="970155" y="4337824"/>
              <a:ext cx="1719950" cy="47950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3"/>
                </a:gs>
              </a:gsLst>
              <a:lin ang="0" scaled="1"/>
              <a:tileRect/>
            </a:gra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025913" y="4382429"/>
              <a:ext cx="401444" cy="401444"/>
            </a:xfrm>
            <a:prstGeom prst="ellipse">
              <a:avLst/>
            </a:prstGeom>
            <a:solidFill>
              <a:schemeClr val="accent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cxnSp>
          <p:nvCxnSpPr>
            <p:cNvPr id="15" name="直接箭头连接符 14"/>
            <p:cNvCxnSpPr/>
            <p:nvPr/>
          </p:nvCxnSpPr>
          <p:spPr>
            <a:xfrm>
              <a:off x="1126273" y="4571999"/>
              <a:ext cx="189571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1527718" y="4428025"/>
              <a:ext cx="1114762" cy="30777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>
              <a:defPPr>
                <a:defRPr lang="zh-CN"/>
              </a:defPPr>
              <a:lvl1pPr>
                <a:defRPr sz="1200">
                  <a:solidFill>
                    <a:srgbClr val="A0DD6D"/>
                  </a:solidFill>
                  <a:latin typeface="+mj-ea"/>
                  <a:ea typeface="+mj-ea"/>
                </a:defRPr>
              </a:lvl1pPr>
            </a:lstStyle>
            <a:p>
              <a:r>
                <a:rPr lang="en-US" altLang="zh-CN" sz="1400" dirty="0">
                  <a:solidFill>
                    <a:srgbClr val="990099"/>
                  </a:solidFill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  <a:sym typeface="Arial" panose="020B0604020202020204"/>
                </a:rPr>
                <a:t>Add Title</a:t>
              </a:r>
              <a:endParaRPr lang="zh-CN" altLang="en-US" sz="1400" dirty="0">
                <a:solidFill>
                  <a:srgbClr val="990099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4492244" y="4153677"/>
            <a:ext cx="2221728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您的正文已经简明扼要，但信息却错综复杂，需要用更多的文字来表述</a:t>
            </a:r>
          </a:p>
        </p:txBody>
      </p:sp>
      <p:cxnSp>
        <p:nvCxnSpPr>
          <p:cNvPr id="20" name="直接连接符 19"/>
          <p:cNvCxnSpPr/>
          <p:nvPr/>
        </p:nvCxnSpPr>
        <p:spPr>
          <a:xfrm>
            <a:off x="4358974" y="4241483"/>
            <a:ext cx="0" cy="61595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4256602" y="3647640"/>
            <a:ext cx="2168470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产品优势分析</a:t>
            </a:r>
          </a:p>
        </p:txBody>
      </p:sp>
      <p:sp>
        <p:nvSpPr>
          <p:cNvPr id="24" name="矩形 23"/>
          <p:cNvSpPr/>
          <p:nvPr/>
        </p:nvSpPr>
        <p:spPr>
          <a:xfrm>
            <a:off x="717328" y="4230882"/>
            <a:ext cx="2221728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您的正文已经简明扼要，但信息却错综复杂，需要用更多的文字来表述</a:t>
            </a:r>
          </a:p>
        </p:txBody>
      </p:sp>
      <p:cxnSp>
        <p:nvCxnSpPr>
          <p:cNvPr id="25" name="直接连接符 24"/>
          <p:cNvCxnSpPr/>
          <p:nvPr/>
        </p:nvCxnSpPr>
        <p:spPr>
          <a:xfrm>
            <a:off x="584058" y="4318688"/>
            <a:ext cx="0" cy="61595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481686" y="3724845"/>
            <a:ext cx="2168470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产品优势分析</a:t>
            </a:r>
          </a:p>
        </p:txBody>
      </p:sp>
      <p:graphicFrame>
        <p:nvGraphicFramePr>
          <p:cNvPr id="31" name="图表 30"/>
          <p:cNvGraphicFramePr/>
          <p:nvPr/>
        </p:nvGraphicFramePr>
        <p:xfrm>
          <a:off x="4217533" y="5606297"/>
          <a:ext cx="2662388" cy="599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3" name="图表 32"/>
          <p:cNvGraphicFramePr/>
          <p:nvPr/>
        </p:nvGraphicFramePr>
        <p:xfrm>
          <a:off x="400415" y="5606297"/>
          <a:ext cx="2662388" cy="599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" name="文本框 33"/>
          <p:cNvSpPr txBox="1"/>
          <p:nvPr/>
        </p:nvSpPr>
        <p:spPr>
          <a:xfrm>
            <a:off x="4270589" y="5462322"/>
            <a:ext cx="1023119" cy="307777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zh-CN" altLang="en-US" sz="1400" dirty="0">
                <a:solidFill>
                  <a:schemeClr val="accent3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添加正文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5802626" y="5462322"/>
            <a:ext cx="1023119" cy="307777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r"/>
            <a:r>
              <a:rPr lang="en-US" altLang="zh-CN" sz="1400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76%</a:t>
            </a:r>
            <a:endParaRPr lang="zh-CN" altLang="en-US" sz="1400" dirty="0">
              <a:solidFill>
                <a:schemeClr val="bg1"/>
              </a:solidFill>
              <a:effectLst/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53640" y="5462322"/>
            <a:ext cx="1023119" cy="307777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zh-CN" altLang="en-US" sz="1400" dirty="0">
                <a:solidFill>
                  <a:schemeClr val="accent3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添加正文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1985677" y="5462322"/>
            <a:ext cx="1023119" cy="307777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r"/>
            <a:r>
              <a:rPr lang="en-US" altLang="zh-CN" sz="1400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76%</a:t>
            </a:r>
            <a:endParaRPr lang="zh-CN" altLang="en-US" sz="1400" dirty="0">
              <a:solidFill>
                <a:schemeClr val="bg1"/>
              </a:solidFill>
              <a:effectLst/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: 圆角 26"/>
          <p:cNvSpPr/>
          <p:nvPr/>
        </p:nvSpPr>
        <p:spPr>
          <a:xfrm>
            <a:off x="4783873" y="0"/>
            <a:ext cx="7408127" cy="6768790"/>
          </a:xfrm>
          <a:prstGeom prst="roundRect">
            <a:avLst>
              <a:gd name="adj" fmla="val 0"/>
            </a:avLst>
          </a:prstGeom>
          <a:gradFill flip="none" rotWithShape="1">
            <a:gsLst>
              <a:gs pos="74000">
                <a:schemeClr val="accent4">
                  <a:alpha val="0"/>
                </a:schemeClr>
              </a:gs>
              <a:gs pos="100000">
                <a:schemeClr val="accent1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7977632" y="4296229"/>
            <a:ext cx="3659306" cy="1798282"/>
          </a:xfrm>
          <a:prstGeom prst="roundRect">
            <a:avLst>
              <a:gd name="adj" fmla="val 7971"/>
            </a:avLst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3773062" y="4296229"/>
            <a:ext cx="3659306" cy="1798282"/>
          </a:xfrm>
          <a:prstGeom prst="roundRect">
            <a:avLst>
              <a:gd name="adj" fmla="val 7971"/>
            </a:avLst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5650511" y="4296228"/>
            <a:ext cx="1820982" cy="1798282"/>
          </a:xfrm>
          <a:custGeom>
            <a:avLst/>
            <a:gdLst>
              <a:gd name="connsiteX0" fmla="*/ 0 w 1820982"/>
              <a:gd name="connsiteY0" fmla="*/ 0 h 1798282"/>
              <a:gd name="connsiteX1" fmla="*/ 1662007 w 1820982"/>
              <a:gd name="connsiteY1" fmla="*/ 0 h 1798282"/>
              <a:gd name="connsiteX2" fmla="*/ 1820982 w 1820982"/>
              <a:gd name="connsiteY2" fmla="*/ 143342 h 1798282"/>
              <a:gd name="connsiteX3" fmla="*/ 1820982 w 1820982"/>
              <a:gd name="connsiteY3" fmla="*/ 1654940 h 1798282"/>
              <a:gd name="connsiteX4" fmla="*/ 1662007 w 1820982"/>
              <a:gd name="connsiteY4" fmla="*/ 1798282 h 1798282"/>
              <a:gd name="connsiteX5" fmla="*/ 0 w 1820982"/>
              <a:gd name="connsiteY5" fmla="*/ 1798282 h 1798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0982" h="1798282">
                <a:moveTo>
                  <a:pt x="0" y="0"/>
                </a:moveTo>
                <a:lnTo>
                  <a:pt x="1662007" y="0"/>
                </a:lnTo>
                <a:cubicBezTo>
                  <a:pt x="1749807" y="0"/>
                  <a:pt x="1820982" y="64176"/>
                  <a:pt x="1820982" y="143342"/>
                </a:cubicBezTo>
                <a:lnTo>
                  <a:pt x="1820982" y="1654940"/>
                </a:lnTo>
                <a:cubicBezTo>
                  <a:pt x="1820982" y="1734106"/>
                  <a:pt x="1749807" y="1798282"/>
                  <a:pt x="1662007" y="1798282"/>
                </a:cubicBezTo>
                <a:lnTo>
                  <a:pt x="0" y="1798282"/>
                </a:lnTo>
                <a:close/>
              </a:path>
            </a:pathLst>
          </a:custGeom>
        </p:spPr>
      </p:pic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9855081" y="4296228"/>
            <a:ext cx="1820982" cy="1798282"/>
          </a:xfrm>
          <a:custGeom>
            <a:avLst/>
            <a:gdLst>
              <a:gd name="connsiteX0" fmla="*/ 0 w 1820982"/>
              <a:gd name="connsiteY0" fmla="*/ 0 h 1798282"/>
              <a:gd name="connsiteX1" fmla="*/ 1662007 w 1820982"/>
              <a:gd name="connsiteY1" fmla="*/ 0 h 1798282"/>
              <a:gd name="connsiteX2" fmla="*/ 1820982 w 1820982"/>
              <a:gd name="connsiteY2" fmla="*/ 143342 h 1798282"/>
              <a:gd name="connsiteX3" fmla="*/ 1820982 w 1820982"/>
              <a:gd name="connsiteY3" fmla="*/ 1654940 h 1798282"/>
              <a:gd name="connsiteX4" fmla="*/ 1662007 w 1820982"/>
              <a:gd name="connsiteY4" fmla="*/ 1798282 h 1798282"/>
              <a:gd name="connsiteX5" fmla="*/ 0 w 1820982"/>
              <a:gd name="connsiteY5" fmla="*/ 1798282 h 1798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0982" h="1798282">
                <a:moveTo>
                  <a:pt x="0" y="0"/>
                </a:moveTo>
                <a:lnTo>
                  <a:pt x="1662007" y="0"/>
                </a:lnTo>
                <a:cubicBezTo>
                  <a:pt x="1749807" y="0"/>
                  <a:pt x="1820982" y="64176"/>
                  <a:pt x="1820982" y="143342"/>
                </a:cubicBezTo>
                <a:lnTo>
                  <a:pt x="1820982" y="1654940"/>
                </a:lnTo>
                <a:cubicBezTo>
                  <a:pt x="1820982" y="1734106"/>
                  <a:pt x="1749807" y="1798282"/>
                  <a:pt x="1662007" y="1798282"/>
                </a:cubicBezTo>
                <a:lnTo>
                  <a:pt x="0" y="1798282"/>
                </a:lnTo>
                <a:close/>
              </a:path>
            </a:pathLst>
          </a:custGeom>
        </p:spPr>
      </p:pic>
      <p:sp>
        <p:nvSpPr>
          <p:cNvPr id="3" name="矩形: 圆角 2"/>
          <p:cNvSpPr/>
          <p:nvPr/>
        </p:nvSpPr>
        <p:spPr>
          <a:xfrm flipH="1" flipV="1">
            <a:off x="-1" y="0"/>
            <a:ext cx="7408127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62000">
                <a:schemeClr val="accent4">
                  <a:alpha val="0"/>
                </a:schemeClr>
              </a:gs>
              <a:gs pos="100000">
                <a:schemeClr val="accent1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pic>
        <p:nvPicPr>
          <p:cNvPr id="4" name="图片 3" descr="图片包含 游戏机&#10;&#10;描述已自动生成"/>
          <p:cNvPicPr>
            <a:picLocks noChangeAspect="1"/>
          </p:cNvPicPr>
          <p:nvPr/>
        </p:nvPicPr>
        <p:blipFill rotWithShape="1">
          <a:blip r:embed="rId4" cstate="email"/>
          <a:srcRect/>
          <a:stretch>
            <a:fillRect/>
          </a:stretch>
        </p:blipFill>
        <p:spPr>
          <a:xfrm flipH="1">
            <a:off x="337820" y="2341245"/>
            <a:ext cx="3768090" cy="4165600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9612633" y="5880297"/>
            <a:ext cx="428428" cy="428428"/>
            <a:chOff x="2638097" y="2317532"/>
            <a:chExt cx="462455" cy="462455"/>
          </a:xfrm>
        </p:grpSpPr>
        <p:sp>
          <p:nvSpPr>
            <p:cNvPr id="23" name="椭圆 22"/>
            <p:cNvSpPr/>
            <p:nvPr/>
          </p:nvSpPr>
          <p:spPr>
            <a:xfrm>
              <a:off x="2638097" y="2317532"/>
              <a:ext cx="462455" cy="462455"/>
            </a:xfrm>
            <a:prstGeom prst="ellipse">
              <a:avLst/>
            </a:prstGeom>
            <a:solidFill>
              <a:schemeClr val="accent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24" name="加号 23"/>
            <p:cNvSpPr/>
            <p:nvPr/>
          </p:nvSpPr>
          <p:spPr>
            <a:xfrm>
              <a:off x="2727434" y="2406869"/>
              <a:ext cx="283780" cy="283780"/>
            </a:xfrm>
            <a:prstGeom prst="mathPlus">
              <a:avLst/>
            </a:prstGeom>
            <a:solidFill>
              <a:schemeClr val="bg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5408063" y="5880297"/>
            <a:ext cx="428428" cy="428428"/>
            <a:chOff x="2638097" y="2317532"/>
            <a:chExt cx="462455" cy="462455"/>
          </a:xfrm>
        </p:grpSpPr>
        <p:sp>
          <p:nvSpPr>
            <p:cNvPr id="35" name="椭圆 34"/>
            <p:cNvSpPr/>
            <p:nvPr/>
          </p:nvSpPr>
          <p:spPr>
            <a:xfrm>
              <a:off x="2638097" y="2317532"/>
              <a:ext cx="462455" cy="462455"/>
            </a:xfrm>
            <a:prstGeom prst="ellipse">
              <a:avLst/>
            </a:prstGeom>
            <a:solidFill>
              <a:schemeClr val="accent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36" name="加号 35"/>
            <p:cNvSpPr/>
            <p:nvPr/>
          </p:nvSpPr>
          <p:spPr>
            <a:xfrm>
              <a:off x="2727434" y="2406869"/>
              <a:ext cx="283780" cy="283780"/>
            </a:xfrm>
            <a:prstGeom prst="mathPlus">
              <a:avLst/>
            </a:prstGeom>
            <a:solidFill>
              <a:schemeClr val="bg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515938" y="681483"/>
            <a:ext cx="2651532" cy="58477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产品优势分析</a:t>
            </a:r>
          </a:p>
        </p:txBody>
      </p:sp>
      <p:sp>
        <p:nvSpPr>
          <p:cNvPr id="38" name="矩形 37"/>
          <p:cNvSpPr/>
          <p:nvPr/>
        </p:nvSpPr>
        <p:spPr>
          <a:xfrm>
            <a:off x="515939" y="1659891"/>
            <a:ext cx="2741186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您的正文简明扼要，但信息错综复杂，需要更多的文字来表述；但请您尽可能提炼思想的精髓</a:t>
            </a:r>
          </a:p>
        </p:txBody>
      </p:sp>
      <p:graphicFrame>
        <p:nvGraphicFramePr>
          <p:cNvPr id="41" name="图表 40"/>
          <p:cNvGraphicFramePr/>
          <p:nvPr/>
        </p:nvGraphicFramePr>
        <p:xfrm>
          <a:off x="3773062" y="1659891"/>
          <a:ext cx="7903000" cy="23007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2" name="文本框 41"/>
          <p:cNvSpPr txBox="1"/>
          <p:nvPr/>
        </p:nvSpPr>
        <p:spPr>
          <a:xfrm>
            <a:off x="9143999" y="583944"/>
            <a:ext cx="25967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PRESENTATION</a:t>
            </a:r>
          </a:p>
          <a:p>
            <a:pPr algn="r"/>
            <a:r>
              <a:rPr lang="en-US" altLang="zh-CN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//SLIDE</a:t>
            </a:r>
            <a:endParaRPr lang="zh-CN" altLang="en-US" sz="1200" dirty="0">
              <a:solidFill>
                <a:schemeClr val="bg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865769" y="4368333"/>
            <a:ext cx="9181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2">
                    <a:lumMod val="90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01.</a:t>
            </a:r>
            <a:endParaRPr lang="zh-CN" altLang="en-US" sz="3600" dirty="0">
              <a:solidFill>
                <a:schemeClr val="bg2">
                  <a:lumMod val="90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149181" y="4368333"/>
            <a:ext cx="9181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2">
                    <a:lumMod val="90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01.</a:t>
            </a:r>
            <a:endParaRPr lang="zh-CN" altLang="en-US" sz="3600" dirty="0">
              <a:solidFill>
                <a:schemeClr val="bg2">
                  <a:lumMod val="90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3884651" y="5110128"/>
            <a:ext cx="2168470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zh-CN" altLang="en-US" sz="2000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优势分析</a:t>
            </a:r>
          </a:p>
        </p:txBody>
      </p:sp>
      <p:sp>
        <p:nvSpPr>
          <p:cNvPr id="49" name="矩形 48"/>
          <p:cNvSpPr/>
          <p:nvPr/>
        </p:nvSpPr>
        <p:spPr>
          <a:xfrm>
            <a:off x="3884652" y="5526356"/>
            <a:ext cx="1837936" cy="307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2">
                    <a:lumMod val="75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您的正文已经简明扼要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8129802" y="5110128"/>
            <a:ext cx="2168470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zh-CN" altLang="en-US" sz="2000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优势分析</a:t>
            </a:r>
          </a:p>
        </p:txBody>
      </p:sp>
      <p:sp>
        <p:nvSpPr>
          <p:cNvPr id="51" name="矩形 50"/>
          <p:cNvSpPr/>
          <p:nvPr/>
        </p:nvSpPr>
        <p:spPr>
          <a:xfrm>
            <a:off x="8129803" y="5526356"/>
            <a:ext cx="1837936" cy="307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2">
                    <a:lumMod val="75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您的正文已经简明扼要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VCG41N1309252045" descr="图片包含 背景图案&#10;&#10;描述已自动生成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7545138" y="3626896"/>
            <a:ext cx="3623310" cy="9220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>
            <a:defPPr>
              <a:defRPr lang="zh-CN"/>
            </a:defPPr>
            <a:lvl1pPr algn="r">
              <a:defRPr sz="5400">
                <a:solidFill>
                  <a:schemeClr val="bg1"/>
                </a:solidFill>
                <a:latin typeface="字魂35号-经典雅黑" pitchFamily="2" charset="-122"/>
                <a:ea typeface="字魂35号-经典雅黑" pitchFamily="2" charset="-122"/>
                <a:cs typeface="微软雅黑" panose="020B0503020204020204" charset="-122"/>
              </a:defRPr>
            </a:lvl1pPr>
          </a:lstStyle>
          <a:p>
            <a:pPr algn="r"/>
            <a:r>
              <a:rPr lang="en-US" altLang="zh-CN" b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effectLst/>
                <a:latin typeface="Britannic Bold" panose="020B0903060703020204" charset="0"/>
                <a:ea typeface="微软雅黑" panose="020B0503020204020204" charset="-122"/>
                <a:cs typeface="Britannic Bold" panose="020B0903060703020204" charset="0"/>
                <a:sym typeface="Arial" panose="020B0604020202020204"/>
              </a:rPr>
              <a:t>Wide usage</a:t>
            </a:r>
            <a:endParaRPr lang="zh-CN" altLang="en-US" dirty="0">
              <a:latin typeface="Britannic Bold" panose="020B0903060703020204" charset="0"/>
              <a:cs typeface="Britannic Bold" panose="020B0903060703020204" charset="0"/>
              <a:sym typeface="Arial" panose="020B0604020202020204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797980" y="1373543"/>
            <a:ext cx="5370468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5400">
                <a:solidFill>
                  <a:srgbClr val="FF0029"/>
                </a:solidFill>
                <a:latin typeface="+mj-lt"/>
              </a:defRPr>
            </a:lvl1pPr>
          </a:lstStyle>
          <a:p>
            <a:pPr algn="r"/>
            <a:r>
              <a:rPr lang="en-US" altLang="zh-CN" sz="138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03.</a:t>
            </a:r>
            <a:endParaRPr lang="zh-CN" altLang="en-US" sz="13800" dirty="0">
              <a:solidFill>
                <a:schemeClr val="bg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6" name="文本框 15"/>
          <p:cNvSpPr txBox="1"/>
          <p:nvPr>
            <p:custDataLst>
              <p:tags r:id="rId1"/>
            </p:custDataLst>
          </p:nvPr>
        </p:nvSpPr>
        <p:spPr>
          <a:xfrm>
            <a:off x="6917002" y="4607025"/>
            <a:ext cx="3925425" cy="73723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Malgun Gothic Semilight" panose="020B0502040204020203" charset="-122"/>
                <a:ea typeface="Malgun Gothic Semilight" panose="020B0502040204020203" charset="-122"/>
                <a:cs typeface="微软雅黑" panose="020B0503020204020204" charset="-122"/>
                <a:sym typeface="Arial" panose="020B0604020202020204"/>
              </a:rPr>
              <a:t>How do you use it?</a:t>
            </a:r>
          </a:p>
          <a:p>
            <a:pPr algn="r"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Malgun Gothic Semilight" panose="020B0502040204020203" charset="-122"/>
                <a:ea typeface="Malgun Gothic Semilight" panose="020B0502040204020203" charset="-122"/>
                <a:cs typeface="微软雅黑" panose="020B0503020204020204" charset="-122"/>
                <a:sym typeface="Arial" panose="020B0604020202020204"/>
              </a:rPr>
              <a:t>What effect will you get after you use it?</a:t>
            </a:r>
          </a:p>
        </p:txBody>
      </p:sp>
      <p:cxnSp>
        <p:nvCxnSpPr>
          <p:cNvPr id="38" name="直接连接符 37"/>
          <p:cNvCxnSpPr/>
          <p:nvPr/>
        </p:nvCxnSpPr>
        <p:spPr>
          <a:xfrm>
            <a:off x="10975776" y="4747927"/>
            <a:ext cx="0" cy="46921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2258624" y="6393612"/>
            <a:ext cx="55672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7932279" y="6255113"/>
            <a:ext cx="9958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altLang="zh-CN" sz="1200" dirty="0">
                <a:solidFill>
                  <a:schemeClr val="accent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01</a:t>
            </a:r>
            <a:endParaRPr lang="zh-CN" altLang="en-US" sz="1200" dirty="0">
              <a:solidFill>
                <a:schemeClr val="accent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780802" y="6255113"/>
            <a:ext cx="9958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altLang="zh-CN" sz="1200" dirty="0">
                <a:solidFill>
                  <a:schemeClr val="accent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02</a:t>
            </a:r>
            <a:endParaRPr lang="zh-CN" altLang="en-US" sz="1200" dirty="0">
              <a:solidFill>
                <a:schemeClr val="accent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629325" y="6224335"/>
            <a:ext cx="9958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altLang="zh-CN" sz="1600" dirty="0">
                <a:solidFill>
                  <a:schemeClr val="accent3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03</a:t>
            </a:r>
            <a:endParaRPr lang="zh-CN" altLang="en-US" sz="1600" dirty="0">
              <a:solidFill>
                <a:schemeClr val="accent3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0477848" y="6255113"/>
            <a:ext cx="9958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altLang="zh-CN" sz="1200" dirty="0">
                <a:solidFill>
                  <a:schemeClr val="accent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04</a:t>
            </a:r>
            <a:endParaRPr lang="zh-CN" altLang="en-US" sz="1200" dirty="0">
              <a:solidFill>
                <a:schemeClr val="accent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7562850" y="1562560"/>
            <a:ext cx="4078288" cy="4746165"/>
          </a:xfrm>
          <a:custGeom>
            <a:avLst/>
            <a:gdLst>
              <a:gd name="connsiteX0" fmla="*/ 145024 w 4078288"/>
              <a:gd name="connsiteY0" fmla="*/ 0 h 4746165"/>
              <a:gd name="connsiteX1" fmla="*/ 3933264 w 4078288"/>
              <a:gd name="connsiteY1" fmla="*/ 0 h 4746165"/>
              <a:gd name="connsiteX2" fmla="*/ 4078288 w 4078288"/>
              <a:gd name="connsiteY2" fmla="*/ 145024 h 4746165"/>
              <a:gd name="connsiteX3" fmla="*/ 4078288 w 4078288"/>
              <a:gd name="connsiteY3" fmla="*/ 4601141 h 4746165"/>
              <a:gd name="connsiteX4" fmla="*/ 3933264 w 4078288"/>
              <a:gd name="connsiteY4" fmla="*/ 4746165 h 4746165"/>
              <a:gd name="connsiteX5" fmla="*/ 145024 w 4078288"/>
              <a:gd name="connsiteY5" fmla="*/ 4746165 h 4746165"/>
              <a:gd name="connsiteX6" fmla="*/ 0 w 4078288"/>
              <a:gd name="connsiteY6" fmla="*/ 4601141 h 4746165"/>
              <a:gd name="connsiteX7" fmla="*/ 0 w 4078288"/>
              <a:gd name="connsiteY7" fmla="*/ 145024 h 4746165"/>
              <a:gd name="connsiteX8" fmla="*/ 145024 w 4078288"/>
              <a:gd name="connsiteY8" fmla="*/ 0 h 4746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78288" h="4746165">
                <a:moveTo>
                  <a:pt x="145024" y="0"/>
                </a:moveTo>
                <a:lnTo>
                  <a:pt x="3933264" y="0"/>
                </a:lnTo>
                <a:cubicBezTo>
                  <a:pt x="4013359" y="0"/>
                  <a:pt x="4078288" y="64929"/>
                  <a:pt x="4078288" y="145024"/>
                </a:cubicBezTo>
                <a:lnTo>
                  <a:pt x="4078288" y="4601141"/>
                </a:lnTo>
                <a:cubicBezTo>
                  <a:pt x="4078288" y="4681236"/>
                  <a:pt x="4013359" y="4746165"/>
                  <a:pt x="3933264" y="4746165"/>
                </a:cubicBezTo>
                <a:lnTo>
                  <a:pt x="145024" y="4746165"/>
                </a:lnTo>
                <a:cubicBezTo>
                  <a:pt x="64929" y="4746165"/>
                  <a:pt x="0" y="4681236"/>
                  <a:pt x="0" y="4601141"/>
                </a:cubicBezTo>
                <a:lnTo>
                  <a:pt x="0" y="145024"/>
                </a:lnTo>
                <a:cubicBezTo>
                  <a:pt x="0" y="64929"/>
                  <a:pt x="64929" y="0"/>
                  <a:pt x="145024" y="0"/>
                </a:cubicBezTo>
                <a:close/>
              </a:path>
            </a:pathLst>
          </a:custGeom>
        </p:spPr>
      </p:pic>
      <p:sp>
        <p:nvSpPr>
          <p:cNvPr id="6" name="矩形: 圆角 5"/>
          <p:cNvSpPr/>
          <p:nvPr/>
        </p:nvSpPr>
        <p:spPr>
          <a:xfrm flipH="1" flipV="1">
            <a:off x="-1" y="2585460"/>
            <a:ext cx="4615270" cy="4272540"/>
          </a:xfrm>
          <a:prstGeom prst="roundRect">
            <a:avLst>
              <a:gd name="adj" fmla="val 0"/>
            </a:avLst>
          </a:prstGeom>
          <a:gradFill flip="none" rotWithShape="1">
            <a:gsLst>
              <a:gs pos="62000">
                <a:schemeClr val="accent4">
                  <a:alpha val="0"/>
                </a:schemeClr>
              </a:gs>
              <a:gs pos="100000">
                <a:schemeClr val="accent1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5938" y="681483"/>
            <a:ext cx="2651532" cy="58477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产品研发历程</a:t>
            </a:r>
          </a:p>
        </p:txBody>
      </p:sp>
      <p:pic>
        <p:nvPicPr>
          <p:cNvPr id="5" name="图片 4" descr="图片包含 游戏机&#10;&#10;描述已自动生成"/>
          <p:cNvPicPr>
            <a:picLocks noChangeAspect="1"/>
          </p:cNvPicPr>
          <p:nvPr/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5729469" y="681483"/>
            <a:ext cx="3666761" cy="3690036"/>
          </a:xfrm>
          <a:prstGeom prst="rect">
            <a:avLst/>
          </a:prstGeom>
        </p:spPr>
      </p:pic>
      <p:graphicFrame>
        <p:nvGraphicFramePr>
          <p:cNvPr id="9" name="图表 8"/>
          <p:cNvGraphicFramePr/>
          <p:nvPr/>
        </p:nvGraphicFramePr>
        <p:xfrm>
          <a:off x="179796" y="2376998"/>
          <a:ext cx="2679088" cy="1786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图表 9"/>
          <p:cNvGraphicFramePr/>
          <p:nvPr/>
        </p:nvGraphicFramePr>
        <p:xfrm>
          <a:off x="3369865" y="2376998"/>
          <a:ext cx="2679088" cy="1786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986787" y="3069972"/>
            <a:ext cx="1065106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73%</a:t>
            </a:r>
            <a:endParaRPr lang="zh-CN" altLang="en-US" sz="2000" dirty="0">
              <a:solidFill>
                <a:schemeClr val="bg1"/>
              </a:solidFill>
              <a:effectLst/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176856" y="3069972"/>
            <a:ext cx="1065106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73%</a:t>
            </a:r>
            <a:endParaRPr lang="zh-CN" altLang="en-US" sz="2000" dirty="0">
              <a:solidFill>
                <a:schemeClr val="bg1"/>
              </a:solidFill>
              <a:effectLst/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29094" y="5055997"/>
            <a:ext cx="2330667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您的正文已经简明扼要，但信息却错综复杂，需要用更多的文字来表述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695825" y="5143803"/>
            <a:ext cx="0" cy="61595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93453" y="4549960"/>
            <a:ext cx="2168470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产品研发历程</a:t>
            </a:r>
          </a:p>
        </p:txBody>
      </p:sp>
      <p:sp>
        <p:nvSpPr>
          <p:cNvPr id="16" name="矩形 15"/>
          <p:cNvSpPr/>
          <p:nvPr/>
        </p:nvSpPr>
        <p:spPr>
          <a:xfrm>
            <a:off x="4112730" y="5055997"/>
            <a:ext cx="2330667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您的正文已经简明扼要，但信息却错综复杂，需要用更多的文字来表述</a:t>
            </a:r>
          </a:p>
        </p:txBody>
      </p:sp>
      <p:cxnSp>
        <p:nvCxnSpPr>
          <p:cNvPr id="17" name="直接连接符 16"/>
          <p:cNvCxnSpPr/>
          <p:nvPr/>
        </p:nvCxnSpPr>
        <p:spPr>
          <a:xfrm>
            <a:off x="3979461" y="5143803"/>
            <a:ext cx="0" cy="61595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3877089" y="4549960"/>
            <a:ext cx="2168470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产品研发历程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: 圆角 25"/>
          <p:cNvSpPr/>
          <p:nvPr/>
        </p:nvSpPr>
        <p:spPr>
          <a:xfrm flipH="1" flipV="1">
            <a:off x="-1" y="0"/>
            <a:ext cx="7408127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62000">
                <a:schemeClr val="accent4">
                  <a:alpha val="0"/>
                </a:schemeClr>
              </a:gs>
              <a:gs pos="100000">
                <a:schemeClr val="accent1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6419850" y="1055918"/>
            <a:ext cx="4856163" cy="4746165"/>
          </a:xfrm>
          <a:prstGeom prst="roundRect">
            <a:avLst>
              <a:gd name="adj" fmla="val 3556"/>
            </a:avLst>
          </a:prstGeom>
          <a:solidFill>
            <a:schemeClr val="accent4">
              <a:lumMod val="90000"/>
              <a:lumOff val="10000"/>
            </a:schemeClr>
          </a:solidFill>
          <a:ln>
            <a:gradFill flip="none" rotWithShape="1">
              <a:gsLst>
                <a:gs pos="0">
                  <a:schemeClr val="bg1">
                    <a:alpha val="0"/>
                  </a:schemeClr>
                </a:gs>
                <a:gs pos="67000">
                  <a:schemeClr val="accent3"/>
                </a:gs>
              </a:gsLst>
              <a:lin ang="27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804637" y="4686437"/>
            <a:ext cx="4659990" cy="696685"/>
          </a:xfrm>
          <a:prstGeom prst="roundRect">
            <a:avLst>
              <a:gd name="adj" fmla="val 14351"/>
            </a:avLst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529278" y="4659086"/>
            <a:ext cx="751386" cy="751386"/>
          </a:xfrm>
          <a:prstGeom prst="ellipse">
            <a:avLst/>
          </a:prstGeom>
          <a:solidFill>
            <a:schemeClr val="accent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821034" y="1598009"/>
            <a:ext cx="3286805" cy="407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产品研发历程</a:t>
            </a:r>
          </a:p>
        </p:txBody>
      </p:sp>
      <p:sp>
        <p:nvSpPr>
          <p:cNvPr id="28" name="矩形 27"/>
          <p:cNvSpPr/>
          <p:nvPr/>
        </p:nvSpPr>
        <p:spPr>
          <a:xfrm>
            <a:off x="582522" y="3800653"/>
            <a:ext cx="4999128" cy="307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您的正文已经简明扼要，需要用更多的文字来表述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515938" y="3119831"/>
            <a:ext cx="1719950" cy="479502"/>
            <a:chOff x="970155" y="4337824"/>
            <a:chExt cx="1719950" cy="479502"/>
          </a:xfrm>
        </p:grpSpPr>
        <p:sp>
          <p:nvSpPr>
            <p:cNvPr id="31" name="矩形: 圆角 30"/>
            <p:cNvSpPr/>
            <p:nvPr/>
          </p:nvSpPr>
          <p:spPr>
            <a:xfrm>
              <a:off x="970155" y="4337824"/>
              <a:ext cx="1719950" cy="47950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3"/>
                </a:gs>
              </a:gsLst>
              <a:lin ang="0" scaled="1"/>
              <a:tileRect/>
            </a:gra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1025913" y="4382429"/>
              <a:ext cx="401444" cy="401444"/>
            </a:xfrm>
            <a:prstGeom prst="ellipse">
              <a:avLst/>
            </a:prstGeom>
            <a:solidFill>
              <a:schemeClr val="accent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cxnSp>
          <p:nvCxnSpPr>
            <p:cNvPr id="33" name="直接箭头连接符 32"/>
            <p:cNvCxnSpPr/>
            <p:nvPr/>
          </p:nvCxnSpPr>
          <p:spPr>
            <a:xfrm>
              <a:off x="1126273" y="4571999"/>
              <a:ext cx="189571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本框 33"/>
            <p:cNvSpPr txBox="1"/>
            <p:nvPr/>
          </p:nvSpPr>
          <p:spPr>
            <a:xfrm>
              <a:off x="1527718" y="4428025"/>
              <a:ext cx="1114762" cy="30777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>
              <a:defPPr>
                <a:defRPr lang="zh-CN"/>
              </a:defPPr>
              <a:lvl1pPr>
                <a:defRPr sz="1200">
                  <a:solidFill>
                    <a:srgbClr val="A0DD6D"/>
                  </a:solidFill>
                  <a:latin typeface="+mj-ea"/>
                  <a:ea typeface="+mj-ea"/>
                </a:defRPr>
              </a:lvl1pPr>
            </a:lstStyle>
            <a:p>
              <a:r>
                <a:rPr lang="en-US" altLang="zh-CN" sz="1400" dirty="0">
                  <a:solidFill>
                    <a:srgbClr val="990099"/>
                  </a:solidFill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  <a:sym typeface="Arial" panose="020B0604020202020204"/>
                </a:rPr>
                <a:t>Add Title</a:t>
              </a:r>
              <a:endParaRPr lang="zh-CN" altLang="en-US" sz="1400" dirty="0">
                <a:solidFill>
                  <a:srgbClr val="990099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>
          <a:xfrm flipH="1">
            <a:off x="582522" y="4313405"/>
            <a:ext cx="5411878" cy="0"/>
          </a:xfrm>
          <a:prstGeom prst="line">
            <a:avLst/>
          </a:prstGeom>
          <a:ln>
            <a:solidFill>
              <a:schemeClr val="bg1"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515938" y="757683"/>
            <a:ext cx="2651532" cy="58477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产品研发历程</a:t>
            </a:r>
          </a:p>
        </p:txBody>
      </p:sp>
      <p:sp>
        <p:nvSpPr>
          <p:cNvPr id="40" name="矩形 39"/>
          <p:cNvSpPr/>
          <p:nvPr/>
        </p:nvSpPr>
        <p:spPr>
          <a:xfrm>
            <a:off x="692230" y="1775328"/>
            <a:ext cx="4329713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您的正文已经简明扼要，但信息却错综复杂，需要用更多的文字来表述；但请您尽可能提炼思想的精髓，否则容易造成观者的阅读压力</a:t>
            </a:r>
          </a:p>
        </p:txBody>
      </p:sp>
      <p:cxnSp>
        <p:nvCxnSpPr>
          <p:cNvPr id="41" name="直接连接符 40"/>
          <p:cNvCxnSpPr/>
          <p:nvPr/>
        </p:nvCxnSpPr>
        <p:spPr>
          <a:xfrm>
            <a:off x="570081" y="1865926"/>
            <a:ext cx="0" cy="61036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1185008" y="4834724"/>
            <a:ext cx="4049834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zh-CN" altLang="en-US" sz="2000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单击此处添加您的小标题</a:t>
            </a:r>
            <a:endParaRPr lang="zh-CN" altLang="en-US" sz="2000" dirty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</a:gradFill>
              <a:effectLst/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031942" y="2275069"/>
            <a:ext cx="3788458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您的正文已经简明扼要，但信息却错综复杂，需要用更多的文字来表述；但请您尽可能提炼思想的精髓，否则容易造成观者的阅读压力</a:t>
            </a:r>
          </a:p>
        </p:txBody>
      </p:sp>
      <p:cxnSp>
        <p:nvCxnSpPr>
          <p:cNvPr id="46" name="直接连接符 45"/>
          <p:cNvCxnSpPr/>
          <p:nvPr/>
        </p:nvCxnSpPr>
        <p:spPr>
          <a:xfrm>
            <a:off x="6909792" y="2365667"/>
            <a:ext cx="0" cy="61036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图片 46" descr="图片包含 游戏机&#10;&#10;描述已自动生成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9516652" y="3868926"/>
            <a:ext cx="2714584" cy="2731816"/>
          </a:xfrm>
          <a:prstGeom prst="rect">
            <a:avLst/>
          </a:prstGeom>
        </p:spPr>
      </p:pic>
      <p:sp>
        <p:nvSpPr>
          <p:cNvPr id="48" name="椭圆 47"/>
          <p:cNvSpPr/>
          <p:nvPr/>
        </p:nvSpPr>
        <p:spPr>
          <a:xfrm>
            <a:off x="6904101" y="3495228"/>
            <a:ext cx="941946" cy="941946"/>
          </a:xfrm>
          <a:prstGeom prst="ellipse">
            <a:avLst/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00" scaled="1"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8193851" y="3495228"/>
            <a:ext cx="941946" cy="941946"/>
          </a:xfrm>
          <a:prstGeom prst="ellipse">
            <a:avLst/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00" scaled="1"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9483600" y="3495228"/>
            <a:ext cx="941946" cy="941946"/>
          </a:xfrm>
          <a:prstGeom prst="ellipse">
            <a:avLst/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00" scaled="1"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6793859" y="4869254"/>
            <a:ext cx="33139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2">
                    <a:lumMod val="90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$ 5480+</a:t>
            </a:r>
            <a:endParaRPr lang="zh-CN" altLang="en-US" sz="3600" dirty="0">
              <a:solidFill>
                <a:schemeClr val="bg2">
                  <a:lumMod val="90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6970763" y="3561890"/>
            <a:ext cx="808623" cy="808623"/>
          </a:xfrm>
          <a:custGeom>
            <a:avLst/>
            <a:gdLst>
              <a:gd name="connsiteX0" fmla="*/ 529547 w 1059094"/>
              <a:gd name="connsiteY0" fmla="*/ 0 h 1059094"/>
              <a:gd name="connsiteX1" fmla="*/ 1059094 w 1059094"/>
              <a:gd name="connsiteY1" fmla="*/ 529547 h 1059094"/>
              <a:gd name="connsiteX2" fmla="*/ 529547 w 1059094"/>
              <a:gd name="connsiteY2" fmla="*/ 1059094 h 1059094"/>
              <a:gd name="connsiteX3" fmla="*/ 0 w 1059094"/>
              <a:gd name="connsiteY3" fmla="*/ 529547 h 1059094"/>
              <a:gd name="connsiteX4" fmla="*/ 529547 w 1059094"/>
              <a:gd name="connsiteY4" fmla="*/ 0 h 105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9094" h="1059094">
                <a:moveTo>
                  <a:pt x="529547" y="0"/>
                </a:moveTo>
                <a:cubicBezTo>
                  <a:pt x="822008" y="0"/>
                  <a:pt x="1059094" y="237086"/>
                  <a:pt x="1059094" y="529547"/>
                </a:cubicBezTo>
                <a:cubicBezTo>
                  <a:pt x="1059094" y="822008"/>
                  <a:pt x="822008" y="1059094"/>
                  <a:pt x="529547" y="1059094"/>
                </a:cubicBezTo>
                <a:cubicBezTo>
                  <a:pt x="237086" y="1059094"/>
                  <a:pt x="0" y="822008"/>
                  <a:pt x="0" y="529547"/>
                </a:cubicBezTo>
                <a:cubicBezTo>
                  <a:pt x="0" y="237086"/>
                  <a:pt x="237086" y="0"/>
                  <a:pt x="529547" y="0"/>
                </a:cubicBezTo>
                <a:close/>
              </a:path>
            </a:pathLst>
          </a:cu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 cstate="email"/>
          <a:srcRect/>
          <a:stretch>
            <a:fillRect/>
          </a:stretch>
        </p:blipFill>
        <p:spPr>
          <a:xfrm>
            <a:off x="8260513" y="3561890"/>
            <a:ext cx="808623" cy="808623"/>
          </a:xfrm>
          <a:custGeom>
            <a:avLst/>
            <a:gdLst>
              <a:gd name="connsiteX0" fmla="*/ 529547 w 1059094"/>
              <a:gd name="connsiteY0" fmla="*/ 0 h 1059094"/>
              <a:gd name="connsiteX1" fmla="*/ 1059094 w 1059094"/>
              <a:gd name="connsiteY1" fmla="*/ 529547 h 1059094"/>
              <a:gd name="connsiteX2" fmla="*/ 529547 w 1059094"/>
              <a:gd name="connsiteY2" fmla="*/ 1059094 h 1059094"/>
              <a:gd name="connsiteX3" fmla="*/ 0 w 1059094"/>
              <a:gd name="connsiteY3" fmla="*/ 529547 h 1059094"/>
              <a:gd name="connsiteX4" fmla="*/ 529547 w 1059094"/>
              <a:gd name="connsiteY4" fmla="*/ 0 h 105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9094" h="1059094">
                <a:moveTo>
                  <a:pt x="529547" y="0"/>
                </a:moveTo>
                <a:cubicBezTo>
                  <a:pt x="822008" y="0"/>
                  <a:pt x="1059094" y="237086"/>
                  <a:pt x="1059094" y="529547"/>
                </a:cubicBezTo>
                <a:cubicBezTo>
                  <a:pt x="1059094" y="822008"/>
                  <a:pt x="822008" y="1059094"/>
                  <a:pt x="529547" y="1059094"/>
                </a:cubicBezTo>
                <a:cubicBezTo>
                  <a:pt x="237086" y="1059094"/>
                  <a:pt x="0" y="822008"/>
                  <a:pt x="0" y="529547"/>
                </a:cubicBezTo>
                <a:cubicBezTo>
                  <a:pt x="0" y="237086"/>
                  <a:pt x="237086" y="0"/>
                  <a:pt x="529547" y="0"/>
                </a:cubicBezTo>
                <a:close/>
              </a:path>
            </a:pathLst>
          </a:cu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5" cstate="email"/>
          <a:srcRect/>
          <a:stretch>
            <a:fillRect/>
          </a:stretch>
        </p:blipFill>
        <p:spPr>
          <a:xfrm>
            <a:off x="9550262" y="3561890"/>
            <a:ext cx="808623" cy="808623"/>
          </a:xfrm>
          <a:custGeom>
            <a:avLst/>
            <a:gdLst>
              <a:gd name="connsiteX0" fmla="*/ 529547 w 1059094"/>
              <a:gd name="connsiteY0" fmla="*/ 0 h 1059094"/>
              <a:gd name="connsiteX1" fmla="*/ 1059094 w 1059094"/>
              <a:gd name="connsiteY1" fmla="*/ 529547 h 1059094"/>
              <a:gd name="connsiteX2" fmla="*/ 529547 w 1059094"/>
              <a:gd name="connsiteY2" fmla="*/ 1059094 h 1059094"/>
              <a:gd name="connsiteX3" fmla="*/ 0 w 1059094"/>
              <a:gd name="connsiteY3" fmla="*/ 529547 h 1059094"/>
              <a:gd name="connsiteX4" fmla="*/ 529547 w 1059094"/>
              <a:gd name="connsiteY4" fmla="*/ 0 h 105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9094" h="1059094">
                <a:moveTo>
                  <a:pt x="529547" y="0"/>
                </a:moveTo>
                <a:cubicBezTo>
                  <a:pt x="822008" y="0"/>
                  <a:pt x="1059094" y="237086"/>
                  <a:pt x="1059094" y="529547"/>
                </a:cubicBezTo>
                <a:cubicBezTo>
                  <a:pt x="1059094" y="822008"/>
                  <a:pt x="822008" y="1059094"/>
                  <a:pt x="529547" y="1059094"/>
                </a:cubicBezTo>
                <a:cubicBezTo>
                  <a:pt x="237086" y="1059094"/>
                  <a:pt x="0" y="822008"/>
                  <a:pt x="0" y="529547"/>
                </a:cubicBezTo>
                <a:cubicBezTo>
                  <a:pt x="0" y="237086"/>
                  <a:pt x="237086" y="0"/>
                  <a:pt x="529547" y="0"/>
                </a:cubicBezTo>
                <a:close/>
              </a:path>
            </a:pathLst>
          </a:custGeom>
        </p:spPr>
      </p:pic>
      <p:sp>
        <p:nvSpPr>
          <p:cNvPr id="20" name="图形 14"/>
          <p:cNvSpPr/>
          <p:nvPr/>
        </p:nvSpPr>
        <p:spPr>
          <a:xfrm flipV="1">
            <a:off x="745362" y="4875123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: 圆角 54"/>
          <p:cNvSpPr/>
          <p:nvPr/>
        </p:nvSpPr>
        <p:spPr>
          <a:xfrm flipV="1">
            <a:off x="4783873" y="0"/>
            <a:ext cx="7408127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62000">
                <a:schemeClr val="accent4">
                  <a:alpha val="0"/>
                </a:schemeClr>
              </a:gs>
              <a:gs pos="100000">
                <a:schemeClr val="accent1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56" name="矩形: 圆角 55"/>
          <p:cNvSpPr/>
          <p:nvPr/>
        </p:nvSpPr>
        <p:spPr>
          <a:xfrm flipH="1">
            <a:off x="-1" y="0"/>
            <a:ext cx="7408127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62000">
                <a:schemeClr val="accent4">
                  <a:alpha val="0"/>
                </a:schemeClr>
              </a:gs>
              <a:gs pos="100000">
                <a:schemeClr val="accent1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70234" y="652455"/>
            <a:ext cx="2651532" cy="58477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产品研发历程</a:t>
            </a:r>
          </a:p>
        </p:txBody>
      </p:sp>
      <p:sp>
        <p:nvSpPr>
          <p:cNvPr id="4" name="矩形: 圆角 3"/>
          <p:cNvSpPr/>
          <p:nvPr/>
        </p:nvSpPr>
        <p:spPr>
          <a:xfrm>
            <a:off x="885371" y="2277628"/>
            <a:ext cx="2950459" cy="1608069"/>
          </a:xfrm>
          <a:prstGeom prst="roundRect">
            <a:avLst>
              <a:gd name="adj" fmla="val 7971"/>
            </a:avLst>
          </a:prstGeom>
          <a:solidFill>
            <a:schemeClr val="accent4">
              <a:lumMod val="90000"/>
              <a:lumOff val="10000"/>
            </a:schemeClr>
          </a:solidFill>
          <a:ln>
            <a:gradFill flip="none" rotWithShape="1">
              <a:gsLst>
                <a:gs pos="0">
                  <a:schemeClr val="bg1">
                    <a:alpha val="42000"/>
                  </a:schemeClr>
                </a:gs>
                <a:gs pos="91000">
                  <a:schemeClr val="accent1"/>
                </a:gs>
              </a:gsLst>
              <a:lin ang="27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8324625" y="2277628"/>
            <a:ext cx="2950459" cy="1608069"/>
          </a:xfrm>
          <a:prstGeom prst="roundRect">
            <a:avLst>
              <a:gd name="adj" fmla="val 7971"/>
            </a:avLst>
          </a:prstGeom>
          <a:solidFill>
            <a:schemeClr val="accent4">
              <a:lumMod val="90000"/>
              <a:lumOff val="10000"/>
            </a:schemeClr>
          </a:solidFill>
          <a:ln>
            <a:gradFill flip="none" rotWithShape="1">
              <a:gsLst>
                <a:gs pos="0">
                  <a:schemeClr val="bg1">
                    <a:alpha val="42000"/>
                  </a:schemeClr>
                </a:gs>
                <a:gs pos="91000">
                  <a:schemeClr val="accent1"/>
                </a:gs>
              </a:gsLst>
              <a:lin ang="27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4604998" y="2277628"/>
            <a:ext cx="2950459" cy="1608069"/>
          </a:xfrm>
          <a:prstGeom prst="roundRect">
            <a:avLst>
              <a:gd name="adj" fmla="val 7971"/>
            </a:avLst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8" name="矩形: 圆角 37"/>
          <p:cNvSpPr/>
          <p:nvPr/>
        </p:nvSpPr>
        <p:spPr>
          <a:xfrm>
            <a:off x="885371" y="4445897"/>
            <a:ext cx="2950459" cy="1608069"/>
          </a:xfrm>
          <a:prstGeom prst="roundRect">
            <a:avLst>
              <a:gd name="adj" fmla="val 7971"/>
            </a:avLst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44" name="矩形: 圆角 43"/>
          <p:cNvSpPr/>
          <p:nvPr/>
        </p:nvSpPr>
        <p:spPr>
          <a:xfrm>
            <a:off x="8324625" y="4445897"/>
            <a:ext cx="2950459" cy="1608069"/>
          </a:xfrm>
          <a:prstGeom prst="roundRect">
            <a:avLst>
              <a:gd name="adj" fmla="val 7971"/>
            </a:avLst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50" name="矩形: 圆角 49"/>
          <p:cNvSpPr/>
          <p:nvPr/>
        </p:nvSpPr>
        <p:spPr>
          <a:xfrm>
            <a:off x="4604998" y="4445897"/>
            <a:ext cx="2950459" cy="1608069"/>
          </a:xfrm>
          <a:prstGeom prst="roundRect">
            <a:avLst>
              <a:gd name="adj" fmla="val 7971"/>
            </a:avLst>
          </a:prstGeom>
          <a:solidFill>
            <a:schemeClr val="accent4">
              <a:lumMod val="90000"/>
              <a:lumOff val="10000"/>
            </a:schemeClr>
          </a:solidFill>
          <a:ln>
            <a:gradFill flip="none" rotWithShape="1">
              <a:gsLst>
                <a:gs pos="0">
                  <a:schemeClr val="bg1">
                    <a:alpha val="42000"/>
                  </a:schemeClr>
                </a:gs>
                <a:gs pos="91000">
                  <a:schemeClr val="accent1"/>
                </a:gs>
              </a:gsLst>
              <a:lin ang="27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983482" y="2825950"/>
            <a:ext cx="2168470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研发历程</a:t>
            </a:r>
          </a:p>
        </p:txBody>
      </p:sp>
      <p:sp>
        <p:nvSpPr>
          <p:cNvPr id="67" name="矩形 66"/>
          <p:cNvSpPr/>
          <p:nvPr/>
        </p:nvSpPr>
        <p:spPr>
          <a:xfrm>
            <a:off x="983483" y="3200208"/>
            <a:ext cx="1289166" cy="547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您的正文已经简明扼要</a:t>
            </a:r>
          </a:p>
        </p:txBody>
      </p:sp>
      <p:sp>
        <p:nvSpPr>
          <p:cNvPr id="68" name="文本框 67"/>
          <p:cNvSpPr txBox="1"/>
          <p:nvPr/>
        </p:nvSpPr>
        <p:spPr>
          <a:xfrm>
            <a:off x="1002208" y="2406718"/>
            <a:ext cx="1023119" cy="307777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76%</a:t>
            </a:r>
            <a:endParaRPr lang="zh-CN" altLang="en-US" sz="1400" dirty="0">
              <a:solidFill>
                <a:schemeClr val="bg1"/>
              </a:solidFill>
              <a:effectLst/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cxnSp>
        <p:nvCxnSpPr>
          <p:cNvPr id="69" name="直接连接符 68"/>
          <p:cNvCxnSpPr/>
          <p:nvPr/>
        </p:nvCxnSpPr>
        <p:spPr>
          <a:xfrm flipH="1">
            <a:off x="1598030" y="2560606"/>
            <a:ext cx="619242" cy="0"/>
          </a:xfrm>
          <a:prstGeom prst="line">
            <a:avLst/>
          </a:prstGeom>
          <a:ln>
            <a:solidFill>
              <a:schemeClr val="bg1"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/>
          <p:cNvSpPr txBox="1"/>
          <p:nvPr/>
        </p:nvSpPr>
        <p:spPr>
          <a:xfrm>
            <a:off x="4761002" y="5017306"/>
            <a:ext cx="2168470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研发历程</a:t>
            </a:r>
          </a:p>
        </p:txBody>
      </p:sp>
      <p:sp>
        <p:nvSpPr>
          <p:cNvPr id="72" name="矩形 71"/>
          <p:cNvSpPr/>
          <p:nvPr/>
        </p:nvSpPr>
        <p:spPr>
          <a:xfrm>
            <a:off x="4761003" y="5391564"/>
            <a:ext cx="1289166" cy="547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您的正文已经简明扼要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4779728" y="4598074"/>
            <a:ext cx="1023119" cy="307777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76%</a:t>
            </a:r>
            <a:endParaRPr lang="zh-CN" altLang="en-US" sz="1400" dirty="0">
              <a:solidFill>
                <a:schemeClr val="bg1"/>
              </a:solidFill>
              <a:effectLst/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cxnSp>
        <p:nvCxnSpPr>
          <p:cNvPr id="74" name="直接连接符 73"/>
          <p:cNvCxnSpPr/>
          <p:nvPr/>
        </p:nvCxnSpPr>
        <p:spPr>
          <a:xfrm flipH="1">
            <a:off x="5375550" y="4751962"/>
            <a:ext cx="619242" cy="0"/>
          </a:xfrm>
          <a:prstGeom prst="line">
            <a:avLst/>
          </a:prstGeom>
          <a:ln>
            <a:solidFill>
              <a:schemeClr val="bg1"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/>
          <p:cNvSpPr txBox="1"/>
          <p:nvPr/>
        </p:nvSpPr>
        <p:spPr>
          <a:xfrm>
            <a:off x="8425500" y="2825950"/>
            <a:ext cx="2168470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研发历程</a:t>
            </a:r>
          </a:p>
        </p:txBody>
      </p:sp>
      <p:sp>
        <p:nvSpPr>
          <p:cNvPr id="76" name="矩形 75"/>
          <p:cNvSpPr/>
          <p:nvPr/>
        </p:nvSpPr>
        <p:spPr>
          <a:xfrm>
            <a:off x="8425501" y="3200208"/>
            <a:ext cx="1289166" cy="547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您的正文已经简明扼要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8444226" y="2406718"/>
            <a:ext cx="1023119" cy="307777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76%</a:t>
            </a:r>
            <a:endParaRPr lang="zh-CN" altLang="en-US" sz="1400" dirty="0">
              <a:solidFill>
                <a:schemeClr val="bg1"/>
              </a:solidFill>
              <a:effectLst/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cxnSp>
        <p:nvCxnSpPr>
          <p:cNvPr id="78" name="直接连接符 77"/>
          <p:cNvCxnSpPr/>
          <p:nvPr/>
        </p:nvCxnSpPr>
        <p:spPr>
          <a:xfrm flipH="1">
            <a:off x="9040048" y="2560606"/>
            <a:ext cx="619242" cy="0"/>
          </a:xfrm>
          <a:prstGeom prst="line">
            <a:avLst/>
          </a:prstGeom>
          <a:ln>
            <a:solidFill>
              <a:schemeClr val="bg1"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/>
          <p:cNvSpPr txBox="1"/>
          <p:nvPr/>
        </p:nvSpPr>
        <p:spPr>
          <a:xfrm>
            <a:off x="4693150" y="3178420"/>
            <a:ext cx="1312893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zh-CN" altLang="en-US" sz="2000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研发历程</a:t>
            </a:r>
          </a:p>
        </p:txBody>
      </p:sp>
      <p:sp>
        <p:nvSpPr>
          <p:cNvPr id="81" name="椭圆 80"/>
          <p:cNvSpPr/>
          <p:nvPr/>
        </p:nvSpPr>
        <p:spPr>
          <a:xfrm>
            <a:off x="5108702" y="2602215"/>
            <a:ext cx="481789" cy="481789"/>
          </a:xfrm>
          <a:prstGeom prst="ellipse">
            <a:avLst/>
          </a:prstGeom>
          <a:solidFill>
            <a:schemeClr val="accent3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961768" y="5281686"/>
            <a:ext cx="1312893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zh-CN" altLang="en-US" sz="2000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研发历程</a:t>
            </a:r>
          </a:p>
        </p:txBody>
      </p:sp>
      <p:sp>
        <p:nvSpPr>
          <p:cNvPr id="83" name="椭圆 82"/>
          <p:cNvSpPr/>
          <p:nvPr/>
        </p:nvSpPr>
        <p:spPr>
          <a:xfrm>
            <a:off x="1377320" y="4705481"/>
            <a:ext cx="481789" cy="481789"/>
          </a:xfrm>
          <a:prstGeom prst="ellipse">
            <a:avLst/>
          </a:prstGeom>
          <a:solidFill>
            <a:schemeClr val="accent3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8462254" y="5281686"/>
            <a:ext cx="1312893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zh-CN" altLang="en-US" sz="2000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研发历程</a:t>
            </a:r>
          </a:p>
        </p:txBody>
      </p:sp>
      <p:sp>
        <p:nvSpPr>
          <p:cNvPr id="85" name="椭圆 84"/>
          <p:cNvSpPr/>
          <p:nvPr/>
        </p:nvSpPr>
        <p:spPr>
          <a:xfrm>
            <a:off x="8877806" y="4705481"/>
            <a:ext cx="481789" cy="481789"/>
          </a:xfrm>
          <a:prstGeom prst="ellipse">
            <a:avLst/>
          </a:prstGeom>
          <a:solidFill>
            <a:schemeClr val="accent3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9838392" y="4445897"/>
            <a:ext cx="1468238" cy="1608069"/>
          </a:xfrm>
          <a:custGeom>
            <a:avLst/>
            <a:gdLst>
              <a:gd name="connsiteX0" fmla="*/ 0 w 1468238"/>
              <a:gd name="connsiteY0" fmla="*/ 0 h 1608069"/>
              <a:gd name="connsiteX1" fmla="*/ 1340058 w 1468238"/>
              <a:gd name="connsiteY1" fmla="*/ 0 h 1608069"/>
              <a:gd name="connsiteX2" fmla="*/ 1468238 w 1468238"/>
              <a:gd name="connsiteY2" fmla="*/ 128180 h 1608069"/>
              <a:gd name="connsiteX3" fmla="*/ 1468238 w 1468238"/>
              <a:gd name="connsiteY3" fmla="*/ 1479889 h 1608069"/>
              <a:gd name="connsiteX4" fmla="*/ 1340058 w 1468238"/>
              <a:gd name="connsiteY4" fmla="*/ 1608069 h 1608069"/>
              <a:gd name="connsiteX5" fmla="*/ 0 w 1468238"/>
              <a:gd name="connsiteY5" fmla="*/ 1608069 h 1608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68238" h="1608069">
                <a:moveTo>
                  <a:pt x="0" y="0"/>
                </a:moveTo>
                <a:lnTo>
                  <a:pt x="1340058" y="0"/>
                </a:lnTo>
                <a:cubicBezTo>
                  <a:pt x="1410850" y="0"/>
                  <a:pt x="1468238" y="57388"/>
                  <a:pt x="1468238" y="128180"/>
                </a:cubicBezTo>
                <a:lnTo>
                  <a:pt x="1468238" y="1479889"/>
                </a:lnTo>
                <a:cubicBezTo>
                  <a:pt x="1468238" y="1550681"/>
                  <a:pt x="1410850" y="1608069"/>
                  <a:pt x="1340058" y="1608069"/>
                </a:cubicBezTo>
                <a:lnTo>
                  <a:pt x="0" y="1608069"/>
                </a:lnTo>
                <a:close/>
              </a:path>
            </a:pathLst>
          </a:custGeom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2399138" y="2277628"/>
            <a:ext cx="1468238" cy="1608069"/>
          </a:xfrm>
          <a:custGeom>
            <a:avLst/>
            <a:gdLst>
              <a:gd name="connsiteX0" fmla="*/ 0 w 1468238"/>
              <a:gd name="connsiteY0" fmla="*/ 0 h 1608069"/>
              <a:gd name="connsiteX1" fmla="*/ 1340058 w 1468238"/>
              <a:gd name="connsiteY1" fmla="*/ 0 h 1608069"/>
              <a:gd name="connsiteX2" fmla="*/ 1468238 w 1468238"/>
              <a:gd name="connsiteY2" fmla="*/ 128180 h 1608069"/>
              <a:gd name="connsiteX3" fmla="*/ 1468238 w 1468238"/>
              <a:gd name="connsiteY3" fmla="*/ 1479889 h 1608069"/>
              <a:gd name="connsiteX4" fmla="*/ 1340058 w 1468238"/>
              <a:gd name="connsiteY4" fmla="*/ 1608069 h 1608069"/>
              <a:gd name="connsiteX5" fmla="*/ 0 w 1468238"/>
              <a:gd name="connsiteY5" fmla="*/ 1608069 h 1608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68238" h="1608069">
                <a:moveTo>
                  <a:pt x="0" y="0"/>
                </a:moveTo>
                <a:lnTo>
                  <a:pt x="1340058" y="0"/>
                </a:lnTo>
                <a:cubicBezTo>
                  <a:pt x="1410850" y="0"/>
                  <a:pt x="1468238" y="57388"/>
                  <a:pt x="1468238" y="128180"/>
                </a:cubicBezTo>
                <a:lnTo>
                  <a:pt x="1468238" y="1479889"/>
                </a:lnTo>
                <a:cubicBezTo>
                  <a:pt x="1468238" y="1550681"/>
                  <a:pt x="1410850" y="1608069"/>
                  <a:pt x="1340058" y="1608069"/>
                </a:cubicBezTo>
                <a:lnTo>
                  <a:pt x="0" y="1608069"/>
                </a:lnTo>
                <a:close/>
              </a:path>
            </a:pathLst>
          </a:custGeom>
        </p:spPr>
      </p:pic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4" cstate="email"/>
          <a:srcRect/>
          <a:stretch>
            <a:fillRect/>
          </a:stretch>
        </p:blipFill>
        <p:spPr>
          <a:xfrm>
            <a:off x="6118765" y="2277628"/>
            <a:ext cx="1468238" cy="1608069"/>
          </a:xfrm>
          <a:custGeom>
            <a:avLst/>
            <a:gdLst>
              <a:gd name="connsiteX0" fmla="*/ 0 w 1468238"/>
              <a:gd name="connsiteY0" fmla="*/ 0 h 1608069"/>
              <a:gd name="connsiteX1" fmla="*/ 1340058 w 1468238"/>
              <a:gd name="connsiteY1" fmla="*/ 0 h 1608069"/>
              <a:gd name="connsiteX2" fmla="*/ 1468238 w 1468238"/>
              <a:gd name="connsiteY2" fmla="*/ 128180 h 1608069"/>
              <a:gd name="connsiteX3" fmla="*/ 1468238 w 1468238"/>
              <a:gd name="connsiteY3" fmla="*/ 1479889 h 1608069"/>
              <a:gd name="connsiteX4" fmla="*/ 1340058 w 1468238"/>
              <a:gd name="connsiteY4" fmla="*/ 1608069 h 1608069"/>
              <a:gd name="connsiteX5" fmla="*/ 0 w 1468238"/>
              <a:gd name="connsiteY5" fmla="*/ 1608069 h 1608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68238" h="1608069">
                <a:moveTo>
                  <a:pt x="0" y="0"/>
                </a:moveTo>
                <a:lnTo>
                  <a:pt x="1340058" y="0"/>
                </a:lnTo>
                <a:cubicBezTo>
                  <a:pt x="1410850" y="0"/>
                  <a:pt x="1468238" y="57388"/>
                  <a:pt x="1468238" y="128180"/>
                </a:cubicBezTo>
                <a:lnTo>
                  <a:pt x="1468238" y="1479889"/>
                </a:lnTo>
                <a:cubicBezTo>
                  <a:pt x="1468238" y="1550681"/>
                  <a:pt x="1410850" y="1608069"/>
                  <a:pt x="1340058" y="1608069"/>
                </a:cubicBezTo>
                <a:lnTo>
                  <a:pt x="0" y="1608069"/>
                </a:lnTo>
                <a:close/>
              </a:path>
            </a:pathLst>
          </a:custGeom>
        </p:spPr>
      </p:pic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5" cstate="email"/>
          <a:srcRect/>
          <a:stretch>
            <a:fillRect/>
          </a:stretch>
        </p:blipFill>
        <p:spPr>
          <a:xfrm>
            <a:off x="9838392" y="2277628"/>
            <a:ext cx="1468238" cy="1608069"/>
          </a:xfrm>
          <a:custGeom>
            <a:avLst/>
            <a:gdLst>
              <a:gd name="connsiteX0" fmla="*/ 0 w 1468238"/>
              <a:gd name="connsiteY0" fmla="*/ 0 h 1608069"/>
              <a:gd name="connsiteX1" fmla="*/ 1340058 w 1468238"/>
              <a:gd name="connsiteY1" fmla="*/ 0 h 1608069"/>
              <a:gd name="connsiteX2" fmla="*/ 1468238 w 1468238"/>
              <a:gd name="connsiteY2" fmla="*/ 128180 h 1608069"/>
              <a:gd name="connsiteX3" fmla="*/ 1468238 w 1468238"/>
              <a:gd name="connsiteY3" fmla="*/ 1479889 h 1608069"/>
              <a:gd name="connsiteX4" fmla="*/ 1340058 w 1468238"/>
              <a:gd name="connsiteY4" fmla="*/ 1608069 h 1608069"/>
              <a:gd name="connsiteX5" fmla="*/ 0 w 1468238"/>
              <a:gd name="connsiteY5" fmla="*/ 1608069 h 1608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68238" h="1608069">
                <a:moveTo>
                  <a:pt x="0" y="0"/>
                </a:moveTo>
                <a:lnTo>
                  <a:pt x="1340058" y="0"/>
                </a:lnTo>
                <a:cubicBezTo>
                  <a:pt x="1410850" y="0"/>
                  <a:pt x="1468238" y="57388"/>
                  <a:pt x="1468238" y="128180"/>
                </a:cubicBezTo>
                <a:lnTo>
                  <a:pt x="1468238" y="1479889"/>
                </a:lnTo>
                <a:cubicBezTo>
                  <a:pt x="1468238" y="1550681"/>
                  <a:pt x="1410850" y="1608069"/>
                  <a:pt x="1340058" y="1608069"/>
                </a:cubicBezTo>
                <a:lnTo>
                  <a:pt x="0" y="1608069"/>
                </a:lnTo>
                <a:close/>
              </a:path>
            </a:pathLst>
          </a:custGeom>
        </p:spPr>
      </p:pic>
      <p:grpSp>
        <p:nvGrpSpPr>
          <p:cNvPr id="22" name="组合 21"/>
          <p:cNvGrpSpPr/>
          <p:nvPr/>
        </p:nvGrpSpPr>
        <p:grpSpPr>
          <a:xfrm>
            <a:off x="9656526" y="3731882"/>
            <a:ext cx="286657" cy="286657"/>
            <a:chOff x="2638097" y="2317532"/>
            <a:chExt cx="462455" cy="462455"/>
          </a:xfrm>
        </p:grpSpPr>
        <p:sp>
          <p:nvSpPr>
            <p:cNvPr id="23" name="椭圆 22"/>
            <p:cNvSpPr/>
            <p:nvPr/>
          </p:nvSpPr>
          <p:spPr>
            <a:xfrm>
              <a:off x="2638097" y="2317532"/>
              <a:ext cx="462455" cy="462455"/>
            </a:xfrm>
            <a:prstGeom prst="ellipse">
              <a:avLst/>
            </a:prstGeom>
            <a:solidFill>
              <a:schemeClr val="accent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24" name="加号 23"/>
            <p:cNvSpPr/>
            <p:nvPr/>
          </p:nvSpPr>
          <p:spPr>
            <a:xfrm>
              <a:off x="2727434" y="2406869"/>
              <a:ext cx="283780" cy="283780"/>
            </a:xfrm>
            <a:prstGeom prst="mathPlus">
              <a:avLst/>
            </a:prstGeom>
            <a:solidFill>
              <a:schemeClr val="bg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5936899" y="3731882"/>
            <a:ext cx="286657" cy="286657"/>
            <a:chOff x="2638097" y="2317532"/>
            <a:chExt cx="462455" cy="462455"/>
          </a:xfrm>
        </p:grpSpPr>
        <p:sp>
          <p:nvSpPr>
            <p:cNvPr id="35" name="椭圆 34"/>
            <p:cNvSpPr/>
            <p:nvPr/>
          </p:nvSpPr>
          <p:spPr>
            <a:xfrm>
              <a:off x="2638097" y="2317532"/>
              <a:ext cx="462455" cy="462455"/>
            </a:xfrm>
            <a:prstGeom prst="ellipse">
              <a:avLst/>
            </a:prstGeom>
            <a:solidFill>
              <a:schemeClr val="accent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36" name="加号 35"/>
            <p:cNvSpPr/>
            <p:nvPr/>
          </p:nvSpPr>
          <p:spPr>
            <a:xfrm>
              <a:off x="2727434" y="2406869"/>
              <a:ext cx="283780" cy="283780"/>
            </a:xfrm>
            <a:prstGeom prst="mathPlus">
              <a:avLst/>
            </a:prstGeom>
            <a:solidFill>
              <a:schemeClr val="bg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217272" y="3731882"/>
            <a:ext cx="286657" cy="286657"/>
            <a:chOff x="2638097" y="2317532"/>
            <a:chExt cx="462455" cy="462455"/>
          </a:xfrm>
        </p:grpSpPr>
        <p:sp>
          <p:nvSpPr>
            <p:cNvPr id="7" name="椭圆 6"/>
            <p:cNvSpPr/>
            <p:nvPr/>
          </p:nvSpPr>
          <p:spPr>
            <a:xfrm>
              <a:off x="2638097" y="2317532"/>
              <a:ext cx="462455" cy="462455"/>
            </a:xfrm>
            <a:prstGeom prst="ellipse">
              <a:avLst/>
            </a:prstGeom>
            <a:solidFill>
              <a:schemeClr val="accent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8" name="加号 7"/>
            <p:cNvSpPr/>
            <p:nvPr/>
          </p:nvSpPr>
          <p:spPr>
            <a:xfrm>
              <a:off x="2727434" y="2406869"/>
              <a:ext cx="283780" cy="283780"/>
            </a:xfrm>
            <a:prstGeom prst="mathPlus">
              <a:avLst/>
            </a:prstGeom>
            <a:solidFill>
              <a:schemeClr val="bg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</p:grpSp>
      <p:pic>
        <p:nvPicPr>
          <p:cNvPr id="28" name="图片 27"/>
          <p:cNvPicPr>
            <a:picLocks noChangeAspect="1"/>
          </p:cNvPicPr>
          <p:nvPr/>
        </p:nvPicPr>
        <p:blipFill rotWithShape="1">
          <a:blip r:embed="rId6" cstate="email"/>
          <a:srcRect/>
          <a:stretch>
            <a:fillRect/>
          </a:stretch>
        </p:blipFill>
        <p:spPr>
          <a:xfrm>
            <a:off x="6118765" y="4445897"/>
            <a:ext cx="1468238" cy="1608069"/>
          </a:xfrm>
          <a:custGeom>
            <a:avLst/>
            <a:gdLst>
              <a:gd name="connsiteX0" fmla="*/ 0 w 1468238"/>
              <a:gd name="connsiteY0" fmla="*/ 0 h 1608069"/>
              <a:gd name="connsiteX1" fmla="*/ 1340058 w 1468238"/>
              <a:gd name="connsiteY1" fmla="*/ 0 h 1608069"/>
              <a:gd name="connsiteX2" fmla="*/ 1468238 w 1468238"/>
              <a:gd name="connsiteY2" fmla="*/ 128180 h 1608069"/>
              <a:gd name="connsiteX3" fmla="*/ 1468238 w 1468238"/>
              <a:gd name="connsiteY3" fmla="*/ 1479889 h 1608069"/>
              <a:gd name="connsiteX4" fmla="*/ 1340058 w 1468238"/>
              <a:gd name="connsiteY4" fmla="*/ 1608069 h 1608069"/>
              <a:gd name="connsiteX5" fmla="*/ 0 w 1468238"/>
              <a:gd name="connsiteY5" fmla="*/ 1608069 h 1608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68238" h="1608069">
                <a:moveTo>
                  <a:pt x="0" y="0"/>
                </a:moveTo>
                <a:lnTo>
                  <a:pt x="1340058" y="0"/>
                </a:lnTo>
                <a:cubicBezTo>
                  <a:pt x="1410850" y="0"/>
                  <a:pt x="1468238" y="57388"/>
                  <a:pt x="1468238" y="128180"/>
                </a:cubicBezTo>
                <a:lnTo>
                  <a:pt x="1468238" y="1479889"/>
                </a:lnTo>
                <a:cubicBezTo>
                  <a:pt x="1468238" y="1550681"/>
                  <a:pt x="1410850" y="1608069"/>
                  <a:pt x="1340058" y="1608069"/>
                </a:cubicBezTo>
                <a:lnTo>
                  <a:pt x="0" y="1608069"/>
                </a:lnTo>
                <a:close/>
              </a:path>
            </a:pathLst>
          </a:custGeom>
        </p:spPr>
      </p:pic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7" cstate="email"/>
          <a:srcRect/>
          <a:stretch>
            <a:fillRect/>
          </a:stretch>
        </p:blipFill>
        <p:spPr>
          <a:xfrm>
            <a:off x="2399138" y="4445897"/>
            <a:ext cx="1468238" cy="1608069"/>
          </a:xfrm>
          <a:custGeom>
            <a:avLst/>
            <a:gdLst>
              <a:gd name="connsiteX0" fmla="*/ 0 w 1468238"/>
              <a:gd name="connsiteY0" fmla="*/ 0 h 1608069"/>
              <a:gd name="connsiteX1" fmla="*/ 1340058 w 1468238"/>
              <a:gd name="connsiteY1" fmla="*/ 0 h 1608069"/>
              <a:gd name="connsiteX2" fmla="*/ 1468238 w 1468238"/>
              <a:gd name="connsiteY2" fmla="*/ 128180 h 1608069"/>
              <a:gd name="connsiteX3" fmla="*/ 1468238 w 1468238"/>
              <a:gd name="connsiteY3" fmla="*/ 1479889 h 1608069"/>
              <a:gd name="connsiteX4" fmla="*/ 1340058 w 1468238"/>
              <a:gd name="connsiteY4" fmla="*/ 1608069 h 1608069"/>
              <a:gd name="connsiteX5" fmla="*/ 0 w 1468238"/>
              <a:gd name="connsiteY5" fmla="*/ 1608069 h 1608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68238" h="1608069">
                <a:moveTo>
                  <a:pt x="0" y="0"/>
                </a:moveTo>
                <a:lnTo>
                  <a:pt x="1340058" y="0"/>
                </a:lnTo>
                <a:cubicBezTo>
                  <a:pt x="1410850" y="0"/>
                  <a:pt x="1468238" y="57388"/>
                  <a:pt x="1468238" y="128180"/>
                </a:cubicBezTo>
                <a:lnTo>
                  <a:pt x="1468238" y="1479889"/>
                </a:lnTo>
                <a:cubicBezTo>
                  <a:pt x="1468238" y="1550681"/>
                  <a:pt x="1410850" y="1608069"/>
                  <a:pt x="1340058" y="1608069"/>
                </a:cubicBezTo>
                <a:lnTo>
                  <a:pt x="0" y="1608069"/>
                </a:lnTo>
                <a:close/>
              </a:path>
            </a:pathLst>
          </a:custGeom>
        </p:spPr>
      </p:pic>
      <p:grpSp>
        <p:nvGrpSpPr>
          <p:cNvPr id="40" name="组合 39"/>
          <p:cNvGrpSpPr/>
          <p:nvPr/>
        </p:nvGrpSpPr>
        <p:grpSpPr>
          <a:xfrm>
            <a:off x="2217272" y="5900151"/>
            <a:ext cx="286657" cy="286657"/>
            <a:chOff x="2638097" y="2317532"/>
            <a:chExt cx="462455" cy="462455"/>
          </a:xfrm>
        </p:grpSpPr>
        <p:sp>
          <p:nvSpPr>
            <p:cNvPr id="41" name="椭圆 40"/>
            <p:cNvSpPr/>
            <p:nvPr/>
          </p:nvSpPr>
          <p:spPr>
            <a:xfrm>
              <a:off x="2638097" y="2317532"/>
              <a:ext cx="462455" cy="462455"/>
            </a:xfrm>
            <a:prstGeom prst="ellipse">
              <a:avLst/>
            </a:prstGeom>
            <a:solidFill>
              <a:schemeClr val="accent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42" name="加号 41"/>
            <p:cNvSpPr/>
            <p:nvPr/>
          </p:nvSpPr>
          <p:spPr>
            <a:xfrm>
              <a:off x="2727434" y="2406869"/>
              <a:ext cx="283780" cy="283780"/>
            </a:xfrm>
            <a:prstGeom prst="mathPlus">
              <a:avLst/>
            </a:prstGeom>
            <a:solidFill>
              <a:schemeClr val="bg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9656526" y="5900151"/>
            <a:ext cx="286657" cy="286657"/>
            <a:chOff x="2638097" y="2317532"/>
            <a:chExt cx="462455" cy="462455"/>
          </a:xfrm>
        </p:grpSpPr>
        <p:sp>
          <p:nvSpPr>
            <p:cNvPr id="47" name="椭圆 46"/>
            <p:cNvSpPr/>
            <p:nvPr/>
          </p:nvSpPr>
          <p:spPr>
            <a:xfrm>
              <a:off x="2638097" y="2317532"/>
              <a:ext cx="462455" cy="462455"/>
            </a:xfrm>
            <a:prstGeom prst="ellipse">
              <a:avLst/>
            </a:prstGeom>
            <a:solidFill>
              <a:schemeClr val="accent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48" name="加号 47"/>
            <p:cNvSpPr/>
            <p:nvPr/>
          </p:nvSpPr>
          <p:spPr>
            <a:xfrm>
              <a:off x="2727434" y="2406869"/>
              <a:ext cx="283780" cy="283780"/>
            </a:xfrm>
            <a:prstGeom prst="mathPlus">
              <a:avLst/>
            </a:prstGeom>
            <a:solidFill>
              <a:schemeClr val="bg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5936899" y="5900151"/>
            <a:ext cx="286657" cy="286657"/>
            <a:chOff x="2638097" y="2317532"/>
            <a:chExt cx="462455" cy="462455"/>
          </a:xfrm>
        </p:grpSpPr>
        <p:sp>
          <p:nvSpPr>
            <p:cNvPr id="53" name="椭圆 52"/>
            <p:cNvSpPr/>
            <p:nvPr/>
          </p:nvSpPr>
          <p:spPr>
            <a:xfrm>
              <a:off x="2638097" y="2317532"/>
              <a:ext cx="462455" cy="462455"/>
            </a:xfrm>
            <a:prstGeom prst="ellipse">
              <a:avLst/>
            </a:prstGeom>
            <a:solidFill>
              <a:schemeClr val="accent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54" name="加号 53"/>
            <p:cNvSpPr/>
            <p:nvPr/>
          </p:nvSpPr>
          <p:spPr>
            <a:xfrm>
              <a:off x="2727434" y="2406869"/>
              <a:ext cx="283780" cy="283780"/>
            </a:xfrm>
            <a:prstGeom prst="mathPlus">
              <a:avLst/>
            </a:prstGeom>
            <a:solidFill>
              <a:schemeClr val="bg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</p:grpSp>
      <p:sp>
        <p:nvSpPr>
          <p:cNvPr id="86" name="图形 14"/>
          <p:cNvSpPr/>
          <p:nvPr/>
        </p:nvSpPr>
        <p:spPr>
          <a:xfrm flipV="1">
            <a:off x="5233948" y="2727426"/>
            <a:ext cx="231297" cy="231366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accent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87" name="图形 53"/>
          <p:cNvSpPr/>
          <p:nvPr/>
        </p:nvSpPr>
        <p:spPr>
          <a:xfrm flipV="1">
            <a:off x="1502572" y="4830692"/>
            <a:ext cx="231284" cy="231366"/>
          </a:xfrm>
          <a:custGeom>
            <a:avLst/>
            <a:gdLst>
              <a:gd name="connsiteX0" fmla="*/ 279909 w 319200"/>
              <a:gd name="connsiteY0" fmla="*/ 269492 h 319313"/>
              <a:gd name="connsiteX1" fmla="*/ 279909 w 319200"/>
              <a:gd name="connsiteY1" fmla="*/ 269492 h 319313"/>
              <a:gd name="connsiteX2" fmla="*/ 251440 w 319200"/>
              <a:gd name="connsiteY2" fmla="*/ 240751 h 319313"/>
              <a:gd name="connsiteX3" fmla="*/ 267359 w 319200"/>
              <a:gd name="connsiteY3" fmla="*/ 236505 h 319313"/>
              <a:gd name="connsiteX4" fmla="*/ 296009 w 319200"/>
              <a:gd name="connsiteY4" fmla="*/ 265065 h 319313"/>
              <a:gd name="connsiteX5" fmla="*/ 279909 w 319200"/>
              <a:gd name="connsiteY5" fmla="*/ 269492 h 319313"/>
              <a:gd name="connsiteX6" fmla="*/ 265059 w 319200"/>
              <a:gd name="connsiteY6" fmla="*/ 295923 h 319313"/>
              <a:gd name="connsiteX7" fmla="*/ 265059 w 319200"/>
              <a:gd name="connsiteY7" fmla="*/ 295923 h 319313"/>
              <a:gd name="connsiteX8" fmla="*/ 236410 w 319200"/>
              <a:gd name="connsiteY8" fmla="*/ 267364 h 319313"/>
              <a:gd name="connsiteX9" fmla="*/ 240828 w 319200"/>
              <a:gd name="connsiteY9" fmla="*/ 251364 h 319313"/>
              <a:gd name="connsiteX10" fmla="*/ 269478 w 319200"/>
              <a:gd name="connsiteY10" fmla="*/ 280014 h 319313"/>
              <a:gd name="connsiteX11" fmla="*/ 265059 w 319200"/>
              <a:gd name="connsiteY11" fmla="*/ 295923 h 319313"/>
              <a:gd name="connsiteX12" fmla="*/ 166107 w 319200"/>
              <a:gd name="connsiteY12" fmla="*/ 183977 h 319313"/>
              <a:gd name="connsiteX13" fmla="*/ 166107 w 319200"/>
              <a:gd name="connsiteY13" fmla="*/ 183977 h 319313"/>
              <a:gd name="connsiteX14" fmla="*/ 155757 w 319200"/>
              <a:gd name="connsiteY14" fmla="*/ 185744 h 319313"/>
              <a:gd name="connsiteX15" fmla="*/ 134541 w 319200"/>
              <a:gd name="connsiteY15" fmla="*/ 176905 h 319313"/>
              <a:gd name="connsiteX16" fmla="*/ 134541 w 319200"/>
              <a:gd name="connsiteY16" fmla="*/ 176905 h 319313"/>
              <a:gd name="connsiteX17" fmla="*/ 125786 w 319200"/>
              <a:gd name="connsiteY17" fmla="*/ 155681 h 319313"/>
              <a:gd name="connsiteX18" fmla="*/ 134541 w 319200"/>
              <a:gd name="connsiteY18" fmla="*/ 134637 h 319313"/>
              <a:gd name="connsiteX19" fmla="*/ 155757 w 319200"/>
              <a:gd name="connsiteY19" fmla="*/ 125790 h 319313"/>
              <a:gd name="connsiteX20" fmla="*/ 176891 w 319200"/>
              <a:gd name="connsiteY20" fmla="*/ 134456 h 319313"/>
              <a:gd name="connsiteX21" fmla="*/ 176891 w 319200"/>
              <a:gd name="connsiteY21" fmla="*/ 134637 h 319313"/>
              <a:gd name="connsiteX22" fmla="*/ 185647 w 319200"/>
              <a:gd name="connsiteY22" fmla="*/ 155681 h 319313"/>
              <a:gd name="connsiteX23" fmla="*/ 183881 w 319200"/>
              <a:gd name="connsiteY23" fmla="*/ 166121 h 319313"/>
              <a:gd name="connsiteX24" fmla="*/ 164604 w 319200"/>
              <a:gd name="connsiteY24" fmla="*/ 146924 h 319313"/>
              <a:gd name="connsiteX25" fmla="*/ 146919 w 319200"/>
              <a:gd name="connsiteY25" fmla="*/ 146924 h 319313"/>
              <a:gd name="connsiteX26" fmla="*/ 146919 w 319200"/>
              <a:gd name="connsiteY26" fmla="*/ 164527 h 319313"/>
              <a:gd name="connsiteX27" fmla="*/ 166107 w 319200"/>
              <a:gd name="connsiteY27" fmla="*/ 183977 h 319313"/>
              <a:gd name="connsiteX28" fmla="*/ 155757 w 319200"/>
              <a:gd name="connsiteY28" fmla="*/ 200602 h 319313"/>
              <a:gd name="connsiteX29" fmla="*/ 155757 w 319200"/>
              <a:gd name="connsiteY29" fmla="*/ 200602 h 319313"/>
              <a:gd name="connsiteX30" fmla="*/ 177515 w 319200"/>
              <a:gd name="connsiteY30" fmla="*/ 195124 h 319313"/>
              <a:gd name="connsiteX31" fmla="*/ 204744 w 319200"/>
              <a:gd name="connsiteY31" fmla="*/ 222442 h 319313"/>
              <a:gd name="connsiteX32" fmla="*/ 155757 w 319200"/>
              <a:gd name="connsiteY32" fmla="*/ 238271 h 319313"/>
              <a:gd name="connsiteX33" fmla="*/ 97398 w 319200"/>
              <a:gd name="connsiteY33" fmla="*/ 214220 h 319313"/>
              <a:gd name="connsiteX34" fmla="*/ 97398 w 319200"/>
              <a:gd name="connsiteY34" fmla="*/ 214310 h 319313"/>
              <a:gd name="connsiteX35" fmla="*/ 97398 w 319200"/>
              <a:gd name="connsiteY35" fmla="*/ 214220 h 319313"/>
              <a:gd name="connsiteX36" fmla="*/ 73167 w 319200"/>
              <a:gd name="connsiteY36" fmla="*/ 155681 h 319313"/>
              <a:gd name="connsiteX37" fmla="*/ 97398 w 319200"/>
              <a:gd name="connsiteY37" fmla="*/ 97412 h 319313"/>
              <a:gd name="connsiteX38" fmla="*/ 155757 w 319200"/>
              <a:gd name="connsiteY38" fmla="*/ 73090 h 319313"/>
              <a:gd name="connsiteX39" fmla="*/ 213772 w 319200"/>
              <a:gd name="connsiteY39" fmla="*/ 96967 h 319313"/>
              <a:gd name="connsiteX40" fmla="*/ 214125 w 319200"/>
              <a:gd name="connsiteY40" fmla="*/ 97412 h 319313"/>
              <a:gd name="connsiteX41" fmla="*/ 238346 w 319200"/>
              <a:gd name="connsiteY41" fmla="*/ 155681 h 319313"/>
              <a:gd name="connsiteX42" fmla="*/ 222437 w 319200"/>
              <a:gd name="connsiteY42" fmla="*/ 204668 h 319313"/>
              <a:gd name="connsiteX43" fmla="*/ 195020 w 319200"/>
              <a:gd name="connsiteY43" fmla="*/ 177611 h 319313"/>
              <a:gd name="connsiteX44" fmla="*/ 200678 w 319200"/>
              <a:gd name="connsiteY44" fmla="*/ 155681 h 319313"/>
              <a:gd name="connsiteX45" fmla="*/ 187503 w 319200"/>
              <a:gd name="connsiteY45" fmla="*/ 124024 h 319313"/>
              <a:gd name="connsiteX46" fmla="*/ 187413 w 319200"/>
              <a:gd name="connsiteY46" fmla="*/ 124024 h 319313"/>
              <a:gd name="connsiteX47" fmla="*/ 155757 w 319200"/>
              <a:gd name="connsiteY47" fmla="*/ 110850 h 319313"/>
              <a:gd name="connsiteX48" fmla="*/ 124100 w 319200"/>
              <a:gd name="connsiteY48" fmla="*/ 124024 h 319313"/>
              <a:gd name="connsiteX49" fmla="*/ 124100 w 319200"/>
              <a:gd name="connsiteY49" fmla="*/ 124024 h 319313"/>
              <a:gd name="connsiteX50" fmla="*/ 110835 w 319200"/>
              <a:gd name="connsiteY50" fmla="*/ 155681 h 319313"/>
              <a:gd name="connsiteX51" fmla="*/ 124100 w 319200"/>
              <a:gd name="connsiteY51" fmla="*/ 187336 h 319313"/>
              <a:gd name="connsiteX52" fmla="*/ 124100 w 319200"/>
              <a:gd name="connsiteY52" fmla="*/ 187517 h 319313"/>
              <a:gd name="connsiteX53" fmla="*/ 155757 w 319200"/>
              <a:gd name="connsiteY53" fmla="*/ 200602 h 319313"/>
              <a:gd name="connsiteX54" fmla="*/ 282208 w 319200"/>
              <a:gd name="connsiteY54" fmla="*/ 194055 h 319313"/>
              <a:gd name="connsiteX55" fmla="*/ 282208 w 319200"/>
              <a:gd name="connsiteY55" fmla="*/ 194055 h 319313"/>
              <a:gd name="connsiteX56" fmla="*/ 290522 w 319200"/>
              <a:gd name="connsiteY56" fmla="*/ 209712 h 319313"/>
              <a:gd name="connsiteX57" fmla="*/ 305997 w 319200"/>
              <a:gd name="connsiteY57" fmla="*/ 201399 h 319313"/>
              <a:gd name="connsiteX58" fmla="*/ 311040 w 319200"/>
              <a:gd name="connsiteY58" fmla="*/ 178852 h 319313"/>
              <a:gd name="connsiteX59" fmla="*/ 312715 w 319200"/>
              <a:gd name="connsiteY59" fmla="*/ 155681 h 319313"/>
              <a:gd name="connsiteX60" fmla="*/ 266825 w 319200"/>
              <a:gd name="connsiteY60" fmla="*/ 44793 h 319313"/>
              <a:gd name="connsiteX61" fmla="*/ 155757 w 319200"/>
              <a:gd name="connsiteY61" fmla="*/ -1369 h 319313"/>
              <a:gd name="connsiteX62" fmla="*/ 44698 w 319200"/>
              <a:gd name="connsiteY62" fmla="*/ 44793 h 319313"/>
              <a:gd name="connsiteX63" fmla="*/ -1373 w 319200"/>
              <a:gd name="connsiteY63" fmla="*/ 155681 h 319313"/>
              <a:gd name="connsiteX64" fmla="*/ 44698 w 319200"/>
              <a:gd name="connsiteY64" fmla="*/ 266921 h 319313"/>
              <a:gd name="connsiteX65" fmla="*/ 155757 w 319200"/>
              <a:gd name="connsiteY65" fmla="*/ 312730 h 319313"/>
              <a:gd name="connsiteX66" fmla="*/ 178748 w 319200"/>
              <a:gd name="connsiteY66" fmla="*/ 310963 h 319313"/>
              <a:gd name="connsiteX67" fmla="*/ 201385 w 319200"/>
              <a:gd name="connsiteY67" fmla="*/ 306092 h 319313"/>
              <a:gd name="connsiteX68" fmla="*/ 209697 w 319200"/>
              <a:gd name="connsiteY68" fmla="*/ 290536 h 319313"/>
              <a:gd name="connsiteX69" fmla="*/ 194140 w 319200"/>
              <a:gd name="connsiteY69" fmla="*/ 282223 h 319313"/>
              <a:gd name="connsiteX70" fmla="*/ 175216 w 319200"/>
              <a:gd name="connsiteY70" fmla="*/ 286470 h 319313"/>
              <a:gd name="connsiteX71" fmla="*/ 155757 w 319200"/>
              <a:gd name="connsiteY71" fmla="*/ 287973 h 319313"/>
              <a:gd name="connsiteX72" fmla="*/ 62382 w 319200"/>
              <a:gd name="connsiteY72" fmla="*/ 249065 h 319313"/>
              <a:gd name="connsiteX73" fmla="*/ 23646 w 319200"/>
              <a:gd name="connsiteY73" fmla="*/ 155681 h 319313"/>
              <a:gd name="connsiteX74" fmla="*/ 62382 w 319200"/>
              <a:gd name="connsiteY74" fmla="*/ 62306 h 319313"/>
              <a:gd name="connsiteX75" fmla="*/ 155757 w 319200"/>
              <a:gd name="connsiteY75" fmla="*/ 23660 h 319313"/>
              <a:gd name="connsiteX76" fmla="*/ 249140 w 319200"/>
              <a:gd name="connsiteY76" fmla="*/ 62306 h 319313"/>
              <a:gd name="connsiteX77" fmla="*/ 287870 w 319200"/>
              <a:gd name="connsiteY77" fmla="*/ 155681 h 319313"/>
              <a:gd name="connsiteX78" fmla="*/ 286457 w 319200"/>
              <a:gd name="connsiteY78" fmla="*/ 175139 h 319313"/>
              <a:gd name="connsiteX79" fmla="*/ 282208 w 319200"/>
              <a:gd name="connsiteY79" fmla="*/ 194055 h 319313"/>
              <a:gd name="connsiteX80" fmla="*/ 222873 w 319200"/>
              <a:gd name="connsiteY80" fmla="*/ 274880 h 319313"/>
              <a:gd name="connsiteX81" fmla="*/ 263637 w 319200"/>
              <a:gd name="connsiteY81" fmla="*/ 315826 h 319313"/>
              <a:gd name="connsiteX82" fmla="*/ 274160 w 319200"/>
              <a:gd name="connsiteY82" fmla="*/ 315826 h 319313"/>
              <a:gd name="connsiteX83" fmla="*/ 276196 w 319200"/>
              <a:gd name="connsiteY83" fmla="*/ 312466 h 319313"/>
              <a:gd name="connsiteX84" fmla="*/ 276196 w 319200"/>
              <a:gd name="connsiteY84" fmla="*/ 312376 h 319313"/>
              <a:gd name="connsiteX85" fmla="*/ 276196 w 319200"/>
              <a:gd name="connsiteY85" fmla="*/ 312195 h 319313"/>
              <a:gd name="connsiteX86" fmla="*/ 283803 w 319200"/>
              <a:gd name="connsiteY86" fmla="*/ 283900 h 319313"/>
              <a:gd name="connsiteX87" fmla="*/ 312100 w 319200"/>
              <a:gd name="connsiteY87" fmla="*/ 276293 h 319313"/>
              <a:gd name="connsiteX88" fmla="*/ 312271 w 319200"/>
              <a:gd name="connsiteY88" fmla="*/ 276211 h 319313"/>
              <a:gd name="connsiteX89" fmla="*/ 312362 w 319200"/>
              <a:gd name="connsiteY89" fmla="*/ 276211 h 319313"/>
              <a:gd name="connsiteX90" fmla="*/ 315640 w 319200"/>
              <a:gd name="connsiteY90" fmla="*/ 274264 h 319313"/>
              <a:gd name="connsiteX91" fmla="*/ 315640 w 319200"/>
              <a:gd name="connsiteY91" fmla="*/ 263742 h 319313"/>
              <a:gd name="connsiteX92" fmla="*/ 274956 w 319200"/>
              <a:gd name="connsiteY92" fmla="*/ 222977 h 319313"/>
              <a:gd name="connsiteX93" fmla="*/ 267621 w 319200"/>
              <a:gd name="connsiteY93" fmla="*/ 221031 h 319313"/>
              <a:gd name="connsiteX94" fmla="*/ 244721 w 319200"/>
              <a:gd name="connsiteY94" fmla="*/ 227133 h 319313"/>
              <a:gd name="connsiteX95" fmla="*/ 233041 w 319200"/>
              <a:gd name="connsiteY95" fmla="*/ 215280 h 319313"/>
              <a:gd name="connsiteX96" fmla="*/ 253296 w 319200"/>
              <a:gd name="connsiteY96" fmla="*/ 155681 h 319313"/>
              <a:gd name="connsiteX97" fmla="*/ 224729 w 319200"/>
              <a:gd name="connsiteY97" fmla="*/ 86799 h 319313"/>
              <a:gd name="connsiteX98" fmla="*/ 224375 w 319200"/>
              <a:gd name="connsiteY98" fmla="*/ 86527 h 319313"/>
              <a:gd name="connsiteX99" fmla="*/ 155757 w 319200"/>
              <a:gd name="connsiteY99" fmla="*/ 58059 h 319313"/>
              <a:gd name="connsiteX100" fmla="*/ 86785 w 319200"/>
              <a:gd name="connsiteY100" fmla="*/ 86799 h 319313"/>
              <a:gd name="connsiteX101" fmla="*/ 58136 w 319200"/>
              <a:gd name="connsiteY101" fmla="*/ 155681 h 319313"/>
              <a:gd name="connsiteX102" fmla="*/ 86785 w 319200"/>
              <a:gd name="connsiteY102" fmla="*/ 224743 h 319313"/>
              <a:gd name="connsiteX103" fmla="*/ 155757 w 319200"/>
              <a:gd name="connsiteY103" fmla="*/ 253302 h 319313"/>
              <a:gd name="connsiteX104" fmla="*/ 215356 w 319200"/>
              <a:gd name="connsiteY104" fmla="*/ 233055 h 319313"/>
              <a:gd name="connsiteX105" fmla="*/ 227119 w 319200"/>
              <a:gd name="connsiteY105" fmla="*/ 244636 h 319313"/>
              <a:gd name="connsiteX106" fmla="*/ 220934 w 319200"/>
              <a:gd name="connsiteY106" fmla="*/ 267717 h 319313"/>
              <a:gd name="connsiteX107" fmla="*/ 222873 w 319200"/>
              <a:gd name="connsiteY107" fmla="*/ 274880 h 319313"/>
              <a:gd name="connsiteX108" fmla="*/ 222873 w 319200"/>
              <a:gd name="connsiteY108" fmla="*/ 274880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319200" h="319313">
                <a:moveTo>
                  <a:pt x="279909" y="269492"/>
                </a:moveTo>
                <a:lnTo>
                  <a:pt x="279909" y="269492"/>
                </a:lnTo>
                <a:lnTo>
                  <a:pt x="251440" y="240751"/>
                </a:lnTo>
                <a:lnTo>
                  <a:pt x="267359" y="236505"/>
                </a:lnTo>
                <a:lnTo>
                  <a:pt x="296009" y="265065"/>
                </a:lnTo>
                <a:lnTo>
                  <a:pt x="279909" y="269492"/>
                </a:lnTo>
                <a:close/>
                <a:moveTo>
                  <a:pt x="265059" y="295923"/>
                </a:moveTo>
                <a:lnTo>
                  <a:pt x="265059" y="295923"/>
                </a:lnTo>
                <a:lnTo>
                  <a:pt x="236410" y="267364"/>
                </a:lnTo>
                <a:lnTo>
                  <a:pt x="240828" y="251364"/>
                </a:lnTo>
                <a:lnTo>
                  <a:pt x="269478" y="280014"/>
                </a:lnTo>
                <a:lnTo>
                  <a:pt x="265059" y="295923"/>
                </a:lnTo>
                <a:close/>
                <a:moveTo>
                  <a:pt x="166107" y="183977"/>
                </a:moveTo>
                <a:lnTo>
                  <a:pt x="166107" y="183977"/>
                </a:lnTo>
                <a:cubicBezTo>
                  <a:pt x="163009" y="185127"/>
                  <a:pt x="159388" y="185744"/>
                  <a:pt x="155757" y="185744"/>
                </a:cubicBezTo>
                <a:cubicBezTo>
                  <a:pt x="147444" y="185744"/>
                  <a:pt x="140020" y="182383"/>
                  <a:pt x="134541" y="176905"/>
                </a:cubicBezTo>
                <a:lnTo>
                  <a:pt x="134541" y="176905"/>
                </a:lnTo>
                <a:cubicBezTo>
                  <a:pt x="129234" y="171599"/>
                  <a:pt x="125786" y="163992"/>
                  <a:pt x="125786" y="155681"/>
                </a:cubicBezTo>
                <a:cubicBezTo>
                  <a:pt x="125786" y="147368"/>
                  <a:pt x="129234" y="140033"/>
                  <a:pt x="134541" y="134637"/>
                </a:cubicBezTo>
                <a:cubicBezTo>
                  <a:pt x="140020" y="129239"/>
                  <a:pt x="147444" y="125790"/>
                  <a:pt x="155757" y="125790"/>
                </a:cubicBezTo>
                <a:cubicBezTo>
                  <a:pt x="164069" y="125790"/>
                  <a:pt x="171504" y="129239"/>
                  <a:pt x="176891" y="134456"/>
                </a:cubicBezTo>
                <a:lnTo>
                  <a:pt x="176891" y="134637"/>
                </a:lnTo>
                <a:cubicBezTo>
                  <a:pt x="182288" y="140033"/>
                  <a:pt x="185647" y="147368"/>
                  <a:pt x="185647" y="155681"/>
                </a:cubicBezTo>
                <a:cubicBezTo>
                  <a:pt x="185647" y="159484"/>
                  <a:pt x="185032" y="163024"/>
                  <a:pt x="183881" y="166121"/>
                </a:cubicBezTo>
                <a:lnTo>
                  <a:pt x="164604" y="146924"/>
                </a:lnTo>
                <a:cubicBezTo>
                  <a:pt x="159650" y="142152"/>
                  <a:pt x="151872" y="142152"/>
                  <a:pt x="146919" y="146924"/>
                </a:cubicBezTo>
                <a:cubicBezTo>
                  <a:pt x="142138" y="151787"/>
                  <a:pt x="142138" y="159746"/>
                  <a:pt x="146919" y="164527"/>
                </a:cubicBezTo>
                <a:lnTo>
                  <a:pt x="166107" y="183977"/>
                </a:lnTo>
                <a:close/>
                <a:moveTo>
                  <a:pt x="155757" y="200602"/>
                </a:moveTo>
                <a:lnTo>
                  <a:pt x="155757" y="200602"/>
                </a:lnTo>
                <a:cubicBezTo>
                  <a:pt x="163544" y="200602"/>
                  <a:pt x="170970" y="198655"/>
                  <a:pt x="177515" y="195124"/>
                </a:cubicBezTo>
                <a:lnTo>
                  <a:pt x="204744" y="222442"/>
                </a:lnTo>
                <a:cubicBezTo>
                  <a:pt x="190954" y="232439"/>
                  <a:pt x="174066" y="238271"/>
                  <a:pt x="155757" y="238271"/>
                </a:cubicBezTo>
                <a:cubicBezTo>
                  <a:pt x="132948" y="238271"/>
                  <a:pt x="112258" y="229161"/>
                  <a:pt x="97398" y="214220"/>
                </a:cubicBezTo>
                <a:lnTo>
                  <a:pt x="97398" y="214310"/>
                </a:lnTo>
                <a:lnTo>
                  <a:pt x="97398" y="214220"/>
                </a:lnTo>
                <a:cubicBezTo>
                  <a:pt x="82367" y="199279"/>
                  <a:pt x="73167" y="178580"/>
                  <a:pt x="73167" y="155681"/>
                </a:cubicBezTo>
                <a:cubicBezTo>
                  <a:pt x="73167" y="133043"/>
                  <a:pt x="82367" y="112352"/>
                  <a:pt x="97398" y="97412"/>
                </a:cubicBezTo>
                <a:cubicBezTo>
                  <a:pt x="112258" y="82371"/>
                  <a:pt x="132948" y="73090"/>
                  <a:pt x="155757" y="73090"/>
                </a:cubicBezTo>
                <a:cubicBezTo>
                  <a:pt x="178395" y="73090"/>
                  <a:pt x="198913" y="82290"/>
                  <a:pt x="213772" y="96967"/>
                </a:cubicBezTo>
                <a:lnTo>
                  <a:pt x="214125" y="97412"/>
                </a:lnTo>
                <a:cubicBezTo>
                  <a:pt x="229156" y="112261"/>
                  <a:pt x="238346" y="133043"/>
                  <a:pt x="238346" y="155681"/>
                </a:cubicBezTo>
                <a:cubicBezTo>
                  <a:pt x="238346" y="174161"/>
                  <a:pt x="232515" y="191140"/>
                  <a:pt x="222437" y="204668"/>
                </a:cubicBezTo>
                <a:lnTo>
                  <a:pt x="195020" y="177611"/>
                </a:lnTo>
                <a:cubicBezTo>
                  <a:pt x="198560" y="170893"/>
                  <a:pt x="200678" y="163730"/>
                  <a:pt x="200678" y="155681"/>
                </a:cubicBezTo>
                <a:cubicBezTo>
                  <a:pt x="200678" y="143484"/>
                  <a:pt x="195553" y="132164"/>
                  <a:pt x="187503" y="124024"/>
                </a:cubicBezTo>
                <a:lnTo>
                  <a:pt x="187413" y="124024"/>
                </a:lnTo>
                <a:cubicBezTo>
                  <a:pt x="179281" y="116065"/>
                  <a:pt x="168054" y="110850"/>
                  <a:pt x="155757" y="110850"/>
                </a:cubicBezTo>
                <a:cubicBezTo>
                  <a:pt x="143379" y="110850"/>
                  <a:pt x="132150" y="116065"/>
                  <a:pt x="124100" y="124024"/>
                </a:cubicBezTo>
                <a:lnTo>
                  <a:pt x="124100" y="124024"/>
                </a:lnTo>
                <a:cubicBezTo>
                  <a:pt x="115970" y="132164"/>
                  <a:pt x="110835" y="143302"/>
                  <a:pt x="110835" y="155681"/>
                </a:cubicBezTo>
                <a:cubicBezTo>
                  <a:pt x="110835" y="168149"/>
                  <a:pt x="115970" y="179377"/>
                  <a:pt x="124100" y="187336"/>
                </a:cubicBezTo>
                <a:lnTo>
                  <a:pt x="124100" y="187517"/>
                </a:lnTo>
                <a:cubicBezTo>
                  <a:pt x="132150" y="195649"/>
                  <a:pt x="143379" y="200602"/>
                  <a:pt x="155757" y="200602"/>
                </a:cubicBezTo>
                <a:close/>
                <a:moveTo>
                  <a:pt x="282208" y="194055"/>
                </a:moveTo>
                <a:lnTo>
                  <a:pt x="282208" y="194055"/>
                </a:lnTo>
                <a:cubicBezTo>
                  <a:pt x="280181" y="200956"/>
                  <a:pt x="283974" y="207764"/>
                  <a:pt x="290522" y="209712"/>
                </a:cubicBezTo>
                <a:cubicBezTo>
                  <a:pt x="297069" y="211748"/>
                  <a:pt x="303960" y="207946"/>
                  <a:pt x="305997" y="201399"/>
                </a:cubicBezTo>
                <a:cubicBezTo>
                  <a:pt x="308206" y="194055"/>
                  <a:pt x="309981" y="186629"/>
                  <a:pt x="311040" y="178852"/>
                </a:cubicBezTo>
                <a:cubicBezTo>
                  <a:pt x="312100" y="171418"/>
                  <a:pt x="312715" y="163549"/>
                  <a:pt x="312715" y="155681"/>
                </a:cubicBezTo>
                <a:cubicBezTo>
                  <a:pt x="312715" y="112442"/>
                  <a:pt x="295212" y="73090"/>
                  <a:pt x="266825" y="44793"/>
                </a:cubicBezTo>
                <a:cubicBezTo>
                  <a:pt x="238346" y="16496"/>
                  <a:pt x="199085" y="-1369"/>
                  <a:pt x="155757" y="-1369"/>
                </a:cubicBezTo>
                <a:cubicBezTo>
                  <a:pt x="112429" y="-1369"/>
                  <a:pt x="73167" y="16496"/>
                  <a:pt x="44698" y="44793"/>
                </a:cubicBezTo>
                <a:cubicBezTo>
                  <a:pt x="16401" y="73090"/>
                  <a:pt x="-1373" y="112442"/>
                  <a:pt x="-1373" y="155681"/>
                </a:cubicBezTo>
                <a:cubicBezTo>
                  <a:pt x="-1373" y="199098"/>
                  <a:pt x="16401" y="238452"/>
                  <a:pt x="44698" y="266921"/>
                </a:cubicBezTo>
                <a:cubicBezTo>
                  <a:pt x="73167" y="295218"/>
                  <a:pt x="112429" y="312730"/>
                  <a:pt x="155757" y="312730"/>
                </a:cubicBezTo>
                <a:cubicBezTo>
                  <a:pt x="163454" y="312730"/>
                  <a:pt x="171323" y="312286"/>
                  <a:pt x="178748" y="310963"/>
                </a:cubicBezTo>
                <a:cubicBezTo>
                  <a:pt x="186535" y="309986"/>
                  <a:pt x="194140" y="308219"/>
                  <a:pt x="201385" y="306092"/>
                </a:cubicBezTo>
                <a:cubicBezTo>
                  <a:pt x="207931" y="304236"/>
                  <a:pt x="211643" y="297164"/>
                  <a:pt x="209697" y="290536"/>
                </a:cubicBezTo>
                <a:cubicBezTo>
                  <a:pt x="207750" y="283989"/>
                  <a:pt x="200678" y="280277"/>
                  <a:pt x="194140" y="282223"/>
                </a:cubicBezTo>
                <a:cubicBezTo>
                  <a:pt x="187947" y="284171"/>
                  <a:pt x="181581" y="285492"/>
                  <a:pt x="175216" y="286470"/>
                </a:cubicBezTo>
                <a:cubicBezTo>
                  <a:pt x="169023" y="287439"/>
                  <a:pt x="162476" y="287973"/>
                  <a:pt x="155757" y="287973"/>
                </a:cubicBezTo>
                <a:cubicBezTo>
                  <a:pt x="119239" y="287973"/>
                  <a:pt x="86260" y="273113"/>
                  <a:pt x="62382" y="249065"/>
                </a:cubicBezTo>
                <a:cubicBezTo>
                  <a:pt x="38414" y="225276"/>
                  <a:pt x="23646" y="192289"/>
                  <a:pt x="23646" y="155681"/>
                </a:cubicBezTo>
                <a:cubicBezTo>
                  <a:pt x="23646" y="119333"/>
                  <a:pt x="38414" y="86356"/>
                  <a:pt x="62382" y="62306"/>
                </a:cubicBezTo>
                <a:cubicBezTo>
                  <a:pt x="86260" y="38518"/>
                  <a:pt x="119239" y="23660"/>
                  <a:pt x="155757" y="23660"/>
                </a:cubicBezTo>
                <a:cubicBezTo>
                  <a:pt x="192194" y="23660"/>
                  <a:pt x="225263" y="38518"/>
                  <a:pt x="249140" y="62306"/>
                </a:cubicBezTo>
                <a:cubicBezTo>
                  <a:pt x="273018" y="86356"/>
                  <a:pt x="287870" y="119333"/>
                  <a:pt x="287870" y="155681"/>
                </a:cubicBezTo>
                <a:cubicBezTo>
                  <a:pt x="287870" y="162399"/>
                  <a:pt x="287343" y="169127"/>
                  <a:pt x="286457" y="175139"/>
                </a:cubicBezTo>
                <a:cubicBezTo>
                  <a:pt x="285568" y="181677"/>
                  <a:pt x="284156" y="187871"/>
                  <a:pt x="282208" y="194055"/>
                </a:cubicBezTo>
                <a:close/>
                <a:moveTo>
                  <a:pt x="222873" y="274880"/>
                </a:moveTo>
                <a:lnTo>
                  <a:pt x="263637" y="315826"/>
                </a:lnTo>
                <a:cubicBezTo>
                  <a:pt x="266643" y="318652"/>
                  <a:pt x="271424" y="318652"/>
                  <a:pt x="274160" y="315826"/>
                </a:cubicBezTo>
                <a:cubicBezTo>
                  <a:pt x="275310" y="314677"/>
                  <a:pt x="275844" y="313617"/>
                  <a:pt x="276196" y="312466"/>
                </a:cubicBezTo>
                <a:lnTo>
                  <a:pt x="276196" y="312376"/>
                </a:lnTo>
                <a:lnTo>
                  <a:pt x="276196" y="312195"/>
                </a:lnTo>
                <a:lnTo>
                  <a:pt x="283803" y="283900"/>
                </a:lnTo>
                <a:lnTo>
                  <a:pt x="312100" y="276293"/>
                </a:lnTo>
                <a:lnTo>
                  <a:pt x="312271" y="276211"/>
                </a:lnTo>
                <a:lnTo>
                  <a:pt x="312362" y="276211"/>
                </a:lnTo>
                <a:cubicBezTo>
                  <a:pt x="313513" y="275857"/>
                  <a:pt x="314752" y="275414"/>
                  <a:pt x="315640" y="274264"/>
                </a:cubicBezTo>
                <a:cubicBezTo>
                  <a:pt x="318556" y="271430"/>
                  <a:pt x="318556" y="266747"/>
                  <a:pt x="315640" y="263742"/>
                </a:cubicBezTo>
                <a:lnTo>
                  <a:pt x="274956" y="222977"/>
                </a:lnTo>
                <a:cubicBezTo>
                  <a:pt x="273018" y="221121"/>
                  <a:pt x="270365" y="220323"/>
                  <a:pt x="267621" y="221031"/>
                </a:cubicBezTo>
                <a:lnTo>
                  <a:pt x="244721" y="227133"/>
                </a:lnTo>
                <a:lnTo>
                  <a:pt x="233041" y="215280"/>
                </a:lnTo>
                <a:cubicBezTo>
                  <a:pt x="245781" y="199008"/>
                  <a:pt x="253296" y="178228"/>
                  <a:pt x="253296" y="155681"/>
                </a:cubicBezTo>
                <a:cubicBezTo>
                  <a:pt x="253296" y="128978"/>
                  <a:pt x="242421" y="104484"/>
                  <a:pt x="224729" y="86799"/>
                </a:cubicBezTo>
                <a:lnTo>
                  <a:pt x="224375" y="86527"/>
                </a:lnTo>
                <a:cubicBezTo>
                  <a:pt x="206610" y="68844"/>
                  <a:pt x="182470" y="58059"/>
                  <a:pt x="155757" y="58059"/>
                </a:cubicBezTo>
                <a:cubicBezTo>
                  <a:pt x="128881" y="58059"/>
                  <a:pt x="104379" y="69025"/>
                  <a:pt x="86785" y="86799"/>
                </a:cubicBezTo>
                <a:cubicBezTo>
                  <a:pt x="69101" y="104484"/>
                  <a:pt x="58136" y="128978"/>
                  <a:pt x="58136" y="155681"/>
                </a:cubicBezTo>
                <a:cubicBezTo>
                  <a:pt x="58136" y="182655"/>
                  <a:pt x="69101" y="206968"/>
                  <a:pt x="86785" y="224743"/>
                </a:cubicBezTo>
                <a:cubicBezTo>
                  <a:pt x="104379" y="242427"/>
                  <a:pt x="128881" y="253302"/>
                  <a:pt x="155757" y="253302"/>
                </a:cubicBezTo>
                <a:cubicBezTo>
                  <a:pt x="178222" y="253302"/>
                  <a:pt x="198913" y="245786"/>
                  <a:pt x="215356" y="233055"/>
                </a:cubicBezTo>
                <a:lnTo>
                  <a:pt x="227119" y="244636"/>
                </a:lnTo>
                <a:lnTo>
                  <a:pt x="220934" y="267717"/>
                </a:lnTo>
                <a:cubicBezTo>
                  <a:pt x="220138" y="270280"/>
                  <a:pt x="221017" y="273113"/>
                  <a:pt x="222873" y="274880"/>
                </a:cubicBezTo>
                <a:lnTo>
                  <a:pt x="222873" y="274880"/>
                </a:lnTo>
              </a:path>
            </a:pathLst>
          </a:custGeom>
          <a:solidFill>
            <a:schemeClr val="accent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88" name="图形 107"/>
          <p:cNvSpPr/>
          <p:nvPr/>
        </p:nvSpPr>
        <p:spPr>
          <a:xfrm flipV="1">
            <a:off x="9003017" y="4834362"/>
            <a:ext cx="231366" cy="229919"/>
          </a:xfrm>
          <a:custGeom>
            <a:avLst/>
            <a:gdLst>
              <a:gd name="connsiteX0" fmla="*/ 220565 w 319313"/>
              <a:gd name="connsiteY0" fmla="*/ 117525 h 317316"/>
              <a:gd name="connsiteX1" fmla="*/ 220565 w 319313"/>
              <a:gd name="connsiteY1" fmla="*/ 117525 h 317316"/>
              <a:gd name="connsiteX2" fmla="*/ 212557 w 319313"/>
              <a:gd name="connsiteY2" fmla="*/ 120842 h 317316"/>
              <a:gd name="connsiteX3" fmla="*/ 204538 w 319313"/>
              <a:gd name="connsiteY3" fmla="*/ 117525 h 317316"/>
              <a:gd name="connsiteX4" fmla="*/ 204457 w 319313"/>
              <a:gd name="connsiteY4" fmla="*/ 117525 h 317316"/>
              <a:gd name="connsiteX5" fmla="*/ 201228 w 319313"/>
              <a:gd name="connsiteY5" fmla="*/ 109773 h 317316"/>
              <a:gd name="connsiteX6" fmla="*/ 201228 w 319313"/>
              <a:gd name="connsiteY6" fmla="*/ 109425 h 317316"/>
              <a:gd name="connsiteX7" fmla="*/ 201228 w 319313"/>
              <a:gd name="connsiteY7" fmla="*/ 109166 h 317316"/>
              <a:gd name="connsiteX8" fmla="*/ 204191 w 319313"/>
              <a:gd name="connsiteY8" fmla="*/ 101764 h 317316"/>
              <a:gd name="connsiteX9" fmla="*/ 204538 w 319313"/>
              <a:gd name="connsiteY9" fmla="*/ 101417 h 317316"/>
              <a:gd name="connsiteX10" fmla="*/ 212557 w 319313"/>
              <a:gd name="connsiteY10" fmla="*/ 98196 h 317316"/>
              <a:gd name="connsiteX11" fmla="*/ 220477 w 319313"/>
              <a:gd name="connsiteY11" fmla="*/ 101417 h 317316"/>
              <a:gd name="connsiteX12" fmla="*/ 220565 w 319313"/>
              <a:gd name="connsiteY12" fmla="*/ 101417 h 317316"/>
              <a:gd name="connsiteX13" fmla="*/ 223874 w 319313"/>
              <a:gd name="connsiteY13" fmla="*/ 109425 h 317316"/>
              <a:gd name="connsiteX14" fmla="*/ 220565 w 319313"/>
              <a:gd name="connsiteY14" fmla="*/ 117525 h 317316"/>
              <a:gd name="connsiteX15" fmla="*/ 111949 w 319313"/>
              <a:gd name="connsiteY15" fmla="*/ 117525 h 317316"/>
              <a:gd name="connsiteX16" fmla="*/ 111949 w 319313"/>
              <a:gd name="connsiteY16" fmla="*/ 117525 h 317316"/>
              <a:gd name="connsiteX17" fmla="*/ 103850 w 319313"/>
              <a:gd name="connsiteY17" fmla="*/ 120842 h 317316"/>
              <a:gd name="connsiteX18" fmla="*/ 96010 w 319313"/>
              <a:gd name="connsiteY18" fmla="*/ 117525 h 317316"/>
              <a:gd name="connsiteX19" fmla="*/ 95840 w 319313"/>
              <a:gd name="connsiteY19" fmla="*/ 117525 h 317316"/>
              <a:gd name="connsiteX20" fmla="*/ 92531 w 319313"/>
              <a:gd name="connsiteY20" fmla="*/ 109425 h 317316"/>
              <a:gd name="connsiteX21" fmla="*/ 95573 w 319313"/>
              <a:gd name="connsiteY21" fmla="*/ 101764 h 317316"/>
              <a:gd name="connsiteX22" fmla="*/ 96010 w 319313"/>
              <a:gd name="connsiteY22" fmla="*/ 101417 h 317316"/>
              <a:gd name="connsiteX23" fmla="*/ 103850 w 319313"/>
              <a:gd name="connsiteY23" fmla="*/ 98196 h 317316"/>
              <a:gd name="connsiteX24" fmla="*/ 111949 w 319313"/>
              <a:gd name="connsiteY24" fmla="*/ 101417 h 317316"/>
              <a:gd name="connsiteX25" fmla="*/ 115347 w 319313"/>
              <a:gd name="connsiteY25" fmla="*/ 108989 h 317316"/>
              <a:gd name="connsiteX26" fmla="*/ 115177 w 319313"/>
              <a:gd name="connsiteY26" fmla="*/ 109425 h 317316"/>
              <a:gd name="connsiteX27" fmla="*/ 115347 w 319313"/>
              <a:gd name="connsiteY27" fmla="*/ 109773 h 317316"/>
              <a:gd name="connsiteX28" fmla="*/ 111949 w 319313"/>
              <a:gd name="connsiteY28" fmla="*/ 117525 h 317316"/>
              <a:gd name="connsiteX29" fmla="*/ 293382 w 319313"/>
              <a:gd name="connsiteY29" fmla="*/ 195656 h 317316"/>
              <a:gd name="connsiteX30" fmla="*/ 293382 w 319313"/>
              <a:gd name="connsiteY30" fmla="*/ 195656 h 317316"/>
              <a:gd name="connsiteX31" fmla="*/ 23194 w 319313"/>
              <a:gd name="connsiteY31" fmla="*/ 195656 h 317316"/>
              <a:gd name="connsiteX32" fmla="*/ 23194 w 319313"/>
              <a:gd name="connsiteY32" fmla="*/ 23285 h 317316"/>
              <a:gd name="connsiteX33" fmla="*/ 293382 w 319313"/>
              <a:gd name="connsiteY33" fmla="*/ 23285 h 317316"/>
              <a:gd name="connsiteX34" fmla="*/ 293382 w 319313"/>
              <a:gd name="connsiteY34" fmla="*/ 195656 h 317316"/>
              <a:gd name="connsiteX35" fmla="*/ 178841 w 319313"/>
              <a:gd name="connsiteY35" fmla="*/ 220220 h 317316"/>
              <a:gd name="connsiteX36" fmla="*/ 178841 w 319313"/>
              <a:gd name="connsiteY36" fmla="*/ 220220 h 317316"/>
              <a:gd name="connsiteX37" fmla="*/ 271958 w 319313"/>
              <a:gd name="connsiteY37" fmla="*/ 220220 h 317316"/>
              <a:gd name="connsiteX38" fmla="*/ 271958 w 319313"/>
              <a:gd name="connsiteY38" fmla="*/ 301134 h 317316"/>
              <a:gd name="connsiteX39" fmla="*/ 152280 w 319313"/>
              <a:gd name="connsiteY39" fmla="*/ 301134 h 317316"/>
              <a:gd name="connsiteX40" fmla="*/ 152280 w 319313"/>
              <a:gd name="connsiteY40" fmla="*/ 268998 h 317316"/>
              <a:gd name="connsiteX41" fmla="*/ 171269 w 319313"/>
              <a:gd name="connsiteY41" fmla="*/ 268998 h 317316"/>
              <a:gd name="connsiteX42" fmla="*/ 171439 w 319313"/>
              <a:gd name="connsiteY42" fmla="*/ 268998 h 317316"/>
              <a:gd name="connsiteX43" fmla="*/ 178841 w 319313"/>
              <a:gd name="connsiteY43" fmla="*/ 261594 h 317316"/>
              <a:gd name="connsiteX44" fmla="*/ 178841 w 319313"/>
              <a:gd name="connsiteY44" fmla="*/ 261416 h 317316"/>
              <a:gd name="connsiteX45" fmla="*/ 178841 w 319313"/>
              <a:gd name="connsiteY45" fmla="*/ 220220 h 317316"/>
              <a:gd name="connsiteX46" fmla="*/ 44627 w 319313"/>
              <a:gd name="connsiteY46" fmla="*/ 220220 h 317316"/>
              <a:gd name="connsiteX47" fmla="*/ 44627 w 319313"/>
              <a:gd name="connsiteY47" fmla="*/ 220220 h 317316"/>
              <a:gd name="connsiteX48" fmla="*/ 164035 w 319313"/>
              <a:gd name="connsiteY48" fmla="*/ 220220 h 317316"/>
              <a:gd name="connsiteX49" fmla="*/ 164035 w 319313"/>
              <a:gd name="connsiteY49" fmla="*/ 254014 h 317316"/>
              <a:gd name="connsiteX50" fmla="*/ 144967 w 319313"/>
              <a:gd name="connsiteY50" fmla="*/ 254014 h 317316"/>
              <a:gd name="connsiteX51" fmla="*/ 144789 w 319313"/>
              <a:gd name="connsiteY51" fmla="*/ 254014 h 317316"/>
              <a:gd name="connsiteX52" fmla="*/ 44627 w 319313"/>
              <a:gd name="connsiteY52" fmla="*/ 254014 h 317316"/>
              <a:gd name="connsiteX53" fmla="*/ 44627 w 319313"/>
              <a:gd name="connsiteY53" fmla="*/ 220220 h 317316"/>
              <a:gd name="connsiteX54" fmla="*/ 10832 w 319313"/>
              <a:gd name="connsiteY54" fmla="*/ 220220 h 317316"/>
              <a:gd name="connsiteX55" fmla="*/ 10832 w 319313"/>
              <a:gd name="connsiteY55" fmla="*/ 220220 h 317316"/>
              <a:gd name="connsiteX56" fmla="*/ 29812 w 319313"/>
              <a:gd name="connsiteY56" fmla="*/ 220220 h 317316"/>
              <a:gd name="connsiteX57" fmla="*/ 29812 w 319313"/>
              <a:gd name="connsiteY57" fmla="*/ 261594 h 317316"/>
              <a:gd name="connsiteX58" fmla="*/ 37223 w 319313"/>
              <a:gd name="connsiteY58" fmla="*/ 268998 h 317316"/>
              <a:gd name="connsiteX59" fmla="*/ 37482 w 319313"/>
              <a:gd name="connsiteY59" fmla="*/ 268998 h 317316"/>
              <a:gd name="connsiteX60" fmla="*/ 137564 w 319313"/>
              <a:gd name="connsiteY60" fmla="*/ 268998 h 317316"/>
              <a:gd name="connsiteX61" fmla="*/ 137564 w 319313"/>
              <a:gd name="connsiteY61" fmla="*/ 308367 h 317316"/>
              <a:gd name="connsiteX62" fmla="*/ 144967 w 319313"/>
              <a:gd name="connsiteY62" fmla="*/ 315948 h 317316"/>
              <a:gd name="connsiteX63" fmla="*/ 145136 w 319313"/>
              <a:gd name="connsiteY63" fmla="*/ 315948 h 317316"/>
              <a:gd name="connsiteX64" fmla="*/ 279183 w 319313"/>
              <a:gd name="connsiteY64" fmla="*/ 315948 h 317316"/>
              <a:gd name="connsiteX65" fmla="*/ 286593 w 319313"/>
              <a:gd name="connsiteY65" fmla="*/ 308367 h 317316"/>
              <a:gd name="connsiteX66" fmla="*/ 286593 w 319313"/>
              <a:gd name="connsiteY66" fmla="*/ 308189 h 317316"/>
              <a:gd name="connsiteX67" fmla="*/ 286593 w 319313"/>
              <a:gd name="connsiteY67" fmla="*/ 220220 h 317316"/>
              <a:gd name="connsiteX68" fmla="*/ 305574 w 319313"/>
              <a:gd name="connsiteY68" fmla="*/ 220220 h 317316"/>
              <a:gd name="connsiteX69" fmla="*/ 317945 w 319313"/>
              <a:gd name="connsiteY69" fmla="*/ 207849 h 317316"/>
              <a:gd name="connsiteX70" fmla="*/ 317945 w 319313"/>
              <a:gd name="connsiteY70" fmla="*/ 207500 h 317316"/>
              <a:gd name="connsiteX71" fmla="*/ 317945 w 319313"/>
              <a:gd name="connsiteY71" fmla="*/ 11003 h 317316"/>
              <a:gd name="connsiteX72" fmla="*/ 305574 w 319313"/>
              <a:gd name="connsiteY72" fmla="*/ -1368 h 317316"/>
              <a:gd name="connsiteX73" fmla="*/ 305225 w 319313"/>
              <a:gd name="connsiteY73" fmla="*/ -1368 h 317316"/>
              <a:gd name="connsiteX74" fmla="*/ 10832 w 319313"/>
              <a:gd name="connsiteY74" fmla="*/ -1368 h 317316"/>
              <a:gd name="connsiteX75" fmla="*/ -1369 w 319313"/>
              <a:gd name="connsiteY75" fmla="*/ 11003 h 317316"/>
              <a:gd name="connsiteX76" fmla="*/ -1369 w 319313"/>
              <a:gd name="connsiteY76" fmla="*/ 11181 h 317316"/>
              <a:gd name="connsiteX77" fmla="*/ -1369 w 319313"/>
              <a:gd name="connsiteY77" fmla="*/ 207849 h 317316"/>
              <a:gd name="connsiteX78" fmla="*/ 10832 w 319313"/>
              <a:gd name="connsiteY78" fmla="*/ 220220 h 317316"/>
              <a:gd name="connsiteX79" fmla="*/ 103850 w 319313"/>
              <a:gd name="connsiteY79" fmla="*/ 135559 h 317316"/>
              <a:gd name="connsiteX80" fmla="*/ 122321 w 319313"/>
              <a:gd name="connsiteY80" fmla="*/ 127978 h 317316"/>
              <a:gd name="connsiteX81" fmla="*/ 128939 w 319313"/>
              <a:gd name="connsiteY81" fmla="*/ 116828 h 317316"/>
              <a:gd name="connsiteX82" fmla="*/ 187467 w 319313"/>
              <a:gd name="connsiteY82" fmla="*/ 116828 h 317316"/>
              <a:gd name="connsiteX83" fmla="*/ 212557 w 319313"/>
              <a:gd name="connsiteY83" fmla="*/ 135559 h 317316"/>
              <a:gd name="connsiteX84" fmla="*/ 230930 w 319313"/>
              <a:gd name="connsiteY84" fmla="*/ 127978 h 317316"/>
              <a:gd name="connsiteX85" fmla="*/ 238680 w 319313"/>
              <a:gd name="connsiteY85" fmla="*/ 109425 h 317316"/>
              <a:gd name="connsiteX86" fmla="*/ 212557 w 319313"/>
              <a:gd name="connsiteY86" fmla="*/ 83382 h 317316"/>
              <a:gd name="connsiteX87" fmla="*/ 194085 w 319313"/>
              <a:gd name="connsiteY87" fmla="*/ 90963 h 317316"/>
              <a:gd name="connsiteX88" fmla="*/ 193656 w 319313"/>
              <a:gd name="connsiteY88" fmla="*/ 91570 h 317316"/>
              <a:gd name="connsiteX89" fmla="*/ 187467 w 319313"/>
              <a:gd name="connsiteY89" fmla="*/ 102112 h 317316"/>
              <a:gd name="connsiteX90" fmla="*/ 128939 w 319313"/>
              <a:gd name="connsiteY90" fmla="*/ 102112 h 317316"/>
              <a:gd name="connsiteX91" fmla="*/ 103850 w 319313"/>
              <a:gd name="connsiteY91" fmla="*/ 83382 h 317316"/>
              <a:gd name="connsiteX92" fmla="*/ 85556 w 319313"/>
              <a:gd name="connsiteY92" fmla="*/ 90963 h 317316"/>
              <a:gd name="connsiteX93" fmla="*/ 85039 w 319313"/>
              <a:gd name="connsiteY93" fmla="*/ 91570 h 317316"/>
              <a:gd name="connsiteX94" fmla="*/ 77895 w 319313"/>
              <a:gd name="connsiteY94" fmla="*/ 109425 h 317316"/>
              <a:gd name="connsiteX95" fmla="*/ 103850 w 319313"/>
              <a:gd name="connsiteY95" fmla="*/ 135559 h 317316"/>
              <a:gd name="connsiteX96" fmla="*/ 103850 w 319313"/>
              <a:gd name="connsiteY96" fmla="*/ 135559 h 31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319313" h="317316">
                <a:moveTo>
                  <a:pt x="220565" y="117525"/>
                </a:moveTo>
                <a:lnTo>
                  <a:pt x="220565" y="117525"/>
                </a:lnTo>
                <a:cubicBezTo>
                  <a:pt x="218478" y="119531"/>
                  <a:pt x="215687" y="120842"/>
                  <a:pt x="212557" y="120842"/>
                </a:cubicBezTo>
                <a:cubicBezTo>
                  <a:pt x="209417" y="120842"/>
                  <a:pt x="206545" y="119531"/>
                  <a:pt x="204538" y="117525"/>
                </a:cubicBezTo>
                <a:lnTo>
                  <a:pt x="204457" y="117525"/>
                </a:lnTo>
                <a:cubicBezTo>
                  <a:pt x="202621" y="115527"/>
                  <a:pt x="201228" y="112823"/>
                  <a:pt x="201228" y="109773"/>
                </a:cubicBezTo>
                <a:lnTo>
                  <a:pt x="201228" y="109425"/>
                </a:lnTo>
                <a:lnTo>
                  <a:pt x="201228" y="109166"/>
                </a:lnTo>
                <a:cubicBezTo>
                  <a:pt x="201228" y="106205"/>
                  <a:pt x="202362" y="103682"/>
                  <a:pt x="204191" y="101764"/>
                </a:cubicBezTo>
                <a:lnTo>
                  <a:pt x="204538" y="101417"/>
                </a:lnTo>
                <a:cubicBezTo>
                  <a:pt x="206545" y="99320"/>
                  <a:pt x="209417" y="98196"/>
                  <a:pt x="212557" y="98196"/>
                </a:cubicBezTo>
                <a:cubicBezTo>
                  <a:pt x="215687" y="98196"/>
                  <a:pt x="218478" y="99320"/>
                  <a:pt x="220477" y="101417"/>
                </a:cubicBezTo>
                <a:lnTo>
                  <a:pt x="220565" y="101417"/>
                </a:lnTo>
                <a:cubicBezTo>
                  <a:pt x="222571" y="103334"/>
                  <a:pt x="223874" y="106295"/>
                  <a:pt x="223874" y="109425"/>
                </a:cubicBezTo>
                <a:cubicBezTo>
                  <a:pt x="223874" y="112654"/>
                  <a:pt x="222571" y="115437"/>
                  <a:pt x="220565" y="117525"/>
                </a:cubicBezTo>
                <a:close/>
                <a:moveTo>
                  <a:pt x="111949" y="117525"/>
                </a:moveTo>
                <a:lnTo>
                  <a:pt x="111949" y="117525"/>
                </a:lnTo>
                <a:cubicBezTo>
                  <a:pt x="109861" y="119531"/>
                  <a:pt x="106989" y="120842"/>
                  <a:pt x="103850" y="120842"/>
                </a:cubicBezTo>
                <a:cubicBezTo>
                  <a:pt x="100719" y="120842"/>
                  <a:pt x="97928" y="119531"/>
                  <a:pt x="96010" y="117525"/>
                </a:cubicBezTo>
                <a:lnTo>
                  <a:pt x="95840" y="117525"/>
                </a:lnTo>
                <a:cubicBezTo>
                  <a:pt x="93922" y="115437"/>
                  <a:pt x="92531" y="112654"/>
                  <a:pt x="92531" y="109425"/>
                </a:cubicBezTo>
                <a:cubicBezTo>
                  <a:pt x="92531" y="106554"/>
                  <a:pt x="93744" y="103851"/>
                  <a:pt x="95573" y="101764"/>
                </a:cubicBezTo>
                <a:lnTo>
                  <a:pt x="96010" y="101417"/>
                </a:lnTo>
                <a:cubicBezTo>
                  <a:pt x="97928" y="99320"/>
                  <a:pt x="100888" y="98196"/>
                  <a:pt x="103850" y="98196"/>
                </a:cubicBezTo>
                <a:cubicBezTo>
                  <a:pt x="107159" y="98196"/>
                  <a:pt x="109861" y="99320"/>
                  <a:pt x="111949" y="101417"/>
                </a:cubicBezTo>
                <a:cubicBezTo>
                  <a:pt x="113785" y="103334"/>
                  <a:pt x="115177" y="106116"/>
                  <a:pt x="115347" y="108989"/>
                </a:cubicBezTo>
                <a:lnTo>
                  <a:pt x="115177" y="109425"/>
                </a:lnTo>
                <a:lnTo>
                  <a:pt x="115347" y="109773"/>
                </a:lnTo>
                <a:cubicBezTo>
                  <a:pt x="115177" y="112913"/>
                  <a:pt x="113785" y="115527"/>
                  <a:pt x="111949" y="117525"/>
                </a:cubicBezTo>
                <a:close/>
                <a:moveTo>
                  <a:pt x="293382" y="195656"/>
                </a:moveTo>
                <a:lnTo>
                  <a:pt x="293382" y="195656"/>
                </a:lnTo>
                <a:lnTo>
                  <a:pt x="23194" y="195656"/>
                </a:lnTo>
                <a:lnTo>
                  <a:pt x="23194" y="23285"/>
                </a:lnTo>
                <a:lnTo>
                  <a:pt x="293382" y="23285"/>
                </a:lnTo>
                <a:lnTo>
                  <a:pt x="293382" y="195656"/>
                </a:lnTo>
                <a:close/>
                <a:moveTo>
                  <a:pt x="178841" y="220220"/>
                </a:moveTo>
                <a:lnTo>
                  <a:pt x="178841" y="220220"/>
                </a:lnTo>
                <a:lnTo>
                  <a:pt x="271958" y="220220"/>
                </a:lnTo>
                <a:lnTo>
                  <a:pt x="271958" y="301134"/>
                </a:lnTo>
                <a:lnTo>
                  <a:pt x="152280" y="301134"/>
                </a:lnTo>
                <a:lnTo>
                  <a:pt x="152280" y="268998"/>
                </a:lnTo>
                <a:lnTo>
                  <a:pt x="171269" y="268998"/>
                </a:lnTo>
                <a:lnTo>
                  <a:pt x="171439" y="268998"/>
                </a:lnTo>
                <a:cubicBezTo>
                  <a:pt x="175622" y="268998"/>
                  <a:pt x="178841" y="265600"/>
                  <a:pt x="178841" y="261594"/>
                </a:cubicBezTo>
                <a:lnTo>
                  <a:pt x="178841" y="261416"/>
                </a:lnTo>
                <a:lnTo>
                  <a:pt x="178841" y="220220"/>
                </a:lnTo>
                <a:close/>
                <a:moveTo>
                  <a:pt x="44627" y="220220"/>
                </a:moveTo>
                <a:lnTo>
                  <a:pt x="44627" y="220220"/>
                </a:lnTo>
                <a:lnTo>
                  <a:pt x="164035" y="220220"/>
                </a:lnTo>
                <a:lnTo>
                  <a:pt x="164035" y="254014"/>
                </a:lnTo>
                <a:lnTo>
                  <a:pt x="144967" y="254014"/>
                </a:lnTo>
                <a:lnTo>
                  <a:pt x="144789" y="254014"/>
                </a:lnTo>
                <a:lnTo>
                  <a:pt x="44627" y="254014"/>
                </a:lnTo>
                <a:lnTo>
                  <a:pt x="44627" y="220220"/>
                </a:lnTo>
                <a:close/>
                <a:moveTo>
                  <a:pt x="10832" y="220220"/>
                </a:moveTo>
                <a:lnTo>
                  <a:pt x="10832" y="220220"/>
                </a:lnTo>
                <a:lnTo>
                  <a:pt x="29812" y="220220"/>
                </a:lnTo>
                <a:lnTo>
                  <a:pt x="29812" y="261594"/>
                </a:lnTo>
                <a:cubicBezTo>
                  <a:pt x="29812" y="265600"/>
                  <a:pt x="33129" y="268998"/>
                  <a:pt x="37223" y="268998"/>
                </a:cubicBezTo>
                <a:lnTo>
                  <a:pt x="37482" y="268998"/>
                </a:lnTo>
                <a:lnTo>
                  <a:pt x="137564" y="268998"/>
                </a:lnTo>
                <a:lnTo>
                  <a:pt x="137564" y="308367"/>
                </a:lnTo>
                <a:cubicBezTo>
                  <a:pt x="137564" y="312550"/>
                  <a:pt x="140953" y="315948"/>
                  <a:pt x="144967" y="315948"/>
                </a:cubicBezTo>
                <a:lnTo>
                  <a:pt x="145136" y="315948"/>
                </a:lnTo>
                <a:lnTo>
                  <a:pt x="279183" y="315948"/>
                </a:lnTo>
                <a:cubicBezTo>
                  <a:pt x="283276" y="315948"/>
                  <a:pt x="286593" y="312550"/>
                  <a:pt x="286593" y="308367"/>
                </a:cubicBezTo>
                <a:lnTo>
                  <a:pt x="286593" y="308189"/>
                </a:lnTo>
                <a:lnTo>
                  <a:pt x="286593" y="220220"/>
                </a:lnTo>
                <a:lnTo>
                  <a:pt x="305574" y="220220"/>
                </a:lnTo>
                <a:cubicBezTo>
                  <a:pt x="312371" y="220220"/>
                  <a:pt x="317945" y="214823"/>
                  <a:pt x="317945" y="207849"/>
                </a:cubicBezTo>
                <a:lnTo>
                  <a:pt x="317945" y="207500"/>
                </a:lnTo>
                <a:lnTo>
                  <a:pt x="317945" y="11003"/>
                </a:lnTo>
                <a:cubicBezTo>
                  <a:pt x="317945" y="4296"/>
                  <a:pt x="312371" y="-1368"/>
                  <a:pt x="305574" y="-1368"/>
                </a:cubicBezTo>
                <a:lnTo>
                  <a:pt x="305225" y="-1368"/>
                </a:lnTo>
                <a:lnTo>
                  <a:pt x="10832" y="-1368"/>
                </a:lnTo>
                <a:cubicBezTo>
                  <a:pt x="4205" y="-1368"/>
                  <a:pt x="-1369" y="4296"/>
                  <a:pt x="-1369" y="11003"/>
                </a:cubicBezTo>
                <a:lnTo>
                  <a:pt x="-1369" y="11181"/>
                </a:lnTo>
                <a:lnTo>
                  <a:pt x="-1369" y="207849"/>
                </a:lnTo>
                <a:cubicBezTo>
                  <a:pt x="-1369" y="214823"/>
                  <a:pt x="4205" y="220220"/>
                  <a:pt x="10832" y="220220"/>
                </a:cubicBezTo>
                <a:close/>
                <a:moveTo>
                  <a:pt x="103850" y="135559"/>
                </a:moveTo>
                <a:cubicBezTo>
                  <a:pt x="111173" y="135559"/>
                  <a:pt x="117612" y="132598"/>
                  <a:pt x="122321" y="127978"/>
                </a:cubicBezTo>
                <a:cubicBezTo>
                  <a:pt x="125452" y="124935"/>
                  <a:pt x="127718" y="121011"/>
                  <a:pt x="128939" y="116828"/>
                </a:cubicBezTo>
                <a:lnTo>
                  <a:pt x="187467" y="116828"/>
                </a:lnTo>
                <a:cubicBezTo>
                  <a:pt x="190776" y="127808"/>
                  <a:pt x="201059" y="135559"/>
                  <a:pt x="212557" y="135559"/>
                </a:cubicBezTo>
                <a:cubicBezTo>
                  <a:pt x="219701" y="135559"/>
                  <a:pt x="226319" y="132598"/>
                  <a:pt x="230930" y="127978"/>
                </a:cubicBezTo>
                <a:cubicBezTo>
                  <a:pt x="235639" y="123188"/>
                  <a:pt x="238680" y="116658"/>
                  <a:pt x="238680" y="109425"/>
                </a:cubicBezTo>
                <a:cubicBezTo>
                  <a:pt x="238680" y="95147"/>
                  <a:pt x="226836" y="83382"/>
                  <a:pt x="212557" y="83382"/>
                </a:cubicBezTo>
                <a:cubicBezTo>
                  <a:pt x="205411" y="83382"/>
                  <a:pt x="198794" y="86262"/>
                  <a:pt x="194085" y="90963"/>
                </a:cubicBezTo>
                <a:lnTo>
                  <a:pt x="193656" y="91570"/>
                </a:lnTo>
                <a:cubicBezTo>
                  <a:pt x="190954" y="94530"/>
                  <a:pt x="188688" y="98108"/>
                  <a:pt x="187467" y="102112"/>
                </a:cubicBezTo>
                <a:lnTo>
                  <a:pt x="128939" y="102112"/>
                </a:lnTo>
                <a:cubicBezTo>
                  <a:pt x="125630" y="91311"/>
                  <a:pt x="115525" y="83382"/>
                  <a:pt x="103850" y="83382"/>
                </a:cubicBezTo>
                <a:cubicBezTo>
                  <a:pt x="96705" y="83382"/>
                  <a:pt x="90088" y="86262"/>
                  <a:pt x="85556" y="90963"/>
                </a:cubicBezTo>
                <a:lnTo>
                  <a:pt x="85039" y="91570"/>
                </a:lnTo>
                <a:cubicBezTo>
                  <a:pt x="80597" y="96190"/>
                  <a:pt x="77895" y="102548"/>
                  <a:pt x="77895" y="109425"/>
                </a:cubicBezTo>
                <a:cubicBezTo>
                  <a:pt x="77895" y="123804"/>
                  <a:pt x="89570" y="135559"/>
                  <a:pt x="103850" y="135559"/>
                </a:cubicBezTo>
                <a:lnTo>
                  <a:pt x="103850" y="135559"/>
                </a:lnTo>
              </a:path>
            </a:pathLst>
          </a:custGeom>
          <a:solidFill>
            <a:schemeClr val="accent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VCG41N1309252045" descr="图片包含 背景图案&#10;&#10;描述已自动生成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5144042" y="3626896"/>
            <a:ext cx="6024406" cy="92333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>
            <a:defPPr>
              <a:defRPr lang="zh-CN"/>
            </a:defPPr>
            <a:lvl1pPr algn="r">
              <a:defRPr sz="5400">
                <a:solidFill>
                  <a:schemeClr val="bg1"/>
                </a:solidFill>
                <a:latin typeface="字魂35号-经典雅黑" pitchFamily="2" charset="-122"/>
                <a:ea typeface="字魂35号-经典雅黑" pitchFamily="2" charset="-122"/>
                <a:cs typeface="微软雅黑" panose="020B0503020204020204" charset="-122"/>
              </a:defRPr>
            </a:lvl1pPr>
          </a:lstStyle>
          <a:p>
            <a:pPr algn="r"/>
            <a:r>
              <a:rPr lang="en-US" altLang="zh-CN" b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effectLst/>
                <a:latin typeface="Britannic Bold" panose="020B0903060703020204" charset="0"/>
                <a:ea typeface="微软雅黑" panose="020B0503020204020204" charset="-122"/>
                <a:cs typeface="Britannic Bold" panose="020B0903060703020204" charset="0"/>
                <a:sym typeface="Arial" panose="020B0604020202020204"/>
              </a:rPr>
              <a:t>Product Promotion</a:t>
            </a:r>
            <a:endParaRPr lang="zh-CN" altLang="en-US" dirty="0">
              <a:latin typeface="Britannic Bold" panose="020B0903060703020204" charset="0"/>
              <a:cs typeface="Britannic Bold" panose="020B0903060703020204" charset="0"/>
              <a:sym typeface="Arial" panose="020B0604020202020204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797980" y="1373543"/>
            <a:ext cx="5370468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5400">
                <a:solidFill>
                  <a:srgbClr val="FF0029"/>
                </a:solidFill>
                <a:latin typeface="+mj-lt"/>
              </a:defRPr>
            </a:lvl1pPr>
          </a:lstStyle>
          <a:p>
            <a:pPr algn="r"/>
            <a:r>
              <a:rPr lang="en-US" altLang="zh-CN" sz="138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04.</a:t>
            </a:r>
            <a:endParaRPr lang="zh-CN" altLang="en-US" sz="13800" dirty="0">
              <a:solidFill>
                <a:schemeClr val="bg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6" name="文本框 15"/>
          <p:cNvSpPr txBox="1"/>
          <p:nvPr>
            <p:custDataLst>
              <p:tags r:id="rId1"/>
            </p:custDataLst>
          </p:nvPr>
        </p:nvSpPr>
        <p:spPr>
          <a:xfrm>
            <a:off x="6917002" y="4607025"/>
            <a:ext cx="3925425" cy="41402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Malgun Gothic Semilight" panose="020B0502040204020203" charset="-122"/>
                <a:ea typeface="Malgun Gothic Semilight" panose="020B0502040204020203" charset="-122"/>
                <a:cs typeface="微软雅黑" panose="020B0503020204020204" charset="-122"/>
                <a:sym typeface="Arial" panose="020B0604020202020204"/>
              </a:rPr>
              <a:t>It’s about why you can’t miss our products.</a:t>
            </a:r>
          </a:p>
        </p:txBody>
      </p:sp>
      <p:cxnSp>
        <p:nvCxnSpPr>
          <p:cNvPr id="38" name="直接连接符 37"/>
          <p:cNvCxnSpPr/>
          <p:nvPr/>
        </p:nvCxnSpPr>
        <p:spPr>
          <a:xfrm>
            <a:off x="10975776" y="4747927"/>
            <a:ext cx="0" cy="46921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2258624" y="6393612"/>
            <a:ext cx="55672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7932279" y="6256539"/>
            <a:ext cx="99585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altLang="zh-CN" sz="1200" dirty="0">
                <a:solidFill>
                  <a:schemeClr val="accent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01</a:t>
            </a:r>
            <a:endParaRPr lang="zh-CN" altLang="en-US" sz="1200" dirty="0">
              <a:solidFill>
                <a:schemeClr val="accent3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780802" y="6256539"/>
            <a:ext cx="9958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altLang="zh-CN" sz="1200" dirty="0">
                <a:solidFill>
                  <a:schemeClr val="accent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02</a:t>
            </a:r>
            <a:endParaRPr lang="zh-CN" altLang="en-US" sz="1200" dirty="0">
              <a:solidFill>
                <a:schemeClr val="accent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629325" y="6256539"/>
            <a:ext cx="9958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altLang="zh-CN" sz="1200" dirty="0">
                <a:solidFill>
                  <a:schemeClr val="accent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03</a:t>
            </a:r>
            <a:endParaRPr lang="zh-CN" altLang="en-US" sz="1200" dirty="0">
              <a:solidFill>
                <a:schemeClr val="accent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0477848" y="6225761"/>
            <a:ext cx="99585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altLang="zh-CN" sz="1600" dirty="0">
                <a:solidFill>
                  <a:schemeClr val="accent3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5163953" y="-7903"/>
            <a:ext cx="7408127" cy="6768790"/>
          </a:xfrm>
          <a:prstGeom prst="roundRect">
            <a:avLst>
              <a:gd name="adj" fmla="val 0"/>
            </a:avLst>
          </a:prstGeom>
          <a:gradFill flip="none" rotWithShape="1">
            <a:gsLst>
              <a:gs pos="74000">
                <a:schemeClr val="accent4">
                  <a:alpha val="0"/>
                </a:schemeClr>
              </a:gs>
              <a:gs pos="100000">
                <a:schemeClr val="accent1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6" name="圆: 空心 5"/>
          <p:cNvSpPr/>
          <p:nvPr/>
        </p:nvSpPr>
        <p:spPr>
          <a:xfrm>
            <a:off x="515938" y="112357"/>
            <a:ext cx="3419017" cy="3316643"/>
          </a:xfrm>
          <a:prstGeom prst="donut">
            <a:avLst>
              <a:gd name="adj" fmla="val 16109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22000"/>
                </a:schemeClr>
              </a:gs>
            </a:gsLst>
            <a:lin ang="162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pic>
        <p:nvPicPr>
          <p:cNvPr id="5" name="图片 4" descr="图片包含 游戏机&#10;&#10;描述已自动生成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 flipH="1">
            <a:off x="746123" y="425189"/>
            <a:ext cx="4476978" cy="4505396"/>
          </a:xfrm>
          <a:prstGeom prst="rect">
            <a:avLst/>
          </a:prstGeom>
        </p:spPr>
      </p:pic>
      <p:sp>
        <p:nvSpPr>
          <p:cNvPr id="3" name="矩形: 圆角 2"/>
          <p:cNvSpPr/>
          <p:nvPr/>
        </p:nvSpPr>
        <p:spPr>
          <a:xfrm>
            <a:off x="1040888" y="4203889"/>
            <a:ext cx="4912405" cy="1794783"/>
          </a:xfrm>
          <a:prstGeom prst="roundRect">
            <a:avLst>
              <a:gd name="adj" fmla="val 7971"/>
            </a:avLst>
          </a:prstGeom>
          <a:solidFill>
            <a:schemeClr val="accent4">
              <a:lumMod val="90000"/>
              <a:lumOff val="10000"/>
            </a:schemeClr>
          </a:solidFill>
          <a:ln>
            <a:gradFill flip="none" rotWithShape="1">
              <a:gsLst>
                <a:gs pos="0">
                  <a:schemeClr val="bg1">
                    <a:alpha val="0"/>
                  </a:schemeClr>
                </a:gs>
                <a:gs pos="67000">
                  <a:schemeClr val="accent1"/>
                </a:gs>
              </a:gsLst>
              <a:lin ang="27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453285" y="883104"/>
            <a:ext cx="5401961" cy="58477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The Human Impact of BCI</a:t>
            </a:r>
            <a:endParaRPr lang="zh-CN" altLang="en-US" sz="3200" b="1" dirty="0">
              <a:solidFill>
                <a:schemeClr val="bg1"/>
              </a:solidFill>
              <a:effectLst/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453286" y="1975848"/>
            <a:ext cx="4476978" cy="743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As knowledge injector,</a:t>
            </a:r>
          </a:p>
          <a:p>
            <a:pPr algn="just">
              <a:lnSpc>
                <a:spcPct val="11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It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gives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people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a wealth of knowledge.</a:t>
            </a:r>
            <a:endParaRPr lang="zh-CN" altLang="en-US" sz="2000" dirty="0">
              <a:solidFill>
                <a:schemeClr val="bg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764294" y="2945888"/>
            <a:ext cx="5403770" cy="547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200" b="1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Enough knowledge can make people not be deceived and allow humans to go further in scientific research.</a:t>
            </a:r>
            <a:endParaRPr lang="zh-CN" altLang="en-US" sz="1200" b="1" dirty="0">
              <a:solidFill>
                <a:schemeClr val="bg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5584089" y="3023984"/>
            <a:ext cx="0" cy="39530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5195097" y="4444857"/>
            <a:ext cx="428428" cy="428428"/>
            <a:chOff x="2638097" y="2317532"/>
            <a:chExt cx="462455" cy="462455"/>
          </a:xfrm>
        </p:grpSpPr>
        <p:sp>
          <p:nvSpPr>
            <p:cNvPr id="14" name="椭圆 13"/>
            <p:cNvSpPr/>
            <p:nvPr/>
          </p:nvSpPr>
          <p:spPr>
            <a:xfrm>
              <a:off x="2638097" y="2317532"/>
              <a:ext cx="462455" cy="462455"/>
            </a:xfrm>
            <a:prstGeom prst="ellipse">
              <a:avLst/>
            </a:prstGeom>
            <a:solidFill>
              <a:schemeClr val="accent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15" name="加号 14"/>
            <p:cNvSpPr/>
            <p:nvPr/>
          </p:nvSpPr>
          <p:spPr>
            <a:xfrm>
              <a:off x="2727434" y="2406869"/>
              <a:ext cx="283780" cy="283780"/>
            </a:xfrm>
            <a:prstGeom prst="mathPlus">
              <a:avLst/>
            </a:prstGeom>
            <a:solidFill>
              <a:schemeClr val="bg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1171454" y="4459016"/>
            <a:ext cx="2168470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Not be deceived</a:t>
            </a:r>
            <a:endParaRPr lang="zh-CN" altLang="en-US" sz="2000" dirty="0">
              <a:solidFill>
                <a:schemeClr val="bg1"/>
              </a:solidFill>
              <a:effectLst/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178520" y="4947776"/>
            <a:ext cx="3741063" cy="307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b="1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Reduce information gap</a:t>
            </a:r>
            <a:endParaRPr lang="zh-CN" altLang="en-US" sz="1200" b="1" dirty="0">
              <a:solidFill>
                <a:schemeClr val="bg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graphicFrame>
        <p:nvGraphicFramePr>
          <p:cNvPr id="23" name="图表 22"/>
          <p:cNvGraphicFramePr/>
          <p:nvPr/>
        </p:nvGraphicFramePr>
        <p:xfrm>
          <a:off x="1118229" y="5419944"/>
          <a:ext cx="4680074" cy="599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4668853" y="5228973"/>
            <a:ext cx="1023119" cy="307777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r"/>
            <a:r>
              <a:rPr lang="en-US" altLang="zh-CN" sz="1400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76%</a:t>
            </a:r>
            <a:endParaRPr lang="zh-CN" altLang="en-US" sz="1400" dirty="0">
              <a:solidFill>
                <a:schemeClr val="bg1"/>
              </a:solidFill>
              <a:effectLst/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cxnSp>
        <p:nvCxnSpPr>
          <p:cNvPr id="26" name="直接连接符 25"/>
          <p:cNvCxnSpPr/>
          <p:nvPr/>
        </p:nvCxnSpPr>
        <p:spPr>
          <a:xfrm flipH="1">
            <a:off x="1286880" y="5372948"/>
            <a:ext cx="3706034" cy="0"/>
          </a:xfrm>
          <a:prstGeom prst="line">
            <a:avLst/>
          </a:prstGeom>
          <a:ln>
            <a:solidFill>
              <a:schemeClr val="bg1"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7"/>
          <p:cNvSpPr/>
          <p:nvPr/>
        </p:nvSpPr>
        <p:spPr>
          <a:xfrm>
            <a:off x="6255658" y="4180113"/>
            <a:ext cx="4912405" cy="1794783"/>
          </a:xfrm>
          <a:prstGeom prst="roundRect">
            <a:avLst>
              <a:gd name="adj" fmla="val 7971"/>
            </a:avLst>
          </a:prstGeom>
          <a:solidFill>
            <a:schemeClr val="accent4">
              <a:lumMod val="90000"/>
              <a:lumOff val="10000"/>
            </a:schemeClr>
          </a:solidFill>
          <a:ln>
            <a:gradFill flip="none" rotWithShape="1">
              <a:gsLst>
                <a:gs pos="0">
                  <a:schemeClr val="bg1">
                    <a:alpha val="0"/>
                  </a:schemeClr>
                </a:gs>
                <a:gs pos="67000">
                  <a:schemeClr val="accent3"/>
                </a:gs>
              </a:gsLst>
              <a:lin ang="27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10426818" y="4444857"/>
            <a:ext cx="428428" cy="428428"/>
            <a:chOff x="2638097" y="2317532"/>
            <a:chExt cx="462455" cy="462455"/>
          </a:xfrm>
        </p:grpSpPr>
        <p:sp>
          <p:nvSpPr>
            <p:cNvPr id="31" name="椭圆 30"/>
            <p:cNvSpPr/>
            <p:nvPr/>
          </p:nvSpPr>
          <p:spPr>
            <a:xfrm>
              <a:off x="2638097" y="2317532"/>
              <a:ext cx="462455" cy="462455"/>
            </a:xfrm>
            <a:prstGeom prst="ellipse">
              <a:avLst/>
            </a:prstGeom>
            <a:solidFill>
              <a:schemeClr val="accent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32" name="加号 31"/>
            <p:cNvSpPr/>
            <p:nvPr/>
          </p:nvSpPr>
          <p:spPr>
            <a:xfrm>
              <a:off x="2727434" y="2406869"/>
              <a:ext cx="283780" cy="283780"/>
            </a:xfrm>
            <a:prstGeom prst="mathPlus">
              <a:avLst/>
            </a:prstGeom>
            <a:solidFill>
              <a:schemeClr val="bg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6403174" y="4459016"/>
            <a:ext cx="4023643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Go further in scientific research</a:t>
            </a:r>
            <a:endParaRPr lang="zh-CN" altLang="en-US" sz="2000" dirty="0">
              <a:solidFill>
                <a:schemeClr val="bg1"/>
              </a:solidFill>
              <a:effectLst/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403174" y="4981798"/>
            <a:ext cx="3741063" cy="307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b="1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Can stand on the shoulders of giants</a:t>
            </a:r>
            <a:endParaRPr lang="zh-CN" altLang="en-US" sz="1200" b="1" dirty="0">
              <a:solidFill>
                <a:schemeClr val="bg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graphicFrame>
        <p:nvGraphicFramePr>
          <p:cNvPr id="35" name="图表 34"/>
          <p:cNvGraphicFramePr/>
          <p:nvPr/>
        </p:nvGraphicFramePr>
        <p:xfrm>
          <a:off x="6349950" y="5419944"/>
          <a:ext cx="4680074" cy="599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6" name="文本框 35"/>
          <p:cNvSpPr txBox="1"/>
          <p:nvPr/>
        </p:nvSpPr>
        <p:spPr>
          <a:xfrm>
            <a:off x="9900574" y="5228973"/>
            <a:ext cx="1023119" cy="307777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r"/>
            <a:r>
              <a:rPr lang="en-US" altLang="zh-CN" sz="1400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76%</a:t>
            </a:r>
            <a:endParaRPr lang="zh-CN" altLang="en-US" sz="1400" dirty="0">
              <a:solidFill>
                <a:schemeClr val="bg1"/>
              </a:solidFill>
              <a:effectLst/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cxnSp>
        <p:nvCxnSpPr>
          <p:cNvPr id="37" name="直接连接符 36"/>
          <p:cNvCxnSpPr/>
          <p:nvPr/>
        </p:nvCxnSpPr>
        <p:spPr>
          <a:xfrm flipH="1">
            <a:off x="6518601" y="5372948"/>
            <a:ext cx="3706034" cy="0"/>
          </a:xfrm>
          <a:prstGeom prst="line">
            <a:avLst/>
          </a:prstGeom>
          <a:ln>
            <a:solidFill>
              <a:schemeClr val="bg1"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590551" y="537125"/>
            <a:ext cx="11125199" cy="5759450"/>
          </a:xfrm>
          <a:custGeom>
            <a:avLst/>
            <a:gdLst>
              <a:gd name="connsiteX0" fmla="*/ 160212 w 11160125"/>
              <a:gd name="connsiteY0" fmla="*/ 0 h 4505396"/>
              <a:gd name="connsiteX1" fmla="*/ 10999913 w 11160125"/>
              <a:gd name="connsiteY1" fmla="*/ 0 h 4505396"/>
              <a:gd name="connsiteX2" fmla="*/ 11160125 w 11160125"/>
              <a:gd name="connsiteY2" fmla="*/ 160212 h 4505396"/>
              <a:gd name="connsiteX3" fmla="*/ 11160125 w 11160125"/>
              <a:gd name="connsiteY3" fmla="*/ 4345184 h 4505396"/>
              <a:gd name="connsiteX4" fmla="*/ 10999913 w 11160125"/>
              <a:gd name="connsiteY4" fmla="*/ 4505396 h 4505396"/>
              <a:gd name="connsiteX5" fmla="*/ 160212 w 11160125"/>
              <a:gd name="connsiteY5" fmla="*/ 4505396 h 4505396"/>
              <a:gd name="connsiteX6" fmla="*/ 0 w 11160125"/>
              <a:gd name="connsiteY6" fmla="*/ 4345184 h 4505396"/>
              <a:gd name="connsiteX7" fmla="*/ 0 w 11160125"/>
              <a:gd name="connsiteY7" fmla="*/ 160212 h 4505396"/>
              <a:gd name="connsiteX8" fmla="*/ 160212 w 11160125"/>
              <a:gd name="connsiteY8" fmla="*/ 0 h 4505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60125" h="4505396">
                <a:moveTo>
                  <a:pt x="160212" y="0"/>
                </a:moveTo>
                <a:lnTo>
                  <a:pt x="10999913" y="0"/>
                </a:lnTo>
                <a:cubicBezTo>
                  <a:pt x="11088396" y="0"/>
                  <a:pt x="11160125" y="71729"/>
                  <a:pt x="11160125" y="160212"/>
                </a:cubicBezTo>
                <a:lnTo>
                  <a:pt x="11160125" y="4345184"/>
                </a:lnTo>
                <a:cubicBezTo>
                  <a:pt x="11160125" y="4433667"/>
                  <a:pt x="11088396" y="4505396"/>
                  <a:pt x="10999913" y="4505396"/>
                </a:cubicBezTo>
                <a:lnTo>
                  <a:pt x="160212" y="4505396"/>
                </a:lnTo>
                <a:cubicBezTo>
                  <a:pt x="71729" y="4505396"/>
                  <a:pt x="0" y="4433667"/>
                  <a:pt x="0" y="4345184"/>
                </a:cubicBezTo>
                <a:lnTo>
                  <a:pt x="0" y="160212"/>
                </a:lnTo>
                <a:cubicBezTo>
                  <a:pt x="0" y="71729"/>
                  <a:pt x="71729" y="0"/>
                  <a:pt x="160212" y="0"/>
                </a:cubicBezTo>
                <a:close/>
              </a:path>
            </a:pathLst>
          </a:custGeom>
        </p:spPr>
      </p:pic>
      <p:sp>
        <p:nvSpPr>
          <p:cNvPr id="5" name="矩形: 圆角 4"/>
          <p:cNvSpPr/>
          <p:nvPr/>
        </p:nvSpPr>
        <p:spPr>
          <a:xfrm>
            <a:off x="533401" y="537125"/>
            <a:ext cx="11125199" cy="5759450"/>
          </a:xfrm>
          <a:prstGeom prst="roundRect">
            <a:avLst>
              <a:gd name="adj" fmla="val 3556"/>
            </a:avLst>
          </a:prstGeom>
          <a:solidFill>
            <a:schemeClr val="accent4">
              <a:lumMod val="90000"/>
              <a:lumOff val="10000"/>
              <a:alpha val="87000"/>
            </a:schemeClr>
          </a:solidFill>
          <a:ln>
            <a:gradFill flip="none" rotWithShape="1">
              <a:gsLst>
                <a:gs pos="0">
                  <a:schemeClr val="bg1">
                    <a:alpha val="0"/>
                  </a:schemeClr>
                </a:gs>
                <a:gs pos="67000">
                  <a:schemeClr val="accent3"/>
                </a:gs>
              </a:gsLst>
              <a:lin ang="27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0" name="任意多边形: 形状 29"/>
          <p:cNvSpPr/>
          <p:nvPr/>
        </p:nvSpPr>
        <p:spPr>
          <a:xfrm flipH="1" flipV="1">
            <a:off x="617962" y="582389"/>
            <a:ext cx="9470141" cy="5759451"/>
          </a:xfrm>
          <a:custGeom>
            <a:avLst/>
            <a:gdLst>
              <a:gd name="connsiteX0" fmla="*/ 243870 w 7408127"/>
              <a:gd name="connsiteY0" fmla="*/ 6858000 h 6858000"/>
              <a:gd name="connsiteX1" fmla="*/ 7164257 w 7408127"/>
              <a:gd name="connsiteY1" fmla="*/ 6858000 h 6858000"/>
              <a:gd name="connsiteX2" fmla="*/ 7408127 w 7408127"/>
              <a:gd name="connsiteY2" fmla="*/ 6614130 h 6858000"/>
              <a:gd name="connsiteX3" fmla="*/ 7408127 w 7408127"/>
              <a:gd name="connsiteY3" fmla="*/ 243870 h 6858000"/>
              <a:gd name="connsiteX4" fmla="*/ 7164257 w 7408127"/>
              <a:gd name="connsiteY4" fmla="*/ 0 h 6858000"/>
              <a:gd name="connsiteX5" fmla="*/ 243870 w 7408127"/>
              <a:gd name="connsiteY5" fmla="*/ 0 h 6858000"/>
              <a:gd name="connsiteX6" fmla="*/ 0 w 7408127"/>
              <a:gd name="connsiteY6" fmla="*/ 243870 h 6858000"/>
              <a:gd name="connsiteX7" fmla="*/ 0 w 7408127"/>
              <a:gd name="connsiteY7" fmla="*/ 6614130 h 6858000"/>
              <a:gd name="connsiteX8" fmla="*/ 243870 w 7408127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08127" h="6858000">
                <a:moveTo>
                  <a:pt x="243870" y="6858000"/>
                </a:moveTo>
                <a:lnTo>
                  <a:pt x="7164257" y="6858000"/>
                </a:lnTo>
                <a:cubicBezTo>
                  <a:pt x="7298943" y="6858000"/>
                  <a:pt x="7408127" y="6748816"/>
                  <a:pt x="7408127" y="6614130"/>
                </a:cubicBezTo>
                <a:lnTo>
                  <a:pt x="7408127" y="243870"/>
                </a:lnTo>
                <a:cubicBezTo>
                  <a:pt x="7408127" y="109184"/>
                  <a:pt x="7298943" y="0"/>
                  <a:pt x="7164257" y="0"/>
                </a:cubicBezTo>
                <a:lnTo>
                  <a:pt x="243870" y="0"/>
                </a:lnTo>
                <a:cubicBezTo>
                  <a:pt x="109184" y="0"/>
                  <a:pt x="0" y="109184"/>
                  <a:pt x="0" y="243870"/>
                </a:cubicBezTo>
                <a:lnTo>
                  <a:pt x="0" y="6614130"/>
                </a:lnTo>
                <a:cubicBezTo>
                  <a:pt x="0" y="6748816"/>
                  <a:pt x="109184" y="6858000"/>
                  <a:pt x="243870" y="6858000"/>
                </a:cubicBezTo>
                <a:close/>
              </a:path>
            </a:pathLst>
          </a:custGeom>
          <a:gradFill flip="none" rotWithShape="1">
            <a:gsLst>
              <a:gs pos="63000">
                <a:schemeClr val="accent4">
                  <a:alpha val="0"/>
                </a:schemeClr>
              </a:gs>
              <a:gs pos="100000">
                <a:schemeClr val="accent1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26" name="任意多边形: 形状 25"/>
          <p:cNvSpPr/>
          <p:nvPr/>
        </p:nvSpPr>
        <p:spPr>
          <a:xfrm flipV="1">
            <a:off x="2187613" y="560089"/>
            <a:ext cx="9485926" cy="5769051"/>
          </a:xfrm>
          <a:custGeom>
            <a:avLst/>
            <a:gdLst>
              <a:gd name="connsiteX0" fmla="*/ 243870 w 7408127"/>
              <a:gd name="connsiteY0" fmla="*/ 6858000 h 6858000"/>
              <a:gd name="connsiteX1" fmla="*/ 7164257 w 7408127"/>
              <a:gd name="connsiteY1" fmla="*/ 6858000 h 6858000"/>
              <a:gd name="connsiteX2" fmla="*/ 7408127 w 7408127"/>
              <a:gd name="connsiteY2" fmla="*/ 6614130 h 6858000"/>
              <a:gd name="connsiteX3" fmla="*/ 7408127 w 7408127"/>
              <a:gd name="connsiteY3" fmla="*/ 243870 h 6858000"/>
              <a:gd name="connsiteX4" fmla="*/ 7164257 w 7408127"/>
              <a:gd name="connsiteY4" fmla="*/ 0 h 6858000"/>
              <a:gd name="connsiteX5" fmla="*/ 243870 w 7408127"/>
              <a:gd name="connsiteY5" fmla="*/ 0 h 6858000"/>
              <a:gd name="connsiteX6" fmla="*/ 0 w 7408127"/>
              <a:gd name="connsiteY6" fmla="*/ 243870 h 6858000"/>
              <a:gd name="connsiteX7" fmla="*/ 0 w 7408127"/>
              <a:gd name="connsiteY7" fmla="*/ 6614130 h 6858000"/>
              <a:gd name="connsiteX8" fmla="*/ 243870 w 7408127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08127" h="6858000">
                <a:moveTo>
                  <a:pt x="243870" y="6858000"/>
                </a:moveTo>
                <a:lnTo>
                  <a:pt x="7164257" y="6858000"/>
                </a:lnTo>
                <a:cubicBezTo>
                  <a:pt x="7298943" y="6858000"/>
                  <a:pt x="7408127" y="6748816"/>
                  <a:pt x="7408127" y="6614130"/>
                </a:cubicBezTo>
                <a:lnTo>
                  <a:pt x="7408127" y="243870"/>
                </a:lnTo>
                <a:cubicBezTo>
                  <a:pt x="7408127" y="109184"/>
                  <a:pt x="7298943" y="0"/>
                  <a:pt x="7164257" y="0"/>
                </a:cubicBezTo>
                <a:lnTo>
                  <a:pt x="243870" y="0"/>
                </a:lnTo>
                <a:cubicBezTo>
                  <a:pt x="109184" y="0"/>
                  <a:pt x="0" y="109184"/>
                  <a:pt x="0" y="243870"/>
                </a:cubicBezTo>
                <a:lnTo>
                  <a:pt x="0" y="6614130"/>
                </a:lnTo>
                <a:cubicBezTo>
                  <a:pt x="0" y="6748816"/>
                  <a:pt x="109184" y="6858000"/>
                  <a:pt x="243870" y="6858000"/>
                </a:cubicBezTo>
                <a:close/>
              </a:path>
            </a:pathLst>
          </a:custGeom>
          <a:gradFill flip="none" rotWithShape="1">
            <a:gsLst>
              <a:gs pos="63000">
                <a:schemeClr val="accent4">
                  <a:alpha val="0"/>
                </a:schemeClr>
              </a:gs>
              <a:gs pos="100000">
                <a:schemeClr val="accent1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821826" y="1201949"/>
            <a:ext cx="4485854" cy="58477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Social Value of BCI</a:t>
            </a:r>
            <a:endParaRPr lang="zh-CN" altLang="en-US" sz="3200" b="1" dirty="0">
              <a:solidFill>
                <a:schemeClr val="bg1"/>
              </a:solidFill>
              <a:effectLst/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pic>
        <p:nvPicPr>
          <p:cNvPr id="29" name="图片 28" descr="图片包含 游戏机&#10;&#10;描述已自动生成"/>
          <p:cNvPicPr>
            <a:picLocks noChangeAspect="1"/>
          </p:cNvPicPr>
          <p:nvPr/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7728640" y="1487624"/>
            <a:ext cx="5405809" cy="5440123"/>
          </a:xfrm>
          <a:prstGeom prst="rect">
            <a:avLst/>
          </a:prstGeom>
        </p:spPr>
      </p:pic>
      <p:pic>
        <p:nvPicPr>
          <p:cNvPr id="6" name="图片 5" descr="图片包含 游戏机&#10;&#10;描述已自动生成"/>
          <p:cNvPicPr>
            <a:picLocks noChangeAspect="1"/>
          </p:cNvPicPr>
          <p:nvPr/>
        </p:nvPicPr>
        <p:blipFill rotWithShape="1">
          <a:blip r:embed="rId4" cstate="email"/>
          <a:srcRect/>
          <a:stretch>
            <a:fillRect/>
          </a:stretch>
        </p:blipFill>
        <p:spPr>
          <a:xfrm flipH="1">
            <a:off x="53975" y="1511935"/>
            <a:ext cx="4545965" cy="5103495"/>
          </a:xfrm>
          <a:prstGeom prst="rect">
            <a:avLst/>
          </a:prstGeom>
        </p:spPr>
      </p:pic>
      <p:sp>
        <p:nvSpPr>
          <p:cNvPr id="4" name="矩形: 圆角 3"/>
          <p:cNvSpPr/>
          <p:nvPr/>
        </p:nvSpPr>
        <p:spPr>
          <a:xfrm>
            <a:off x="2402567" y="3519525"/>
            <a:ext cx="7386865" cy="2105299"/>
          </a:xfrm>
          <a:prstGeom prst="roundRect">
            <a:avLst>
              <a:gd name="adj" fmla="val 5393"/>
            </a:avLst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4207685" y="4620058"/>
            <a:ext cx="0" cy="610367"/>
          </a:xfrm>
          <a:prstGeom prst="line">
            <a:avLst/>
          </a:prstGeom>
          <a:ln>
            <a:solidFill>
              <a:schemeClr val="accent1">
                <a:alpha val="3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7921821" y="4620058"/>
            <a:ext cx="0" cy="610367"/>
          </a:xfrm>
          <a:prstGeom prst="line">
            <a:avLst/>
          </a:prstGeom>
          <a:ln>
            <a:solidFill>
              <a:schemeClr val="accent1">
                <a:alpha val="3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6064753" y="4620058"/>
            <a:ext cx="0" cy="610367"/>
          </a:xfrm>
          <a:prstGeom prst="line">
            <a:avLst/>
          </a:prstGeom>
          <a:ln>
            <a:solidFill>
              <a:schemeClr val="accent1">
                <a:alpha val="3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2536852" y="4592589"/>
            <a:ext cx="1513626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en-US" altLang="zh-CN" sz="2000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+</a:t>
            </a:r>
            <a:endParaRPr lang="zh-CN" altLang="en-US" sz="2000" dirty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</a:gradFill>
              <a:effectLst/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379406" y="4592589"/>
            <a:ext cx="1513626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en-US" altLang="zh-CN" sz="2000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+</a:t>
            </a:r>
            <a:endParaRPr lang="zh-CN" altLang="en-US" sz="2000" dirty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</a:gradFill>
              <a:effectLst/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236474" y="4592589"/>
            <a:ext cx="1513626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en-US" altLang="zh-CN" sz="2000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+</a:t>
            </a:r>
            <a:endParaRPr lang="zh-CN" altLang="en-US" sz="2000" dirty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</a:gradFill>
              <a:effectLst/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093543" y="4592589"/>
            <a:ext cx="1513626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en-US" altLang="zh-CN" sz="2000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+</a:t>
            </a:r>
            <a:endParaRPr lang="zh-CN" altLang="en-US" sz="2000" dirty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</a:gradFill>
              <a:effectLst/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573351" y="4986451"/>
            <a:ext cx="1440629" cy="307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PEACE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130042" y="4986451"/>
            <a:ext cx="1440629" cy="307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DEVELOPMENT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425581" y="4986451"/>
            <a:ext cx="1440629" cy="307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SAFETY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277811" y="4986451"/>
            <a:ext cx="1440629" cy="307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EDUCATION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2684970" y="4249486"/>
            <a:ext cx="6822058" cy="1"/>
          </a:xfrm>
          <a:prstGeom prst="line">
            <a:avLst/>
          </a:prstGeom>
          <a:ln>
            <a:solidFill>
              <a:schemeClr val="bg2">
                <a:lumMod val="50000"/>
                <a:alpha val="3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5234376" y="3713715"/>
            <a:ext cx="1723247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en-US" altLang="zh-CN" sz="2000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ASPECT</a:t>
            </a:r>
            <a:endParaRPr lang="zh-CN" altLang="en-US" sz="2000" dirty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</a:gradFill>
              <a:effectLst/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506801" y="2030868"/>
            <a:ext cx="7178399" cy="775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BCI can show its social value through</a:t>
            </a:r>
          </a:p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 many aspects such as social harmony and social development</a:t>
            </a:r>
            <a:endParaRPr lang="zh-CN" altLang="en-US" b="1" dirty="0">
              <a:solidFill>
                <a:schemeClr val="bg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VCG41N1309252045" descr="图片包含 背景图案&#10;&#10;描述已自动生成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6170781" y="2246926"/>
            <a:ext cx="0" cy="61036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727630" y="2364742"/>
            <a:ext cx="4819534" cy="92333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FUTURE BCI</a:t>
            </a:r>
            <a:endParaRPr lang="zh-CN" altLang="en-US" sz="5400" b="1" dirty="0">
              <a:solidFill>
                <a:schemeClr val="bg1"/>
              </a:solidFill>
              <a:effectLst/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4267201" y="3594263"/>
            <a:ext cx="7373938" cy="2526767"/>
          </a:xfrm>
          <a:prstGeom prst="roundRect">
            <a:avLst>
              <a:gd name="adj" fmla="val 3556"/>
            </a:avLst>
          </a:prstGeom>
          <a:solidFill>
            <a:schemeClr val="accent4">
              <a:lumMod val="90000"/>
              <a:lumOff val="10000"/>
            </a:schemeClr>
          </a:solidFill>
          <a:ln>
            <a:gradFill flip="none" rotWithShape="1">
              <a:gsLst>
                <a:gs pos="0">
                  <a:schemeClr val="bg1">
                    <a:alpha val="0"/>
                  </a:schemeClr>
                </a:gs>
                <a:gs pos="67000">
                  <a:schemeClr val="accent3"/>
                </a:gs>
              </a:gsLst>
              <a:lin ang="27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pic>
        <p:nvPicPr>
          <p:cNvPr id="8" name="图片 7" descr="图片包含 游戏机&#10;&#10;描述已自动生成"/>
          <p:cNvPicPr>
            <a:picLocks noChangeAspect="1"/>
          </p:cNvPicPr>
          <p:nvPr/>
        </p:nvPicPr>
        <p:blipFill rotWithShape="1">
          <a:blip r:embed="rId3" cstate="email"/>
          <a:srcRect/>
          <a:stretch>
            <a:fillRect/>
          </a:stretch>
        </p:blipFill>
        <p:spPr>
          <a:xfrm flipH="1">
            <a:off x="62230" y="42545"/>
            <a:ext cx="6186805" cy="673671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651607" y="4704109"/>
            <a:ext cx="2746024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Fewer Side 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E</a:t>
            </a:r>
            <a:r>
              <a:rPr lang="en-US" altLang="zh-CN" sz="2000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ffects</a:t>
            </a:r>
            <a:endParaRPr lang="zh-CN" altLang="en-US" sz="2000" dirty="0">
              <a:solidFill>
                <a:schemeClr val="bg1"/>
              </a:solidFill>
              <a:effectLst/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817626" y="5309464"/>
            <a:ext cx="1913453" cy="307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Alleviate user concerns</a:t>
            </a:r>
            <a:endParaRPr lang="zh-CN" altLang="en-US" sz="1200" dirty="0">
              <a:solidFill>
                <a:schemeClr val="bg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7845142" y="6012002"/>
            <a:ext cx="218056" cy="218056"/>
            <a:chOff x="2638097" y="2317532"/>
            <a:chExt cx="462455" cy="462455"/>
          </a:xfrm>
        </p:grpSpPr>
        <p:sp>
          <p:nvSpPr>
            <p:cNvPr id="12" name="椭圆 11"/>
            <p:cNvSpPr/>
            <p:nvPr/>
          </p:nvSpPr>
          <p:spPr>
            <a:xfrm>
              <a:off x="2638097" y="2317532"/>
              <a:ext cx="462455" cy="462455"/>
            </a:xfrm>
            <a:prstGeom prst="ellipse">
              <a:avLst/>
            </a:prstGeom>
            <a:solidFill>
              <a:schemeClr val="accent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13" name="加号 12"/>
            <p:cNvSpPr/>
            <p:nvPr/>
          </p:nvSpPr>
          <p:spPr>
            <a:xfrm>
              <a:off x="2727434" y="2406869"/>
              <a:ext cx="283780" cy="283780"/>
            </a:xfrm>
            <a:prstGeom prst="mathPlus">
              <a:avLst/>
            </a:prstGeom>
            <a:solidFill>
              <a:schemeClr val="bg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</p:grpSp>
      <p:cxnSp>
        <p:nvCxnSpPr>
          <p:cNvPr id="14" name="直接连接符 13"/>
          <p:cNvCxnSpPr/>
          <p:nvPr/>
        </p:nvCxnSpPr>
        <p:spPr>
          <a:xfrm>
            <a:off x="4745361" y="5256981"/>
            <a:ext cx="0" cy="42415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/>
        </p:nvSpPr>
        <p:spPr>
          <a:xfrm>
            <a:off x="4651607" y="3918834"/>
            <a:ext cx="527844" cy="527844"/>
          </a:xfrm>
          <a:prstGeom prst="ellipse">
            <a:avLst/>
          </a:prstGeom>
          <a:solidFill>
            <a:schemeClr val="accent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003940" y="4704109"/>
            <a:ext cx="2168470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More Knowledge</a:t>
            </a:r>
            <a:endParaRPr lang="zh-CN" altLang="en-US" sz="2000" dirty="0">
              <a:solidFill>
                <a:schemeClr val="bg1"/>
              </a:solidFill>
              <a:effectLst/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146751" y="5313441"/>
            <a:ext cx="1913453" cy="307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Learn more about things</a:t>
            </a:r>
            <a:endParaRPr lang="zh-CN" altLang="en-US" sz="1200" dirty="0">
              <a:solidFill>
                <a:schemeClr val="bg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7097694" y="5256981"/>
            <a:ext cx="0" cy="42415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>
          <a:xfrm>
            <a:off x="7003940" y="3918834"/>
            <a:ext cx="527844" cy="527844"/>
          </a:xfrm>
          <a:prstGeom prst="ellipse">
            <a:avLst/>
          </a:prstGeom>
          <a:solidFill>
            <a:schemeClr val="accent3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356274" y="4704109"/>
            <a:ext cx="2168470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C</a:t>
            </a:r>
            <a:r>
              <a:rPr lang="en-US" altLang="zh-CN" sz="2000" dirty="0">
                <a:solidFill>
                  <a:schemeClr val="bg1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heaper Price</a:t>
            </a:r>
            <a:endParaRPr lang="zh-CN" altLang="en-US" sz="2000" dirty="0">
              <a:solidFill>
                <a:schemeClr val="bg1"/>
              </a:solidFill>
              <a:effectLst/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529149" y="5305168"/>
            <a:ext cx="1913453" cy="307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Everyone can use </a:t>
            </a:r>
            <a:endParaRPr lang="zh-CN" altLang="en-US" sz="1200" dirty="0">
              <a:solidFill>
                <a:schemeClr val="bg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9450028" y="5256981"/>
            <a:ext cx="0" cy="42415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/>
          <p:cNvSpPr/>
          <p:nvPr/>
        </p:nvSpPr>
        <p:spPr>
          <a:xfrm>
            <a:off x="9356274" y="3918834"/>
            <a:ext cx="527844" cy="527844"/>
          </a:xfrm>
          <a:prstGeom prst="ellipse">
            <a:avLst/>
          </a:prstGeom>
          <a:solidFill>
            <a:schemeClr val="accent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6" name="图形 14"/>
          <p:cNvSpPr/>
          <p:nvPr/>
        </p:nvSpPr>
        <p:spPr>
          <a:xfrm flipV="1">
            <a:off x="4785753" y="4052941"/>
            <a:ext cx="259553" cy="259630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7" name="图形 53"/>
          <p:cNvSpPr/>
          <p:nvPr/>
        </p:nvSpPr>
        <p:spPr>
          <a:xfrm flipV="1">
            <a:off x="7138093" y="4052941"/>
            <a:ext cx="259538" cy="259630"/>
          </a:xfrm>
          <a:custGeom>
            <a:avLst/>
            <a:gdLst>
              <a:gd name="connsiteX0" fmla="*/ 279909 w 319200"/>
              <a:gd name="connsiteY0" fmla="*/ 269492 h 319313"/>
              <a:gd name="connsiteX1" fmla="*/ 279909 w 319200"/>
              <a:gd name="connsiteY1" fmla="*/ 269492 h 319313"/>
              <a:gd name="connsiteX2" fmla="*/ 251440 w 319200"/>
              <a:gd name="connsiteY2" fmla="*/ 240751 h 319313"/>
              <a:gd name="connsiteX3" fmla="*/ 267359 w 319200"/>
              <a:gd name="connsiteY3" fmla="*/ 236505 h 319313"/>
              <a:gd name="connsiteX4" fmla="*/ 296009 w 319200"/>
              <a:gd name="connsiteY4" fmla="*/ 265065 h 319313"/>
              <a:gd name="connsiteX5" fmla="*/ 279909 w 319200"/>
              <a:gd name="connsiteY5" fmla="*/ 269492 h 319313"/>
              <a:gd name="connsiteX6" fmla="*/ 265059 w 319200"/>
              <a:gd name="connsiteY6" fmla="*/ 295923 h 319313"/>
              <a:gd name="connsiteX7" fmla="*/ 265059 w 319200"/>
              <a:gd name="connsiteY7" fmla="*/ 295923 h 319313"/>
              <a:gd name="connsiteX8" fmla="*/ 236410 w 319200"/>
              <a:gd name="connsiteY8" fmla="*/ 267364 h 319313"/>
              <a:gd name="connsiteX9" fmla="*/ 240828 w 319200"/>
              <a:gd name="connsiteY9" fmla="*/ 251364 h 319313"/>
              <a:gd name="connsiteX10" fmla="*/ 269478 w 319200"/>
              <a:gd name="connsiteY10" fmla="*/ 280014 h 319313"/>
              <a:gd name="connsiteX11" fmla="*/ 265059 w 319200"/>
              <a:gd name="connsiteY11" fmla="*/ 295923 h 319313"/>
              <a:gd name="connsiteX12" fmla="*/ 166107 w 319200"/>
              <a:gd name="connsiteY12" fmla="*/ 183977 h 319313"/>
              <a:gd name="connsiteX13" fmla="*/ 166107 w 319200"/>
              <a:gd name="connsiteY13" fmla="*/ 183977 h 319313"/>
              <a:gd name="connsiteX14" fmla="*/ 155757 w 319200"/>
              <a:gd name="connsiteY14" fmla="*/ 185744 h 319313"/>
              <a:gd name="connsiteX15" fmla="*/ 134541 w 319200"/>
              <a:gd name="connsiteY15" fmla="*/ 176905 h 319313"/>
              <a:gd name="connsiteX16" fmla="*/ 134541 w 319200"/>
              <a:gd name="connsiteY16" fmla="*/ 176905 h 319313"/>
              <a:gd name="connsiteX17" fmla="*/ 125786 w 319200"/>
              <a:gd name="connsiteY17" fmla="*/ 155681 h 319313"/>
              <a:gd name="connsiteX18" fmla="*/ 134541 w 319200"/>
              <a:gd name="connsiteY18" fmla="*/ 134637 h 319313"/>
              <a:gd name="connsiteX19" fmla="*/ 155757 w 319200"/>
              <a:gd name="connsiteY19" fmla="*/ 125790 h 319313"/>
              <a:gd name="connsiteX20" fmla="*/ 176891 w 319200"/>
              <a:gd name="connsiteY20" fmla="*/ 134456 h 319313"/>
              <a:gd name="connsiteX21" fmla="*/ 176891 w 319200"/>
              <a:gd name="connsiteY21" fmla="*/ 134637 h 319313"/>
              <a:gd name="connsiteX22" fmla="*/ 185647 w 319200"/>
              <a:gd name="connsiteY22" fmla="*/ 155681 h 319313"/>
              <a:gd name="connsiteX23" fmla="*/ 183881 w 319200"/>
              <a:gd name="connsiteY23" fmla="*/ 166121 h 319313"/>
              <a:gd name="connsiteX24" fmla="*/ 164604 w 319200"/>
              <a:gd name="connsiteY24" fmla="*/ 146924 h 319313"/>
              <a:gd name="connsiteX25" fmla="*/ 146919 w 319200"/>
              <a:gd name="connsiteY25" fmla="*/ 146924 h 319313"/>
              <a:gd name="connsiteX26" fmla="*/ 146919 w 319200"/>
              <a:gd name="connsiteY26" fmla="*/ 164527 h 319313"/>
              <a:gd name="connsiteX27" fmla="*/ 166107 w 319200"/>
              <a:gd name="connsiteY27" fmla="*/ 183977 h 319313"/>
              <a:gd name="connsiteX28" fmla="*/ 155757 w 319200"/>
              <a:gd name="connsiteY28" fmla="*/ 200602 h 319313"/>
              <a:gd name="connsiteX29" fmla="*/ 155757 w 319200"/>
              <a:gd name="connsiteY29" fmla="*/ 200602 h 319313"/>
              <a:gd name="connsiteX30" fmla="*/ 177515 w 319200"/>
              <a:gd name="connsiteY30" fmla="*/ 195124 h 319313"/>
              <a:gd name="connsiteX31" fmla="*/ 204744 w 319200"/>
              <a:gd name="connsiteY31" fmla="*/ 222442 h 319313"/>
              <a:gd name="connsiteX32" fmla="*/ 155757 w 319200"/>
              <a:gd name="connsiteY32" fmla="*/ 238271 h 319313"/>
              <a:gd name="connsiteX33" fmla="*/ 97398 w 319200"/>
              <a:gd name="connsiteY33" fmla="*/ 214220 h 319313"/>
              <a:gd name="connsiteX34" fmla="*/ 97398 w 319200"/>
              <a:gd name="connsiteY34" fmla="*/ 214310 h 319313"/>
              <a:gd name="connsiteX35" fmla="*/ 97398 w 319200"/>
              <a:gd name="connsiteY35" fmla="*/ 214220 h 319313"/>
              <a:gd name="connsiteX36" fmla="*/ 73167 w 319200"/>
              <a:gd name="connsiteY36" fmla="*/ 155681 h 319313"/>
              <a:gd name="connsiteX37" fmla="*/ 97398 w 319200"/>
              <a:gd name="connsiteY37" fmla="*/ 97412 h 319313"/>
              <a:gd name="connsiteX38" fmla="*/ 155757 w 319200"/>
              <a:gd name="connsiteY38" fmla="*/ 73090 h 319313"/>
              <a:gd name="connsiteX39" fmla="*/ 213772 w 319200"/>
              <a:gd name="connsiteY39" fmla="*/ 96967 h 319313"/>
              <a:gd name="connsiteX40" fmla="*/ 214125 w 319200"/>
              <a:gd name="connsiteY40" fmla="*/ 97412 h 319313"/>
              <a:gd name="connsiteX41" fmla="*/ 238346 w 319200"/>
              <a:gd name="connsiteY41" fmla="*/ 155681 h 319313"/>
              <a:gd name="connsiteX42" fmla="*/ 222437 w 319200"/>
              <a:gd name="connsiteY42" fmla="*/ 204668 h 319313"/>
              <a:gd name="connsiteX43" fmla="*/ 195020 w 319200"/>
              <a:gd name="connsiteY43" fmla="*/ 177611 h 319313"/>
              <a:gd name="connsiteX44" fmla="*/ 200678 w 319200"/>
              <a:gd name="connsiteY44" fmla="*/ 155681 h 319313"/>
              <a:gd name="connsiteX45" fmla="*/ 187503 w 319200"/>
              <a:gd name="connsiteY45" fmla="*/ 124024 h 319313"/>
              <a:gd name="connsiteX46" fmla="*/ 187413 w 319200"/>
              <a:gd name="connsiteY46" fmla="*/ 124024 h 319313"/>
              <a:gd name="connsiteX47" fmla="*/ 155757 w 319200"/>
              <a:gd name="connsiteY47" fmla="*/ 110850 h 319313"/>
              <a:gd name="connsiteX48" fmla="*/ 124100 w 319200"/>
              <a:gd name="connsiteY48" fmla="*/ 124024 h 319313"/>
              <a:gd name="connsiteX49" fmla="*/ 124100 w 319200"/>
              <a:gd name="connsiteY49" fmla="*/ 124024 h 319313"/>
              <a:gd name="connsiteX50" fmla="*/ 110835 w 319200"/>
              <a:gd name="connsiteY50" fmla="*/ 155681 h 319313"/>
              <a:gd name="connsiteX51" fmla="*/ 124100 w 319200"/>
              <a:gd name="connsiteY51" fmla="*/ 187336 h 319313"/>
              <a:gd name="connsiteX52" fmla="*/ 124100 w 319200"/>
              <a:gd name="connsiteY52" fmla="*/ 187517 h 319313"/>
              <a:gd name="connsiteX53" fmla="*/ 155757 w 319200"/>
              <a:gd name="connsiteY53" fmla="*/ 200602 h 319313"/>
              <a:gd name="connsiteX54" fmla="*/ 282208 w 319200"/>
              <a:gd name="connsiteY54" fmla="*/ 194055 h 319313"/>
              <a:gd name="connsiteX55" fmla="*/ 282208 w 319200"/>
              <a:gd name="connsiteY55" fmla="*/ 194055 h 319313"/>
              <a:gd name="connsiteX56" fmla="*/ 290522 w 319200"/>
              <a:gd name="connsiteY56" fmla="*/ 209712 h 319313"/>
              <a:gd name="connsiteX57" fmla="*/ 305997 w 319200"/>
              <a:gd name="connsiteY57" fmla="*/ 201399 h 319313"/>
              <a:gd name="connsiteX58" fmla="*/ 311040 w 319200"/>
              <a:gd name="connsiteY58" fmla="*/ 178852 h 319313"/>
              <a:gd name="connsiteX59" fmla="*/ 312715 w 319200"/>
              <a:gd name="connsiteY59" fmla="*/ 155681 h 319313"/>
              <a:gd name="connsiteX60" fmla="*/ 266825 w 319200"/>
              <a:gd name="connsiteY60" fmla="*/ 44793 h 319313"/>
              <a:gd name="connsiteX61" fmla="*/ 155757 w 319200"/>
              <a:gd name="connsiteY61" fmla="*/ -1369 h 319313"/>
              <a:gd name="connsiteX62" fmla="*/ 44698 w 319200"/>
              <a:gd name="connsiteY62" fmla="*/ 44793 h 319313"/>
              <a:gd name="connsiteX63" fmla="*/ -1373 w 319200"/>
              <a:gd name="connsiteY63" fmla="*/ 155681 h 319313"/>
              <a:gd name="connsiteX64" fmla="*/ 44698 w 319200"/>
              <a:gd name="connsiteY64" fmla="*/ 266921 h 319313"/>
              <a:gd name="connsiteX65" fmla="*/ 155757 w 319200"/>
              <a:gd name="connsiteY65" fmla="*/ 312730 h 319313"/>
              <a:gd name="connsiteX66" fmla="*/ 178748 w 319200"/>
              <a:gd name="connsiteY66" fmla="*/ 310963 h 319313"/>
              <a:gd name="connsiteX67" fmla="*/ 201385 w 319200"/>
              <a:gd name="connsiteY67" fmla="*/ 306092 h 319313"/>
              <a:gd name="connsiteX68" fmla="*/ 209697 w 319200"/>
              <a:gd name="connsiteY68" fmla="*/ 290536 h 319313"/>
              <a:gd name="connsiteX69" fmla="*/ 194140 w 319200"/>
              <a:gd name="connsiteY69" fmla="*/ 282223 h 319313"/>
              <a:gd name="connsiteX70" fmla="*/ 175216 w 319200"/>
              <a:gd name="connsiteY70" fmla="*/ 286470 h 319313"/>
              <a:gd name="connsiteX71" fmla="*/ 155757 w 319200"/>
              <a:gd name="connsiteY71" fmla="*/ 287973 h 319313"/>
              <a:gd name="connsiteX72" fmla="*/ 62382 w 319200"/>
              <a:gd name="connsiteY72" fmla="*/ 249065 h 319313"/>
              <a:gd name="connsiteX73" fmla="*/ 23646 w 319200"/>
              <a:gd name="connsiteY73" fmla="*/ 155681 h 319313"/>
              <a:gd name="connsiteX74" fmla="*/ 62382 w 319200"/>
              <a:gd name="connsiteY74" fmla="*/ 62306 h 319313"/>
              <a:gd name="connsiteX75" fmla="*/ 155757 w 319200"/>
              <a:gd name="connsiteY75" fmla="*/ 23660 h 319313"/>
              <a:gd name="connsiteX76" fmla="*/ 249140 w 319200"/>
              <a:gd name="connsiteY76" fmla="*/ 62306 h 319313"/>
              <a:gd name="connsiteX77" fmla="*/ 287870 w 319200"/>
              <a:gd name="connsiteY77" fmla="*/ 155681 h 319313"/>
              <a:gd name="connsiteX78" fmla="*/ 286457 w 319200"/>
              <a:gd name="connsiteY78" fmla="*/ 175139 h 319313"/>
              <a:gd name="connsiteX79" fmla="*/ 282208 w 319200"/>
              <a:gd name="connsiteY79" fmla="*/ 194055 h 319313"/>
              <a:gd name="connsiteX80" fmla="*/ 222873 w 319200"/>
              <a:gd name="connsiteY80" fmla="*/ 274880 h 319313"/>
              <a:gd name="connsiteX81" fmla="*/ 263637 w 319200"/>
              <a:gd name="connsiteY81" fmla="*/ 315826 h 319313"/>
              <a:gd name="connsiteX82" fmla="*/ 274160 w 319200"/>
              <a:gd name="connsiteY82" fmla="*/ 315826 h 319313"/>
              <a:gd name="connsiteX83" fmla="*/ 276196 w 319200"/>
              <a:gd name="connsiteY83" fmla="*/ 312466 h 319313"/>
              <a:gd name="connsiteX84" fmla="*/ 276196 w 319200"/>
              <a:gd name="connsiteY84" fmla="*/ 312376 h 319313"/>
              <a:gd name="connsiteX85" fmla="*/ 276196 w 319200"/>
              <a:gd name="connsiteY85" fmla="*/ 312195 h 319313"/>
              <a:gd name="connsiteX86" fmla="*/ 283803 w 319200"/>
              <a:gd name="connsiteY86" fmla="*/ 283900 h 319313"/>
              <a:gd name="connsiteX87" fmla="*/ 312100 w 319200"/>
              <a:gd name="connsiteY87" fmla="*/ 276293 h 319313"/>
              <a:gd name="connsiteX88" fmla="*/ 312271 w 319200"/>
              <a:gd name="connsiteY88" fmla="*/ 276211 h 319313"/>
              <a:gd name="connsiteX89" fmla="*/ 312362 w 319200"/>
              <a:gd name="connsiteY89" fmla="*/ 276211 h 319313"/>
              <a:gd name="connsiteX90" fmla="*/ 315640 w 319200"/>
              <a:gd name="connsiteY90" fmla="*/ 274264 h 319313"/>
              <a:gd name="connsiteX91" fmla="*/ 315640 w 319200"/>
              <a:gd name="connsiteY91" fmla="*/ 263742 h 319313"/>
              <a:gd name="connsiteX92" fmla="*/ 274956 w 319200"/>
              <a:gd name="connsiteY92" fmla="*/ 222977 h 319313"/>
              <a:gd name="connsiteX93" fmla="*/ 267621 w 319200"/>
              <a:gd name="connsiteY93" fmla="*/ 221031 h 319313"/>
              <a:gd name="connsiteX94" fmla="*/ 244721 w 319200"/>
              <a:gd name="connsiteY94" fmla="*/ 227133 h 319313"/>
              <a:gd name="connsiteX95" fmla="*/ 233041 w 319200"/>
              <a:gd name="connsiteY95" fmla="*/ 215280 h 319313"/>
              <a:gd name="connsiteX96" fmla="*/ 253296 w 319200"/>
              <a:gd name="connsiteY96" fmla="*/ 155681 h 319313"/>
              <a:gd name="connsiteX97" fmla="*/ 224729 w 319200"/>
              <a:gd name="connsiteY97" fmla="*/ 86799 h 319313"/>
              <a:gd name="connsiteX98" fmla="*/ 224375 w 319200"/>
              <a:gd name="connsiteY98" fmla="*/ 86527 h 319313"/>
              <a:gd name="connsiteX99" fmla="*/ 155757 w 319200"/>
              <a:gd name="connsiteY99" fmla="*/ 58059 h 319313"/>
              <a:gd name="connsiteX100" fmla="*/ 86785 w 319200"/>
              <a:gd name="connsiteY100" fmla="*/ 86799 h 319313"/>
              <a:gd name="connsiteX101" fmla="*/ 58136 w 319200"/>
              <a:gd name="connsiteY101" fmla="*/ 155681 h 319313"/>
              <a:gd name="connsiteX102" fmla="*/ 86785 w 319200"/>
              <a:gd name="connsiteY102" fmla="*/ 224743 h 319313"/>
              <a:gd name="connsiteX103" fmla="*/ 155757 w 319200"/>
              <a:gd name="connsiteY103" fmla="*/ 253302 h 319313"/>
              <a:gd name="connsiteX104" fmla="*/ 215356 w 319200"/>
              <a:gd name="connsiteY104" fmla="*/ 233055 h 319313"/>
              <a:gd name="connsiteX105" fmla="*/ 227119 w 319200"/>
              <a:gd name="connsiteY105" fmla="*/ 244636 h 319313"/>
              <a:gd name="connsiteX106" fmla="*/ 220934 w 319200"/>
              <a:gd name="connsiteY106" fmla="*/ 267717 h 319313"/>
              <a:gd name="connsiteX107" fmla="*/ 222873 w 319200"/>
              <a:gd name="connsiteY107" fmla="*/ 274880 h 319313"/>
              <a:gd name="connsiteX108" fmla="*/ 222873 w 319200"/>
              <a:gd name="connsiteY108" fmla="*/ 274880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319200" h="319313">
                <a:moveTo>
                  <a:pt x="279909" y="269492"/>
                </a:moveTo>
                <a:lnTo>
                  <a:pt x="279909" y="269492"/>
                </a:lnTo>
                <a:lnTo>
                  <a:pt x="251440" y="240751"/>
                </a:lnTo>
                <a:lnTo>
                  <a:pt x="267359" y="236505"/>
                </a:lnTo>
                <a:lnTo>
                  <a:pt x="296009" y="265065"/>
                </a:lnTo>
                <a:lnTo>
                  <a:pt x="279909" y="269492"/>
                </a:lnTo>
                <a:close/>
                <a:moveTo>
                  <a:pt x="265059" y="295923"/>
                </a:moveTo>
                <a:lnTo>
                  <a:pt x="265059" y="295923"/>
                </a:lnTo>
                <a:lnTo>
                  <a:pt x="236410" y="267364"/>
                </a:lnTo>
                <a:lnTo>
                  <a:pt x="240828" y="251364"/>
                </a:lnTo>
                <a:lnTo>
                  <a:pt x="269478" y="280014"/>
                </a:lnTo>
                <a:lnTo>
                  <a:pt x="265059" y="295923"/>
                </a:lnTo>
                <a:close/>
                <a:moveTo>
                  <a:pt x="166107" y="183977"/>
                </a:moveTo>
                <a:lnTo>
                  <a:pt x="166107" y="183977"/>
                </a:lnTo>
                <a:cubicBezTo>
                  <a:pt x="163009" y="185127"/>
                  <a:pt x="159388" y="185744"/>
                  <a:pt x="155757" y="185744"/>
                </a:cubicBezTo>
                <a:cubicBezTo>
                  <a:pt x="147444" y="185744"/>
                  <a:pt x="140020" y="182383"/>
                  <a:pt x="134541" y="176905"/>
                </a:cubicBezTo>
                <a:lnTo>
                  <a:pt x="134541" y="176905"/>
                </a:lnTo>
                <a:cubicBezTo>
                  <a:pt x="129234" y="171599"/>
                  <a:pt x="125786" y="163992"/>
                  <a:pt x="125786" y="155681"/>
                </a:cubicBezTo>
                <a:cubicBezTo>
                  <a:pt x="125786" y="147368"/>
                  <a:pt x="129234" y="140033"/>
                  <a:pt x="134541" y="134637"/>
                </a:cubicBezTo>
                <a:cubicBezTo>
                  <a:pt x="140020" y="129239"/>
                  <a:pt x="147444" y="125790"/>
                  <a:pt x="155757" y="125790"/>
                </a:cubicBezTo>
                <a:cubicBezTo>
                  <a:pt x="164069" y="125790"/>
                  <a:pt x="171504" y="129239"/>
                  <a:pt x="176891" y="134456"/>
                </a:cubicBezTo>
                <a:lnTo>
                  <a:pt x="176891" y="134637"/>
                </a:lnTo>
                <a:cubicBezTo>
                  <a:pt x="182288" y="140033"/>
                  <a:pt x="185647" y="147368"/>
                  <a:pt x="185647" y="155681"/>
                </a:cubicBezTo>
                <a:cubicBezTo>
                  <a:pt x="185647" y="159484"/>
                  <a:pt x="185032" y="163024"/>
                  <a:pt x="183881" y="166121"/>
                </a:cubicBezTo>
                <a:lnTo>
                  <a:pt x="164604" y="146924"/>
                </a:lnTo>
                <a:cubicBezTo>
                  <a:pt x="159650" y="142152"/>
                  <a:pt x="151872" y="142152"/>
                  <a:pt x="146919" y="146924"/>
                </a:cubicBezTo>
                <a:cubicBezTo>
                  <a:pt x="142138" y="151787"/>
                  <a:pt x="142138" y="159746"/>
                  <a:pt x="146919" y="164527"/>
                </a:cubicBezTo>
                <a:lnTo>
                  <a:pt x="166107" y="183977"/>
                </a:lnTo>
                <a:close/>
                <a:moveTo>
                  <a:pt x="155757" y="200602"/>
                </a:moveTo>
                <a:lnTo>
                  <a:pt x="155757" y="200602"/>
                </a:lnTo>
                <a:cubicBezTo>
                  <a:pt x="163544" y="200602"/>
                  <a:pt x="170970" y="198655"/>
                  <a:pt x="177515" y="195124"/>
                </a:cubicBezTo>
                <a:lnTo>
                  <a:pt x="204744" y="222442"/>
                </a:lnTo>
                <a:cubicBezTo>
                  <a:pt x="190954" y="232439"/>
                  <a:pt x="174066" y="238271"/>
                  <a:pt x="155757" y="238271"/>
                </a:cubicBezTo>
                <a:cubicBezTo>
                  <a:pt x="132948" y="238271"/>
                  <a:pt x="112258" y="229161"/>
                  <a:pt x="97398" y="214220"/>
                </a:cubicBezTo>
                <a:lnTo>
                  <a:pt x="97398" y="214310"/>
                </a:lnTo>
                <a:lnTo>
                  <a:pt x="97398" y="214220"/>
                </a:lnTo>
                <a:cubicBezTo>
                  <a:pt x="82367" y="199279"/>
                  <a:pt x="73167" y="178580"/>
                  <a:pt x="73167" y="155681"/>
                </a:cubicBezTo>
                <a:cubicBezTo>
                  <a:pt x="73167" y="133043"/>
                  <a:pt x="82367" y="112352"/>
                  <a:pt x="97398" y="97412"/>
                </a:cubicBezTo>
                <a:cubicBezTo>
                  <a:pt x="112258" y="82371"/>
                  <a:pt x="132948" y="73090"/>
                  <a:pt x="155757" y="73090"/>
                </a:cubicBezTo>
                <a:cubicBezTo>
                  <a:pt x="178395" y="73090"/>
                  <a:pt x="198913" y="82290"/>
                  <a:pt x="213772" y="96967"/>
                </a:cubicBezTo>
                <a:lnTo>
                  <a:pt x="214125" y="97412"/>
                </a:lnTo>
                <a:cubicBezTo>
                  <a:pt x="229156" y="112261"/>
                  <a:pt x="238346" y="133043"/>
                  <a:pt x="238346" y="155681"/>
                </a:cubicBezTo>
                <a:cubicBezTo>
                  <a:pt x="238346" y="174161"/>
                  <a:pt x="232515" y="191140"/>
                  <a:pt x="222437" y="204668"/>
                </a:cubicBezTo>
                <a:lnTo>
                  <a:pt x="195020" y="177611"/>
                </a:lnTo>
                <a:cubicBezTo>
                  <a:pt x="198560" y="170893"/>
                  <a:pt x="200678" y="163730"/>
                  <a:pt x="200678" y="155681"/>
                </a:cubicBezTo>
                <a:cubicBezTo>
                  <a:pt x="200678" y="143484"/>
                  <a:pt x="195553" y="132164"/>
                  <a:pt x="187503" y="124024"/>
                </a:cubicBezTo>
                <a:lnTo>
                  <a:pt x="187413" y="124024"/>
                </a:lnTo>
                <a:cubicBezTo>
                  <a:pt x="179281" y="116065"/>
                  <a:pt x="168054" y="110850"/>
                  <a:pt x="155757" y="110850"/>
                </a:cubicBezTo>
                <a:cubicBezTo>
                  <a:pt x="143379" y="110850"/>
                  <a:pt x="132150" y="116065"/>
                  <a:pt x="124100" y="124024"/>
                </a:cubicBezTo>
                <a:lnTo>
                  <a:pt x="124100" y="124024"/>
                </a:lnTo>
                <a:cubicBezTo>
                  <a:pt x="115970" y="132164"/>
                  <a:pt x="110835" y="143302"/>
                  <a:pt x="110835" y="155681"/>
                </a:cubicBezTo>
                <a:cubicBezTo>
                  <a:pt x="110835" y="168149"/>
                  <a:pt x="115970" y="179377"/>
                  <a:pt x="124100" y="187336"/>
                </a:cubicBezTo>
                <a:lnTo>
                  <a:pt x="124100" y="187517"/>
                </a:lnTo>
                <a:cubicBezTo>
                  <a:pt x="132150" y="195649"/>
                  <a:pt x="143379" y="200602"/>
                  <a:pt x="155757" y="200602"/>
                </a:cubicBezTo>
                <a:close/>
                <a:moveTo>
                  <a:pt x="282208" y="194055"/>
                </a:moveTo>
                <a:lnTo>
                  <a:pt x="282208" y="194055"/>
                </a:lnTo>
                <a:cubicBezTo>
                  <a:pt x="280181" y="200956"/>
                  <a:pt x="283974" y="207764"/>
                  <a:pt x="290522" y="209712"/>
                </a:cubicBezTo>
                <a:cubicBezTo>
                  <a:pt x="297069" y="211748"/>
                  <a:pt x="303960" y="207946"/>
                  <a:pt x="305997" y="201399"/>
                </a:cubicBezTo>
                <a:cubicBezTo>
                  <a:pt x="308206" y="194055"/>
                  <a:pt x="309981" y="186629"/>
                  <a:pt x="311040" y="178852"/>
                </a:cubicBezTo>
                <a:cubicBezTo>
                  <a:pt x="312100" y="171418"/>
                  <a:pt x="312715" y="163549"/>
                  <a:pt x="312715" y="155681"/>
                </a:cubicBezTo>
                <a:cubicBezTo>
                  <a:pt x="312715" y="112442"/>
                  <a:pt x="295212" y="73090"/>
                  <a:pt x="266825" y="44793"/>
                </a:cubicBezTo>
                <a:cubicBezTo>
                  <a:pt x="238346" y="16496"/>
                  <a:pt x="199085" y="-1369"/>
                  <a:pt x="155757" y="-1369"/>
                </a:cubicBezTo>
                <a:cubicBezTo>
                  <a:pt x="112429" y="-1369"/>
                  <a:pt x="73167" y="16496"/>
                  <a:pt x="44698" y="44793"/>
                </a:cubicBezTo>
                <a:cubicBezTo>
                  <a:pt x="16401" y="73090"/>
                  <a:pt x="-1373" y="112442"/>
                  <a:pt x="-1373" y="155681"/>
                </a:cubicBezTo>
                <a:cubicBezTo>
                  <a:pt x="-1373" y="199098"/>
                  <a:pt x="16401" y="238452"/>
                  <a:pt x="44698" y="266921"/>
                </a:cubicBezTo>
                <a:cubicBezTo>
                  <a:pt x="73167" y="295218"/>
                  <a:pt x="112429" y="312730"/>
                  <a:pt x="155757" y="312730"/>
                </a:cubicBezTo>
                <a:cubicBezTo>
                  <a:pt x="163454" y="312730"/>
                  <a:pt x="171323" y="312286"/>
                  <a:pt x="178748" y="310963"/>
                </a:cubicBezTo>
                <a:cubicBezTo>
                  <a:pt x="186535" y="309986"/>
                  <a:pt x="194140" y="308219"/>
                  <a:pt x="201385" y="306092"/>
                </a:cubicBezTo>
                <a:cubicBezTo>
                  <a:pt x="207931" y="304236"/>
                  <a:pt x="211643" y="297164"/>
                  <a:pt x="209697" y="290536"/>
                </a:cubicBezTo>
                <a:cubicBezTo>
                  <a:pt x="207750" y="283989"/>
                  <a:pt x="200678" y="280277"/>
                  <a:pt x="194140" y="282223"/>
                </a:cubicBezTo>
                <a:cubicBezTo>
                  <a:pt x="187947" y="284171"/>
                  <a:pt x="181581" y="285492"/>
                  <a:pt x="175216" y="286470"/>
                </a:cubicBezTo>
                <a:cubicBezTo>
                  <a:pt x="169023" y="287439"/>
                  <a:pt x="162476" y="287973"/>
                  <a:pt x="155757" y="287973"/>
                </a:cubicBezTo>
                <a:cubicBezTo>
                  <a:pt x="119239" y="287973"/>
                  <a:pt x="86260" y="273113"/>
                  <a:pt x="62382" y="249065"/>
                </a:cubicBezTo>
                <a:cubicBezTo>
                  <a:pt x="38414" y="225276"/>
                  <a:pt x="23646" y="192289"/>
                  <a:pt x="23646" y="155681"/>
                </a:cubicBezTo>
                <a:cubicBezTo>
                  <a:pt x="23646" y="119333"/>
                  <a:pt x="38414" y="86356"/>
                  <a:pt x="62382" y="62306"/>
                </a:cubicBezTo>
                <a:cubicBezTo>
                  <a:pt x="86260" y="38518"/>
                  <a:pt x="119239" y="23660"/>
                  <a:pt x="155757" y="23660"/>
                </a:cubicBezTo>
                <a:cubicBezTo>
                  <a:pt x="192194" y="23660"/>
                  <a:pt x="225263" y="38518"/>
                  <a:pt x="249140" y="62306"/>
                </a:cubicBezTo>
                <a:cubicBezTo>
                  <a:pt x="273018" y="86356"/>
                  <a:pt x="287870" y="119333"/>
                  <a:pt x="287870" y="155681"/>
                </a:cubicBezTo>
                <a:cubicBezTo>
                  <a:pt x="287870" y="162399"/>
                  <a:pt x="287343" y="169127"/>
                  <a:pt x="286457" y="175139"/>
                </a:cubicBezTo>
                <a:cubicBezTo>
                  <a:pt x="285568" y="181677"/>
                  <a:pt x="284156" y="187871"/>
                  <a:pt x="282208" y="194055"/>
                </a:cubicBezTo>
                <a:close/>
                <a:moveTo>
                  <a:pt x="222873" y="274880"/>
                </a:moveTo>
                <a:lnTo>
                  <a:pt x="263637" y="315826"/>
                </a:lnTo>
                <a:cubicBezTo>
                  <a:pt x="266643" y="318652"/>
                  <a:pt x="271424" y="318652"/>
                  <a:pt x="274160" y="315826"/>
                </a:cubicBezTo>
                <a:cubicBezTo>
                  <a:pt x="275310" y="314677"/>
                  <a:pt x="275844" y="313617"/>
                  <a:pt x="276196" y="312466"/>
                </a:cubicBezTo>
                <a:lnTo>
                  <a:pt x="276196" y="312376"/>
                </a:lnTo>
                <a:lnTo>
                  <a:pt x="276196" y="312195"/>
                </a:lnTo>
                <a:lnTo>
                  <a:pt x="283803" y="283900"/>
                </a:lnTo>
                <a:lnTo>
                  <a:pt x="312100" y="276293"/>
                </a:lnTo>
                <a:lnTo>
                  <a:pt x="312271" y="276211"/>
                </a:lnTo>
                <a:lnTo>
                  <a:pt x="312362" y="276211"/>
                </a:lnTo>
                <a:cubicBezTo>
                  <a:pt x="313513" y="275857"/>
                  <a:pt x="314752" y="275414"/>
                  <a:pt x="315640" y="274264"/>
                </a:cubicBezTo>
                <a:cubicBezTo>
                  <a:pt x="318556" y="271430"/>
                  <a:pt x="318556" y="266747"/>
                  <a:pt x="315640" y="263742"/>
                </a:cubicBezTo>
                <a:lnTo>
                  <a:pt x="274956" y="222977"/>
                </a:lnTo>
                <a:cubicBezTo>
                  <a:pt x="273018" y="221121"/>
                  <a:pt x="270365" y="220323"/>
                  <a:pt x="267621" y="221031"/>
                </a:cubicBezTo>
                <a:lnTo>
                  <a:pt x="244721" y="227133"/>
                </a:lnTo>
                <a:lnTo>
                  <a:pt x="233041" y="215280"/>
                </a:lnTo>
                <a:cubicBezTo>
                  <a:pt x="245781" y="199008"/>
                  <a:pt x="253296" y="178228"/>
                  <a:pt x="253296" y="155681"/>
                </a:cubicBezTo>
                <a:cubicBezTo>
                  <a:pt x="253296" y="128978"/>
                  <a:pt x="242421" y="104484"/>
                  <a:pt x="224729" y="86799"/>
                </a:cubicBezTo>
                <a:lnTo>
                  <a:pt x="224375" y="86527"/>
                </a:lnTo>
                <a:cubicBezTo>
                  <a:pt x="206610" y="68844"/>
                  <a:pt x="182470" y="58059"/>
                  <a:pt x="155757" y="58059"/>
                </a:cubicBezTo>
                <a:cubicBezTo>
                  <a:pt x="128881" y="58059"/>
                  <a:pt x="104379" y="69025"/>
                  <a:pt x="86785" y="86799"/>
                </a:cubicBezTo>
                <a:cubicBezTo>
                  <a:pt x="69101" y="104484"/>
                  <a:pt x="58136" y="128978"/>
                  <a:pt x="58136" y="155681"/>
                </a:cubicBezTo>
                <a:cubicBezTo>
                  <a:pt x="58136" y="182655"/>
                  <a:pt x="69101" y="206968"/>
                  <a:pt x="86785" y="224743"/>
                </a:cubicBezTo>
                <a:cubicBezTo>
                  <a:pt x="104379" y="242427"/>
                  <a:pt x="128881" y="253302"/>
                  <a:pt x="155757" y="253302"/>
                </a:cubicBezTo>
                <a:cubicBezTo>
                  <a:pt x="178222" y="253302"/>
                  <a:pt x="198913" y="245786"/>
                  <a:pt x="215356" y="233055"/>
                </a:cubicBezTo>
                <a:lnTo>
                  <a:pt x="227119" y="244636"/>
                </a:lnTo>
                <a:lnTo>
                  <a:pt x="220934" y="267717"/>
                </a:lnTo>
                <a:cubicBezTo>
                  <a:pt x="220138" y="270280"/>
                  <a:pt x="221017" y="273113"/>
                  <a:pt x="222873" y="274880"/>
                </a:cubicBezTo>
                <a:lnTo>
                  <a:pt x="222873" y="274880"/>
                </a:lnTo>
              </a:path>
            </a:pathLst>
          </a:custGeom>
          <a:solidFill>
            <a:schemeClr val="accent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8" name="图形 65"/>
          <p:cNvSpPr/>
          <p:nvPr/>
        </p:nvSpPr>
        <p:spPr>
          <a:xfrm flipV="1">
            <a:off x="9490381" y="4070187"/>
            <a:ext cx="259630" cy="225139"/>
          </a:xfrm>
          <a:custGeom>
            <a:avLst/>
            <a:gdLst>
              <a:gd name="connsiteX0" fmla="*/ 190425 w 319313"/>
              <a:gd name="connsiteY0" fmla="*/ 48804 h 276893"/>
              <a:gd name="connsiteX1" fmla="*/ 190425 w 319313"/>
              <a:gd name="connsiteY1" fmla="*/ 48804 h 276893"/>
              <a:gd name="connsiteX2" fmla="*/ 190425 w 319313"/>
              <a:gd name="connsiteY2" fmla="*/ 48367 h 276893"/>
              <a:gd name="connsiteX3" fmla="*/ 192253 w 319313"/>
              <a:gd name="connsiteY3" fmla="*/ 43667 h 276893"/>
              <a:gd name="connsiteX4" fmla="*/ 192253 w 319313"/>
              <a:gd name="connsiteY4" fmla="*/ 43488 h 276893"/>
              <a:gd name="connsiteX5" fmla="*/ 192522 w 319313"/>
              <a:gd name="connsiteY5" fmla="*/ 43310 h 276893"/>
              <a:gd name="connsiteX6" fmla="*/ 197748 w 319313"/>
              <a:gd name="connsiteY6" fmla="*/ 41222 h 276893"/>
              <a:gd name="connsiteX7" fmla="*/ 202975 w 319313"/>
              <a:gd name="connsiteY7" fmla="*/ 43310 h 276893"/>
              <a:gd name="connsiteX8" fmla="*/ 202975 w 319313"/>
              <a:gd name="connsiteY8" fmla="*/ 43310 h 276893"/>
              <a:gd name="connsiteX9" fmla="*/ 205232 w 319313"/>
              <a:gd name="connsiteY9" fmla="*/ 48367 h 276893"/>
              <a:gd name="connsiteX10" fmla="*/ 205232 w 319313"/>
              <a:gd name="connsiteY10" fmla="*/ 48456 h 276893"/>
              <a:gd name="connsiteX11" fmla="*/ 205232 w 319313"/>
              <a:gd name="connsiteY11" fmla="*/ 48626 h 276893"/>
              <a:gd name="connsiteX12" fmla="*/ 205232 w 319313"/>
              <a:gd name="connsiteY12" fmla="*/ 48804 h 276893"/>
              <a:gd name="connsiteX13" fmla="*/ 202975 w 319313"/>
              <a:gd name="connsiteY13" fmla="*/ 53763 h 276893"/>
              <a:gd name="connsiteX14" fmla="*/ 202975 w 319313"/>
              <a:gd name="connsiteY14" fmla="*/ 53763 h 276893"/>
              <a:gd name="connsiteX15" fmla="*/ 202975 w 319313"/>
              <a:gd name="connsiteY15" fmla="*/ 53763 h 276893"/>
              <a:gd name="connsiteX16" fmla="*/ 197748 w 319313"/>
              <a:gd name="connsiteY16" fmla="*/ 55859 h 276893"/>
              <a:gd name="connsiteX17" fmla="*/ 192522 w 319313"/>
              <a:gd name="connsiteY17" fmla="*/ 53763 h 276893"/>
              <a:gd name="connsiteX18" fmla="*/ 190425 w 319313"/>
              <a:gd name="connsiteY18" fmla="*/ 48804 h 276893"/>
              <a:gd name="connsiteX19" fmla="*/ 130676 w 319313"/>
              <a:gd name="connsiteY19" fmla="*/ 170658 h 276893"/>
              <a:gd name="connsiteX20" fmla="*/ 130676 w 319313"/>
              <a:gd name="connsiteY20" fmla="*/ 170658 h 276893"/>
              <a:gd name="connsiteX21" fmla="*/ 130676 w 319313"/>
              <a:gd name="connsiteY21" fmla="*/ 121183 h 276893"/>
              <a:gd name="connsiteX22" fmla="*/ 173702 w 319313"/>
              <a:gd name="connsiteY22" fmla="*/ 145745 h 276893"/>
              <a:gd name="connsiteX23" fmla="*/ 130676 w 319313"/>
              <a:gd name="connsiteY23" fmla="*/ 170658 h 276893"/>
              <a:gd name="connsiteX24" fmla="*/ 124843 w 319313"/>
              <a:gd name="connsiteY24" fmla="*/ 202187 h 276893"/>
              <a:gd name="connsiteX25" fmla="*/ 124843 w 319313"/>
              <a:gd name="connsiteY25" fmla="*/ 202187 h 276893"/>
              <a:gd name="connsiteX26" fmla="*/ 204277 w 319313"/>
              <a:gd name="connsiteY26" fmla="*/ 156368 h 276893"/>
              <a:gd name="connsiteX27" fmla="*/ 208718 w 319313"/>
              <a:gd name="connsiteY27" fmla="*/ 139646 h 276893"/>
              <a:gd name="connsiteX28" fmla="*/ 204277 w 319313"/>
              <a:gd name="connsiteY28" fmla="*/ 135293 h 276893"/>
              <a:gd name="connsiteX29" fmla="*/ 164381 w 319313"/>
              <a:gd name="connsiteY29" fmla="*/ 112121 h 276893"/>
              <a:gd name="connsiteX30" fmla="*/ 124584 w 319313"/>
              <a:gd name="connsiteY30" fmla="*/ 89127 h 276893"/>
              <a:gd name="connsiteX31" fmla="*/ 107861 w 319313"/>
              <a:gd name="connsiteY31" fmla="*/ 93659 h 276893"/>
              <a:gd name="connsiteX32" fmla="*/ 106112 w 319313"/>
              <a:gd name="connsiteY32" fmla="*/ 99758 h 276893"/>
              <a:gd name="connsiteX33" fmla="*/ 106024 w 319313"/>
              <a:gd name="connsiteY33" fmla="*/ 99758 h 276893"/>
              <a:gd name="connsiteX34" fmla="*/ 106112 w 319313"/>
              <a:gd name="connsiteY34" fmla="*/ 191911 h 276893"/>
              <a:gd name="connsiteX35" fmla="*/ 118394 w 319313"/>
              <a:gd name="connsiteY35" fmla="*/ 204104 h 276893"/>
              <a:gd name="connsiteX36" fmla="*/ 124843 w 319313"/>
              <a:gd name="connsiteY36" fmla="*/ 202187 h 276893"/>
              <a:gd name="connsiteX37" fmla="*/ 277698 w 319313"/>
              <a:gd name="connsiteY37" fmla="*/ 251045 h 276893"/>
              <a:gd name="connsiteX38" fmla="*/ 277698 w 319313"/>
              <a:gd name="connsiteY38" fmla="*/ 251045 h 276893"/>
              <a:gd name="connsiteX39" fmla="*/ 38702 w 319313"/>
              <a:gd name="connsiteY39" fmla="*/ 251045 h 276893"/>
              <a:gd name="connsiteX40" fmla="*/ 28248 w 319313"/>
              <a:gd name="connsiteY40" fmla="*/ 247041 h 276893"/>
              <a:gd name="connsiteX41" fmla="*/ 27722 w 319313"/>
              <a:gd name="connsiteY41" fmla="*/ 246604 h 276893"/>
              <a:gd name="connsiteX42" fmla="*/ 23191 w 319313"/>
              <a:gd name="connsiteY42" fmla="*/ 235454 h 276893"/>
              <a:gd name="connsiteX43" fmla="*/ 23191 w 319313"/>
              <a:gd name="connsiteY43" fmla="*/ 38699 h 276893"/>
              <a:gd name="connsiteX44" fmla="*/ 27553 w 319313"/>
              <a:gd name="connsiteY44" fmla="*/ 27898 h 276893"/>
              <a:gd name="connsiteX45" fmla="*/ 27722 w 319313"/>
              <a:gd name="connsiteY45" fmla="*/ 27809 h 276893"/>
              <a:gd name="connsiteX46" fmla="*/ 27722 w 319313"/>
              <a:gd name="connsiteY46" fmla="*/ 27720 h 276893"/>
              <a:gd name="connsiteX47" fmla="*/ 38702 w 319313"/>
              <a:gd name="connsiteY47" fmla="*/ 23196 h 276893"/>
              <a:gd name="connsiteX48" fmla="*/ 277698 w 319313"/>
              <a:gd name="connsiteY48" fmla="*/ 23196 h 276893"/>
              <a:gd name="connsiteX49" fmla="*/ 288329 w 319313"/>
              <a:gd name="connsiteY49" fmla="*/ 27292 h 276893"/>
              <a:gd name="connsiteX50" fmla="*/ 288847 w 319313"/>
              <a:gd name="connsiteY50" fmla="*/ 27809 h 276893"/>
              <a:gd name="connsiteX51" fmla="*/ 293379 w 319313"/>
              <a:gd name="connsiteY51" fmla="*/ 38699 h 276893"/>
              <a:gd name="connsiteX52" fmla="*/ 293379 w 319313"/>
              <a:gd name="connsiteY52" fmla="*/ 235454 h 276893"/>
              <a:gd name="connsiteX53" fmla="*/ 288847 w 319313"/>
              <a:gd name="connsiteY53" fmla="*/ 246256 h 276893"/>
              <a:gd name="connsiteX54" fmla="*/ 288847 w 319313"/>
              <a:gd name="connsiteY54" fmla="*/ 246604 h 276893"/>
              <a:gd name="connsiteX55" fmla="*/ 288847 w 319313"/>
              <a:gd name="connsiteY55" fmla="*/ 246604 h 276893"/>
              <a:gd name="connsiteX56" fmla="*/ 277698 w 319313"/>
              <a:gd name="connsiteY56" fmla="*/ 251045 h 276893"/>
              <a:gd name="connsiteX57" fmla="*/ 38702 w 319313"/>
              <a:gd name="connsiteY57" fmla="*/ 275528 h 276893"/>
              <a:gd name="connsiteX58" fmla="*/ 38702 w 319313"/>
              <a:gd name="connsiteY58" fmla="*/ 275528 h 276893"/>
              <a:gd name="connsiteX59" fmla="*/ 277698 w 319313"/>
              <a:gd name="connsiteY59" fmla="*/ 275528 h 276893"/>
              <a:gd name="connsiteX60" fmla="*/ 306098 w 319313"/>
              <a:gd name="connsiteY60" fmla="*/ 263942 h 276893"/>
              <a:gd name="connsiteX61" fmla="*/ 306098 w 319313"/>
              <a:gd name="connsiteY61" fmla="*/ 263764 h 276893"/>
              <a:gd name="connsiteX62" fmla="*/ 317942 w 319313"/>
              <a:gd name="connsiteY62" fmla="*/ 235454 h 276893"/>
              <a:gd name="connsiteX63" fmla="*/ 317942 w 319313"/>
              <a:gd name="connsiteY63" fmla="*/ 38699 h 276893"/>
              <a:gd name="connsiteX64" fmla="*/ 306098 w 319313"/>
              <a:gd name="connsiteY64" fmla="*/ 10389 h 276893"/>
              <a:gd name="connsiteX65" fmla="*/ 305223 w 319313"/>
              <a:gd name="connsiteY65" fmla="*/ 9693 h 276893"/>
              <a:gd name="connsiteX66" fmla="*/ 277698 w 319313"/>
              <a:gd name="connsiteY66" fmla="*/ -1366 h 276893"/>
              <a:gd name="connsiteX67" fmla="*/ 38702 w 319313"/>
              <a:gd name="connsiteY67" fmla="*/ -1366 h 276893"/>
              <a:gd name="connsiteX68" fmla="*/ 10482 w 319313"/>
              <a:gd name="connsiteY68" fmla="*/ 10389 h 276893"/>
              <a:gd name="connsiteX69" fmla="*/ 10392 w 319313"/>
              <a:gd name="connsiteY69" fmla="*/ 10569 h 276893"/>
              <a:gd name="connsiteX70" fmla="*/ -1372 w 319313"/>
              <a:gd name="connsiteY70" fmla="*/ 38699 h 276893"/>
              <a:gd name="connsiteX71" fmla="*/ -1372 w 319313"/>
              <a:gd name="connsiteY71" fmla="*/ 235454 h 276893"/>
              <a:gd name="connsiteX72" fmla="*/ 10392 w 319313"/>
              <a:gd name="connsiteY72" fmla="*/ 263942 h 276893"/>
              <a:gd name="connsiteX73" fmla="*/ 11177 w 319313"/>
              <a:gd name="connsiteY73" fmla="*/ 264549 h 276893"/>
              <a:gd name="connsiteX74" fmla="*/ 38702 w 319313"/>
              <a:gd name="connsiteY74" fmla="*/ 275528 h 276893"/>
              <a:gd name="connsiteX75" fmla="*/ 67618 w 319313"/>
              <a:gd name="connsiteY75" fmla="*/ 41222 h 276893"/>
              <a:gd name="connsiteX76" fmla="*/ 60214 w 319313"/>
              <a:gd name="connsiteY76" fmla="*/ 48626 h 276893"/>
              <a:gd name="connsiteX77" fmla="*/ 67618 w 319313"/>
              <a:gd name="connsiteY77" fmla="*/ 55859 h 276893"/>
              <a:gd name="connsiteX78" fmla="*/ 176840 w 319313"/>
              <a:gd name="connsiteY78" fmla="*/ 55859 h 276893"/>
              <a:gd name="connsiteX79" fmla="*/ 182068 w 319313"/>
              <a:gd name="connsiteY79" fmla="*/ 64216 h 276893"/>
              <a:gd name="connsiteX80" fmla="*/ 197748 w 319313"/>
              <a:gd name="connsiteY80" fmla="*/ 70666 h 276893"/>
              <a:gd name="connsiteX81" fmla="*/ 213419 w 319313"/>
              <a:gd name="connsiteY81" fmla="*/ 64216 h 276893"/>
              <a:gd name="connsiteX82" fmla="*/ 213419 w 319313"/>
              <a:gd name="connsiteY82" fmla="*/ 64216 h 276893"/>
              <a:gd name="connsiteX83" fmla="*/ 218644 w 319313"/>
              <a:gd name="connsiteY83" fmla="*/ 55859 h 276893"/>
              <a:gd name="connsiteX84" fmla="*/ 248962 w 319313"/>
              <a:gd name="connsiteY84" fmla="*/ 55859 h 276893"/>
              <a:gd name="connsiteX85" fmla="*/ 256275 w 319313"/>
              <a:gd name="connsiteY85" fmla="*/ 48626 h 276893"/>
              <a:gd name="connsiteX86" fmla="*/ 248962 w 319313"/>
              <a:gd name="connsiteY86" fmla="*/ 41222 h 276893"/>
              <a:gd name="connsiteX87" fmla="*/ 218644 w 319313"/>
              <a:gd name="connsiteY87" fmla="*/ 41222 h 276893"/>
              <a:gd name="connsiteX88" fmla="*/ 213419 w 319313"/>
              <a:gd name="connsiteY88" fmla="*/ 32866 h 276893"/>
              <a:gd name="connsiteX89" fmla="*/ 213419 w 319313"/>
              <a:gd name="connsiteY89" fmla="*/ 32866 h 276893"/>
              <a:gd name="connsiteX90" fmla="*/ 197748 w 319313"/>
              <a:gd name="connsiteY90" fmla="*/ 26417 h 276893"/>
              <a:gd name="connsiteX91" fmla="*/ 182068 w 319313"/>
              <a:gd name="connsiteY91" fmla="*/ 32866 h 276893"/>
              <a:gd name="connsiteX92" fmla="*/ 181721 w 319313"/>
              <a:gd name="connsiteY92" fmla="*/ 33561 h 276893"/>
              <a:gd name="connsiteX93" fmla="*/ 176840 w 319313"/>
              <a:gd name="connsiteY93" fmla="*/ 41222 h 276893"/>
              <a:gd name="connsiteX94" fmla="*/ 67618 w 319313"/>
              <a:gd name="connsiteY94" fmla="*/ 41222 h 276893"/>
              <a:gd name="connsiteX95" fmla="*/ 67618 w 319313"/>
              <a:gd name="connsiteY95" fmla="*/ 41222 h 276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319313" h="276893">
                <a:moveTo>
                  <a:pt x="190425" y="48804"/>
                </a:moveTo>
                <a:lnTo>
                  <a:pt x="190425" y="48804"/>
                </a:lnTo>
                <a:lnTo>
                  <a:pt x="190425" y="48367"/>
                </a:lnTo>
                <a:cubicBezTo>
                  <a:pt x="190425" y="46539"/>
                  <a:pt x="191122" y="44880"/>
                  <a:pt x="192253" y="43667"/>
                </a:cubicBezTo>
                <a:lnTo>
                  <a:pt x="192253" y="43488"/>
                </a:lnTo>
                <a:lnTo>
                  <a:pt x="192522" y="43310"/>
                </a:lnTo>
                <a:cubicBezTo>
                  <a:pt x="193823" y="42008"/>
                  <a:pt x="195651" y="41222"/>
                  <a:pt x="197748" y="41222"/>
                </a:cubicBezTo>
                <a:cubicBezTo>
                  <a:pt x="199835" y="41222"/>
                  <a:pt x="201753" y="42008"/>
                  <a:pt x="202975" y="43310"/>
                </a:cubicBezTo>
                <a:lnTo>
                  <a:pt x="202975" y="43310"/>
                </a:lnTo>
                <a:cubicBezTo>
                  <a:pt x="204277" y="44622"/>
                  <a:pt x="205062" y="46449"/>
                  <a:pt x="205232" y="48367"/>
                </a:cubicBezTo>
                <a:lnTo>
                  <a:pt x="205232" y="48456"/>
                </a:lnTo>
                <a:lnTo>
                  <a:pt x="205232" y="48626"/>
                </a:lnTo>
                <a:lnTo>
                  <a:pt x="205232" y="48804"/>
                </a:lnTo>
                <a:cubicBezTo>
                  <a:pt x="205062" y="50721"/>
                  <a:pt x="204277" y="52550"/>
                  <a:pt x="202975" y="53763"/>
                </a:cubicBezTo>
                <a:lnTo>
                  <a:pt x="202975" y="53763"/>
                </a:lnTo>
                <a:lnTo>
                  <a:pt x="202975" y="53763"/>
                </a:lnTo>
                <a:cubicBezTo>
                  <a:pt x="201753" y="55164"/>
                  <a:pt x="199835" y="55859"/>
                  <a:pt x="197748" y="55859"/>
                </a:cubicBezTo>
                <a:cubicBezTo>
                  <a:pt x="195651" y="55859"/>
                  <a:pt x="193823" y="55164"/>
                  <a:pt x="192522" y="53763"/>
                </a:cubicBezTo>
                <a:cubicBezTo>
                  <a:pt x="191299" y="52550"/>
                  <a:pt x="190425" y="50721"/>
                  <a:pt x="190425" y="48804"/>
                </a:cubicBezTo>
                <a:close/>
                <a:moveTo>
                  <a:pt x="130676" y="170658"/>
                </a:moveTo>
                <a:lnTo>
                  <a:pt x="130676" y="170658"/>
                </a:lnTo>
                <a:lnTo>
                  <a:pt x="130676" y="121183"/>
                </a:lnTo>
                <a:cubicBezTo>
                  <a:pt x="144963" y="129371"/>
                  <a:pt x="159245" y="137558"/>
                  <a:pt x="173702" y="145745"/>
                </a:cubicBezTo>
                <a:lnTo>
                  <a:pt x="130676" y="170658"/>
                </a:lnTo>
                <a:close/>
                <a:moveTo>
                  <a:pt x="124843" y="202187"/>
                </a:moveTo>
                <a:lnTo>
                  <a:pt x="124843" y="202187"/>
                </a:lnTo>
                <a:lnTo>
                  <a:pt x="204277" y="156368"/>
                </a:lnTo>
                <a:cubicBezTo>
                  <a:pt x="210109" y="153149"/>
                  <a:pt x="212206" y="145567"/>
                  <a:pt x="208718" y="139646"/>
                </a:cubicBezTo>
                <a:cubicBezTo>
                  <a:pt x="207674" y="137906"/>
                  <a:pt x="206104" y="136248"/>
                  <a:pt x="204277" y="135293"/>
                </a:cubicBezTo>
                <a:lnTo>
                  <a:pt x="164381" y="112121"/>
                </a:lnTo>
                <a:lnTo>
                  <a:pt x="124584" y="89127"/>
                </a:lnTo>
                <a:cubicBezTo>
                  <a:pt x="118653" y="85907"/>
                  <a:pt x="111170" y="87905"/>
                  <a:pt x="107861" y="93659"/>
                </a:cubicBezTo>
                <a:cubicBezTo>
                  <a:pt x="106638" y="95577"/>
                  <a:pt x="106112" y="97663"/>
                  <a:pt x="106112" y="99758"/>
                </a:cubicBezTo>
                <a:lnTo>
                  <a:pt x="106024" y="99758"/>
                </a:lnTo>
                <a:lnTo>
                  <a:pt x="106112" y="191911"/>
                </a:lnTo>
                <a:cubicBezTo>
                  <a:pt x="106112" y="198700"/>
                  <a:pt x="111687" y="204104"/>
                  <a:pt x="118394" y="204104"/>
                </a:cubicBezTo>
                <a:cubicBezTo>
                  <a:pt x="120748" y="204104"/>
                  <a:pt x="122925" y="203488"/>
                  <a:pt x="124843" y="202187"/>
                </a:cubicBezTo>
                <a:close/>
                <a:moveTo>
                  <a:pt x="277698" y="251045"/>
                </a:moveTo>
                <a:lnTo>
                  <a:pt x="277698" y="251045"/>
                </a:lnTo>
                <a:lnTo>
                  <a:pt x="38702" y="251045"/>
                </a:lnTo>
                <a:cubicBezTo>
                  <a:pt x="34688" y="251045"/>
                  <a:pt x="31031" y="249564"/>
                  <a:pt x="28248" y="247041"/>
                </a:cubicBezTo>
                <a:lnTo>
                  <a:pt x="27722" y="246604"/>
                </a:lnTo>
                <a:cubicBezTo>
                  <a:pt x="24939" y="243643"/>
                  <a:pt x="23191" y="239638"/>
                  <a:pt x="23191" y="235454"/>
                </a:cubicBezTo>
                <a:lnTo>
                  <a:pt x="23191" y="38699"/>
                </a:lnTo>
                <a:cubicBezTo>
                  <a:pt x="23191" y="34516"/>
                  <a:pt x="24850" y="30601"/>
                  <a:pt x="27553" y="27898"/>
                </a:cubicBezTo>
                <a:lnTo>
                  <a:pt x="27722" y="27809"/>
                </a:lnTo>
                <a:lnTo>
                  <a:pt x="27722" y="27720"/>
                </a:lnTo>
                <a:cubicBezTo>
                  <a:pt x="30595" y="25025"/>
                  <a:pt x="34519" y="23196"/>
                  <a:pt x="38702" y="23196"/>
                </a:cubicBezTo>
                <a:lnTo>
                  <a:pt x="277698" y="23196"/>
                </a:lnTo>
                <a:cubicBezTo>
                  <a:pt x="281794" y="23196"/>
                  <a:pt x="285539" y="24678"/>
                  <a:pt x="288329" y="27292"/>
                </a:cubicBezTo>
                <a:lnTo>
                  <a:pt x="288847" y="27809"/>
                </a:lnTo>
                <a:cubicBezTo>
                  <a:pt x="291640" y="30421"/>
                  <a:pt x="293379" y="34516"/>
                  <a:pt x="293379" y="38699"/>
                </a:cubicBezTo>
                <a:lnTo>
                  <a:pt x="293379" y="235454"/>
                </a:lnTo>
                <a:cubicBezTo>
                  <a:pt x="293379" y="239638"/>
                  <a:pt x="291640" y="243563"/>
                  <a:pt x="288847" y="246256"/>
                </a:cubicBezTo>
                <a:lnTo>
                  <a:pt x="288847" y="246604"/>
                </a:lnTo>
                <a:lnTo>
                  <a:pt x="288847" y="246604"/>
                </a:lnTo>
                <a:cubicBezTo>
                  <a:pt x="285887" y="249395"/>
                  <a:pt x="282060" y="251045"/>
                  <a:pt x="277698" y="251045"/>
                </a:cubicBezTo>
                <a:close/>
                <a:moveTo>
                  <a:pt x="38702" y="275528"/>
                </a:moveTo>
                <a:lnTo>
                  <a:pt x="38702" y="275528"/>
                </a:lnTo>
                <a:lnTo>
                  <a:pt x="277698" y="275528"/>
                </a:lnTo>
                <a:cubicBezTo>
                  <a:pt x="288679" y="275528"/>
                  <a:pt x="298783" y="271167"/>
                  <a:pt x="306098" y="263942"/>
                </a:cubicBezTo>
                <a:lnTo>
                  <a:pt x="306098" y="263764"/>
                </a:lnTo>
                <a:cubicBezTo>
                  <a:pt x="313410" y="256540"/>
                  <a:pt x="317942" y="246604"/>
                  <a:pt x="317942" y="235454"/>
                </a:cubicBezTo>
                <a:lnTo>
                  <a:pt x="317942" y="38699"/>
                </a:lnTo>
                <a:cubicBezTo>
                  <a:pt x="317942" y="27720"/>
                  <a:pt x="313410" y="17622"/>
                  <a:pt x="306098" y="10389"/>
                </a:cubicBezTo>
                <a:lnTo>
                  <a:pt x="305223" y="9693"/>
                </a:lnTo>
                <a:cubicBezTo>
                  <a:pt x="298088" y="2807"/>
                  <a:pt x="288329" y="-1366"/>
                  <a:pt x="277698" y="-1366"/>
                </a:cubicBezTo>
                <a:lnTo>
                  <a:pt x="38702" y="-1366"/>
                </a:lnTo>
                <a:cubicBezTo>
                  <a:pt x="27722" y="-1366"/>
                  <a:pt x="17795" y="3155"/>
                  <a:pt x="10482" y="10389"/>
                </a:cubicBezTo>
                <a:lnTo>
                  <a:pt x="10392" y="10569"/>
                </a:lnTo>
                <a:cubicBezTo>
                  <a:pt x="3159" y="17792"/>
                  <a:pt x="-1372" y="27809"/>
                  <a:pt x="-1372" y="38699"/>
                </a:cubicBezTo>
                <a:lnTo>
                  <a:pt x="-1372" y="235454"/>
                </a:lnTo>
                <a:cubicBezTo>
                  <a:pt x="-1372" y="246604"/>
                  <a:pt x="3159" y="256540"/>
                  <a:pt x="10392" y="263942"/>
                </a:cubicBezTo>
                <a:lnTo>
                  <a:pt x="11177" y="264549"/>
                </a:lnTo>
                <a:cubicBezTo>
                  <a:pt x="18401" y="271345"/>
                  <a:pt x="28248" y="275528"/>
                  <a:pt x="38702" y="275528"/>
                </a:cubicBezTo>
                <a:close/>
                <a:moveTo>
                  <a:pt x="67618" y="41222"/>
                </a:moveTo>
                <a:cubicBezTo>
                  <a:pt x="63613" y="41222"/>
                  <a:pt x="60214" y="44531"/>
                  <a:pt x="60214" y="48626"/>
                </a:cubicBezTo>
                <a:cubicBezTo>
                  <a:pt x="60214" y="52629"/>
                  <a:pt x="63613" y="55859"/>
                  <a:pt x="67618" y="55859"/>
                </a:cubicBezTo>
                <a:lnTo>
                  <a:pt x="176840" y="55859"/>
                </a:lnTo>
                <a:cubicBezTo>
                  <a:pt x="178064" y="59080"/>
                  <a:pt x="179802" y="61782"/>
                  <a:pt x="182068" y="64216"/>
                </a:cubicBezTo>
                <a:cubicBezTo>
                  <a:pt x="186072" y="68221"/>
                  <a:pt x="191558" y="70666"/>
                  <a:pt x="197748" y="70666"/>
                </a:cubicBezTo>
                <a:cubicBezTo>
                  <a:pt x="203839" y="70666"/>
                  <a:pt x="209413" y="68221"/>
                  <a:pt x="213419" y="64216"/>
                </a:cubicBezTo>
                <a:lnTo>
                  <a:pt x="213419" y="64216"/>
                </a:lnTo>
                <a:cubicBezTo>
                  <a:pt x="215684" y="61782"/>
                  <a:pt x="217602" y="59080"/>
                  <a:pt x="218644" y="55859"/>
                </a:cubicBezTo>
                <a:lnTo>
                  <a:pt x="248962" y="55859"/>
                </a:lnTo>
                <a:cubicBezTo>
                  <a:pt x="252966" y="55859"/>
                  <a:pt x="256275" y="52629"/>
                  <a:pt x="256275" y="48626"/>
                </a:cubicBezTo>
                <a:cubicBezTo>
                  <a:pt x="256275" y="44531"/>
                  <a:pt x="252966" y="41222"/>
                  <a:pt x="248962" y="41222"/>
                </a:cubicBezTo>
                <a:lnTo>
                  <a:pt x="218644" y="41222"/>
                </a:lnTo>
                <a:cubicBezTo>
                  <a:pt x="217602" y="38093"/>
                  <a:pt x="215684" y="35300"/>
                  <a:pt x="213419" y="32866"/>
                </a:cubicBezTo>
                <a:lnTo>
                  <a:pt x="213419" y="32866"/>
                </a:lnTo>
                <a:cubicBezTo>
                  <a:pt x="209413" y="28852"/>
                  <a:pt x="203839" y="26417"/>
                  <a:pt x="197748" y="26417"/>
                </a:cubicBezTo>
                <a:cubicBezTo>
                  <a:pt x="191558" y="26417"/>
                  <a:pt x="186072" y="28852"/>
                  <a:pt x="182068" y="32866"/>
                </a:cubicBezTo>
                <a:lnTo>
                  <a:pt x="181721" y="33561"/>
                </a:lnTo>
                <a:cubicBezTo>
                  <a:pt x="179624" y="35648"/>
                  <a:pt x="178064" y="38350"/>
                  <a:pt x="176840" y="41222"/>
                </a:cubicBezTo>
                <a:lnTo>
                  <a:pt x="67618" y="41222"/>
                </a:lnTo>
                <a:lnTo>
                  <a:pt x="67618" y="4122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VCG41N1309252045" descr="图片包含 背景图案&#10;&#10;描述已自动生成"/>
          <p:cNvPicPr>
            <a:picLocks noChangeAspect="1"/>
          </p:cNvPicPr>
          <p:nvPr/>
        </p:nvPicPr>
        <p:blipFill>
          <a:blip r:embed="rId14" cstate="email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: 圆角 2"/>
          <p:cNvSpPr/>
          <p:nvPr/>
        </p:nvSpPr>
        <p:spPr>
          <a:xfrm>
            <a:off x="6785206" y="4600072"/>
            <a:ext cx="2217683" cy="1208689"/>
          </a:xfrm>
          <a:prstGeom prst="roundRect">
            <a:avLst>
              <a:gd name="adj" fmla="val 7971"/>
            </a:avLst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9418048" y="4600072"/>
            <a:ext cx="2217683" cy="1208689"/>
          </a:xfrm>
          <a:prstGeom prst="roundRect">
            <a:avLst>
              <a:gd name="adj" fmla="val 7971"/>
            </a:avLst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28" name="任意多边形: 形状 27"/>
          <p:cNvSpPr/>
          <p:nvPr/>
        </p:nvSpPr>
        <p:spPr>
          <a:xfrm>
            <a:off x="7899303" y="4600073"/>
            <a:ext cx="1103586" cy="1208689"/>
          </a:xfrm>
          <a:custGeom>
            <a:avLst/>
            <a:gdLst>
              <a:gd name="connsiteX0" fmla="*/ 0 w 1103586"/>
              <a:gd name="connsiteY0" fmla="*/ 0 h 1208689"/>
              <a:gd name="connsiteX1" fmla="*/ 1007241 w 1103586"/>
              <a:gd name="connsiteY1" fmla="*/ 0 h 1208689"/>
              <a:gd name="connsiteX2" fmla="*/ 1103586 w 1103586"/>
              <a:gd name="connsiteY2" fmla="*/ 96345 h 1208689"/>
              <a:gd name="connsiteX3" fmla="*/ 1103586 w 1103586"/>
              <a:gd name="connsiteY3" fmla="*/ 1112344 h 1208689"/>
              <a:gd name="connsiteX4" fmla="*/ 1007241 w 1103586"/>
              <a:gd name="connsiteY4" fmla="*/ 1208689 h 1208689"/>
              <a:gd name="connsiteX5" fmla="*/ 0 w 1103586"/>
              <a:gd name="connsiteY5" fmla="*/ 1208689 h 1208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3586" h="1208689">
                <a:moveTo>
                  <a:pt x="0" y="0"/>
                </a:moveTo>
                <a:lnTo>
                  <a:pt x="1007241" y="0"/>
                </a:lnTo>
                <a:cubicBezTo>
                  <a:pt x="1060451" y="0"/>
                  <a:pt x="1103586" y="43135"/>
                  <a:pt x="1103586" y="96345"/>
                </a:cubicBezTo>
                <a:lnTo>
                  <a:pt x="1103586" y="1112344"/>
                </a:lnTo>
                <a:cubicBezTo>
                  <a:pt x="1103586" y="1165554"/>
                  <a:pt x="1060451" y="1208689"/>
                  <a:pt x="1007241" y="1208689"/>
                </a:cubicBezTo>
                <a:lnTo>
                  <a:pt x="0" y="1208689"/>
                </a:lnTo>
                <a:close/>
              </a:path>
            </a:pathLst>
          </a:custGeom>
          <a:blipFill>
            <a:blip r:embed="rId15" cstate="email"/>
            <a:stretch>
              <a:fillRect/>
            </a:stretch>
          </a:blip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786316" y="5693147"/>
            <a:ext cx="215463" cy="215463"/>
            <a:chOff x="2638097" y="2317532"/>
            <a:chExt cx="462455" cy="462455"/>
          </a:xfrm>
        </p:grpSpPr>
        <p:sp>
          <p:nvSpPr>
            <p:cNvPr id="6" name="椭圆 5"/>
            <p:cNvSpPr/>
            <p:nvPr/>
          </p:nvSpPr>
          <p:spPr>
            <a:xfrm>
              <a:off x="2638097" y="2317532"/>
              <a:ext cx="462455" cy="462455"/>
            </a:xfrm>
            <a:prstGeom prst="ellipse">
              <a:avLst/>
            </a:prstGeom>
            <a:solidFill>
              <a:schemeClr val="accent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7" name="加号 6"/>
            <p:cNvSpPr/>
            <p:nvPr/>
          </p:nvSpPr>
          <p:spPr>
            <a:xfrm>
              <a:off x="2727434" y="2406869"/>
              <a:ext cx="283780" cy="283780"/>
            </a:xfrm>
            <a:prstGeom prst="mathPlus">
              <a:avLst/>
            </a:prstGeom>
            <a:solidFill>
              <a:schemeClr val="bg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515938" y="2685860"/>
            <a:ext cx="8746490" cy="156845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>
            <a:defPPr>
              <a:defRPr lang="zh-CN"/>
            </a:defPPr>
            <a:lvl1pPr>
              <a:defRPr sz="6600">
                <a:solidFill>
                  <a:srgbClr val="99CC00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sz="9600" dirty="0">
                <a:solidFill>
                  <a:schemeClr val="bg1"/>
                </a:solidFill>
                <a:latin typeface="Impact" panose="020B0806030902050204" charset="0"/>
                <a:ea typeface="字魂35号-经典雅黑" pitchFamily="2" charset="-122"/>
                <a:cs typeface="Impact" panose="020B0806030902050204" charset="0"/>
                <a:sym typeface="Arial" panose="020B0604020202020204"/>
              </a:rPr>
              <a:t>for your listening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500380" y="1584325"/>
            <a:ext cx="6470015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5400">
                <a:solidFill>
                  <a:srgbClr val="FF0029"/>
                </a:solidFill>
                <a:latin typeface="+mj-lt"/>
              </a:defRPr>
            </a:lvl1pPr>
          </a:lstStyle>
          <a:p>
            <a:r>
              <a:rPr lang="en-US" altLang="zh-CN" sz="9600" dirty="0">
                <a:solidFill>
                  <a:schemeClr val="bg1"/>
                </a:solidFill>
                <a:latin typeface="Impact" panose="020B0806030902050204" charset="0"/>
                <a:ea typeface="字魂35号-经典雅黑" pitchFamily="2" charset="-122"/>
                <a:cs typeface="Impact" panose="020B0806030902050204" charset="0"/>
                <a:sym typeface="Arial" panose="020B0604020202020204"/>
              </a:rPr>
              <a:t>THANK YOU</a:t>
            </a:r>
            <a:endParaRPr lang="zh-CN" altLang="en-US" sz="6000" b="1" dirty="0">
              <a:solidFill>
                <a:schemeClr val="bg1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154168" y="6241150"/>
            <a:ext cx="9958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altLang="zh-CN" sz="1200" dirty="0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01</a:t>
            </a:r>
            <a:endParaRPr lang="zh-CN" altLang="en-US" sz="1200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111314" y="6210372"/>
            <a:ext cx="9958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altLang="zh-CN" sz="1600" dirty="0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02</a:t>
            </a:r>
            <a:endParaRPr lang="zh-CN" altLang="en-US" sz="1600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1068461" y="6241150"/>
            <a:ext cx="9958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altLang="zh-CN" sz="1200" dirty="0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03</a:t>
            </a:r>
            <a:endParaRPr lang="zh-CN" altLang="en-US" sz="1200" dirty="0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2052" name="任意多边形: 形状 2051"/>
          <p:cNvSpPr/>
          <p:nvPr/>
        </p:nvSpPr>
        <p:spPr>
          <a:xfrm>
            <a:off x="10549576" y="4600072"/>
            <a:ext cx="1103586" cy="1208689"/>
          </a:xfrm>
          <a:custGeom>
            <a:avLst/>
            <a:gdLst>
              <a:gd name="connsiteX0" fmla="*/ 0 w 1103586"/>
              <a:gd name="connsiteY0" fmla="*/ 0 h 1208689"/>
              <a:gd name="connsiteX1" fmla="*/ 1007241 w 1103586"/>
              <a:gd name="connsiteY1" fmla="*/ 0 h 1208689"/>
              <a:gd name="connsiteX2" fmla="*/ 1103586 w 1103586"/>
              <a:gd name="connsiteY2" fmla="*/ 96345 h 1208689"/>
              <a:gd name="connsiteX3" fmla="*/ 1103586 w 1103586"/>
              <a:gd name="connsiteY3" fmla="*/ 1112344 h 1208689"/>
              <a:gd name="connsiteX4" fmla="*/ 1007241 w 1103586"/>
              <a:gd name="connsiteY4" fmla="*/ 1208689 h 1208689"/>
              <a:gd name="connsiteX5" fmla="*/ 0 w 1103586"/>
              <a:gd name="connsiteY5" fmla="*/ 1208689 h 1208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3586" h="1208689">
                <a:moveTo>
                  <a:pt x="0" y="0"/>
                </a:moveTo>
                <a:lnTo>
                  <a:pt x="1007241" y="0"/>
                </a:lnTo>
                <a:cubicBezTo>
                  <a:pt x="1060451" y="0"/>
                  <a:pt x="1103586" y="43135"/>
                  <a:pt x="1103586" y="96345"/>
                </a:cubicBezTo>
                <a:lnTo>
                  <a:pt x="1103586" y="1112344"/>
                </a:lnTo>
                <a:cubicBezTo>
                  <a:pt x="1103586" y="1165554"/>
                  <a:pt x="1060451" y="1208689"/>
                  <a:pt x="1007241" y="1208689"/>
                </a:cubicBezTo>
                <a:lnTo>
                  <a:pt x="0" y="1208689"/>
                </a:lnTo>
                <a:close/>
              </a:path>
            </a:pathLst>
          </a:custGeom>
          <a:blipFill>
            <a:blip r:embed="rId16" cstate="email"/>
            <a:stretch>
              <a:fillRect/>
            </a:stretch>
          </a:blip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0419158" y="5693147"/>
            <a:ext cx="215463" cy="215463"/>
            <a:chOff x="2638097" y="2317532"/>
            <a:chExt cx="462455" cy="462455"/>
          </a:xfrm>
        </p:grpSpPr>
        <p:sp>
          <p:nvSpPr>
            <p:cNvPr id="19" name="椭圆 18"/>
            <p:cNvSpPr/>
            <p:nvPr/>
          </p:nvSpPr>
          <p:spPr>
            <a:xfrm>
              <a:off x="2638097" y="2317532"/>
              <a:ext cx="462455" cy="462455"/>
            </a:xfrm>
            <a:prstGeom prst="ellipse">
              <a:avLst/>
            </a:prstGeom>
            <a:solidFill>
              <a:schemeClr val="accent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20" name="加号 19"/>
            <p:cNvSpPr/>
            <p:nvPr/>
          </p:nvSpPr>
          <p:spPr>
            <a:xfrm>
              <a:off x="2727434" y="2406869"/>
              <a:ext cx="283780" cy="283780"/>
            </a:xfrm>
            <a:prstGeom prst="mathPlus">
              <a:avLst/>
            </a:prstGeom>
            <a:solidFill>
              <a:schemeClr val="bg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</p:grpSp>
      <p:sp>
        <p:nvSpPr>
          <p:cNvPr id="2057" name="文本框 2056"/>
          <p:cNvSpPr txBox="1"/>
          <p:nvPr/>
        </p:nvSpPr>
        <p:spPr>
          <a:xfrm>
            <a:off x="6885446" y="5263474"/>
            <a:ext cx="11084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bg2">
                    <a:lumMod val="75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New black technology</a:t>
            </a:r>
            <a:endParaRPr lang="zh-CN" altLang="en-US" sz="1000" dirty="0">
              <a:solidFill>
                <a:schemeClr val="bg2">
                  <a:lumMod val="75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2059" name="文本框 2058"/>
          <p:cNvSpPr txBox="1"/>
          <p:nvPr/>
        </p:nvSpPr>
        <p:spPr>
          <a:xfrm>
            <a:off x="9513417" y="5263474"/>
            <a:ext cx="11084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bg2">
                    <a:lumMod val="75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New black technology</a:t>
            </a:r>
            <a:endParaRPr lang="zh-CN" altLang="en-US" sz="1000" dirty="0">
              <a:solidFill>
                <a:schemeClr val="bg2">
                  <a:lumMod val="75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2061" name="文本框 2060"/>
          <p:cNvSpPr txBox="1"/>
          <p:nvPr/>
        </p:nvSpPr>
        <p:spPr>
          <a:xfrm>
            <a:off x="6868327" y="4910711"/>
            <a:ext cx="9471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5400">
                <a:solidFill>
                  <a:srgbClr val="FF0029"/>
                </a:solidFill>
                <a:latin typeface="+mj-lt"/>
              </a:defRPr>
            </a:lvl1pPr>
          </a:lstStyle>
          <a:p>
            <a:r>
              <a:rPr lang="en-US" altLang="zh-CN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01.</a:t>
            </a:r>
            <a:endParaRPr lang="zh-CN" altLang="en-US" sz="2000" dirty="0">
              <a:solidFill>
                <a:schemeClr val="tx2">
                  <a:lumMod val="20000"/>
                  <a:lumOff val="80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sp>
        <p:nvSpPr>
          <p:cNvPr id="2062" name="文本框 2061"/>
          <p:cNvSpPr txBox="1"/>
          <p:nvPr/>
        </p:nvSpPr>
        <p:spPr>
          <a:xfrm>
            <a:off x="9485147" y="4918146"/>
            <a:ext cx="9471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5400">
                <a:solidFill>
                  <a:srgbClr val="FF0029"/>
                </a:solidFill>
                <a:latin typeface="+mj-lt"/>
              </a:defRPr>
            </a:lvl1pPr>
          </a:lstStyle>
          <a:p>
            <a:r>
              <a:rPr lang="en-US" altLang="zh-CN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02.</a:t>
            </a:r>
            <a:endParaRPr lang="zh-CN" altLang="en-US" sz="2000" dirty="0">
              <a:solidFill>
                <a:schemeClr val="tx2">
                  <a:lumMod val="20000"/>
                  <a:lumOff val="80000"/>
                </a:schemeClr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Arial" panose="020B0604020202020204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2258624" y="6379649"/>
            <a:ext cx="6885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组合 49"/>
          <p:cNvGrpSpPr/>
          <p:nvPr/>
        </p:nvGrpSpPr>
        <p:grpSpPr>
          <a:xfrm>
            <a:off x="699644" y="4784229"/>
            <a:ext cx="2341757" cy="479502"/>
            <a:chOff x="970154" y="4337824"/>
            <a:chExt cx="2341757" cy="479502"/>
          </a:xfrm>
        </p:grpSpPr>
        <p:sp>
          <p:nvSpPr>
            <p:cNvPr id="41" name="矩形: 圆角 40"/>
            <p:cNvSpPr/>
            <p:nvPr>
              <p:custDataLst>
                <p:tags r:id="rId9"/>
              </p:custDataLst>
            </p:nvPr>
          </p:nvSpPr>
          <p:spPr>
            <a:xfrm>
              <a:off x="970154" y="4337824"/>
              <a:ext cx="2341757" cy="47950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3"/>
                </a:gs>
              </a:gsLst>
              <a:lin ang="0" scaled="1"/>
              <a:tileRect/>
            </a:gra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44" name="椭圆 43"/>
            <p:cNvSpPr/>
            <p:nvPr>
              <p:custDataLst>
                <p:tags r:id="rId10"/>
              </p:custDataLst>
            </p:nvPr>
          </p:nvSpPr>
          <p:spPr>
            <a:xfrm>
              <a:off x="1025913" y="4382429"/>
              <a:ext cx="401444" cy="401444"/>
            </a:xfrm>
            <a:prstGeom prst="ellipse">
              <a:avLst/>
            </a:prstGeom>
            <a:solidFill>
              <a:schemeClr val="accent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cxnSp>
          <p:nvCxnSpPr>
            <p:cNvPr id="46" name="直接箭头连接符 45"/>
            <p:cNvCxnSpPr/>
            <p:nvPr>
              <p:custDataLst>
                <p:tags r:id="rId11"/>
              </p:custDataLst>
            </p:nvPr>
          </p:nvCxnSpPr>
          <p:spPr>
            <a:xfrm>
              <a:off x="1126273" y="4571999"/>
              <a:ext cx="189571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本框 48"/>
            <p:cNvSpPr txBox="1"/>
            <p:nvPr>
              <p:custDataLst>
                <p:tags r:id="rId12"/>
              </p:custDataLst>
            </p:nvPr>
          </p:nvSpPr>
          <p:spPr>
            <a:xfrm>
              <a:off x="1355656" y="4445170"/>
              <a:ext cx="1930857" cy="27559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>
              <a:defPPr>
                <a:defRPr lang="zh-CN"/>
              </a:defPPr>
              <a:lvl1pPr>
                <a:defRPr sz="1200">
                  <a:solidFill>
                    <a:srgbClr val="A0DD6D"/>
                  </a:solidFill>
                  <a:latin typeface="+mj-ea"/>
                  <a:ea typeface="+mj-ea"/>
                </a:defRPr>
              </a:lvl1pPr>
            </a:lstStyle>
            <a:p>
              <a:pPr algn="ctr"/>
              <a:r>
                <a:rPr lang="en-US" altLang="zh-CN" dirty="0">
                  <a:solidFill>
                    <a:srgbClr val="990099"/>
                  </a:solidFill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  <a:sym typeface="Arial" panose="020B0604020202020204"/>
                </a:rPr>
                <a:t>Reporting Group:DD Spot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99644" y="5329694"/>
            <a:ext cx="2341757" cy="479502"/>
            <a:chOff x="970154" y="4337824"/>
            <a:chExt cx="2341757" cy="479502"/>
          </a:xfrm>
        </p:grpSpPr>
        <p:sp>
          <p:nvSpPr>
            <p:cNvPr id="14" name="矩形: 圆角 40"/>
            <p:cNvSpPr/>
            <p:nvPr>
              <p:custDataLst>
                <p:tags r:id="rId5"/>
              </p:custDataLst>
            </p:nvPr>
          </p:nvSpPr>
          <p:spPr>
            <a:xfrm>
              <a:off x="970154" y="4337824"/>
              <a:ext cx="2341757" cy="47950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3"/>
                </a:gs>
              </a:gsLst>
              <a:lin ang="0" scaled="1"/>
              <a:tileRect/>
            </a:gra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15" name="椭圆 14"/>
            <p:cNvSpPr/>
            <p:nvPr>
              <p:custDataLst>
                <p:tags r:id="rId6"/>
              </p:custDataLst>
            </p:nvPr>
          </p:nvSpPr>
          <p:spPr>
            <a:xfrm>
              <a:off x="1025913" y="4382429"/>
              <a:ext cx="401444" cy="401444"/>
            </a:xfrm>
            <a:prstGeom prst="ellipse">
              <a:avLst/>
            </a:prstGeom>
            <a:solidFill>
              <a:schemeClr val="accent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cxnSp>
          <p:nvCxnSpPr>
            <p:cNvPr id="16" name="直接箭头连接符 15"/>
            <p:cNvCxnSpPr/>
            <p:nvPr>
              <p:custDataLst>
                <p:tags r:id="rId7"/>
              </p:custDataLst>
            </p:nvPr>
          </p:nvCxnSpPr>
          <p:spPr>
            <a:xfrm>
              <a:off x="1126273" y="4571999"/>
              <a:ext cx="189571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>
              <p:custDataLst>
                <p:tags r:id="rId8"/>
              </p:custDataLst>
            </p:nvPr>
          </p:nvSpPr>
          <p:spPr>
            <a:xfrm>
              <a:off x="1355656" y="4445170"/>
              <a:ext cx="1930857" cy="27559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>
              <a:defPPr>
                <a:defRPr lang="zh-CN"/>
              </a:defPPr>
              <a:lvl1pPr>
                <a:defRPr sz="1200">
                  <a:solidFill>
                    <a:srgbClr val="A0DD6D"/>
                  </a:solidFill>
                  <a:latin typeface="+mj-ea"/>
                  <a:ea typeface="+mj-ea"/>
                </a:defRPr>
              </a:lvl1pPr>
            </a:lstStyle>
            <a:p>
              <a:pPr algn="ctr"/>
              <a:r>
                <a:rPr lang="en-US" altLang="zh-CN" dirty="0">
                  <a:solidFill>
                    <a:srgbClr val="990099"/>
                  </a:solidFill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  <a:sym typeface="Arial" panose="020B0604020202020204"/>
                </a:rPr>
                <a:t>PPT: Barry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699644" y="5864364"/>
            <a:ext cx="2702560" cy="479502"/>
            <a:chOff x="970154" y="4337824"/>
            <a:chExt cx="2702560" cy="479502"/>
          </a:xfrm>
        </p:grpSpPr>
        <p:sp>
          <p:nvSpPr>
            <p:cNvPr id="23" name="矩形: 圆角 40"/>
            <p:cNvSpPr/>
            <p:nvPr>
              <p:custDataLst>
                <p:tags r:id="rId1"/>
              </p:custDataLst>
            </p:nvPr>
          </p:nvSpPr>
          <p:spPr>
            <a:xfrm>
              <a:off x="970154" y="4337824"/>
              <a:ext cx="2341757" cy="47950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3"/>
                </a:gs>
              </a:gsLst>
              <a:lin ang="0" scaled="1"/>
              <a:tileRect/>
            </a:gra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24" name="椭圆 23"/>
            <p:cNvSpPr/>
            <p:nvPr>
              <p:custDataLst>
                <p:tags r:id="rId2"/>
              </p:custDataLst>
            </p:nvPr>
          </p:nvSpPr>
          <p:spPr>
            <a:xfrm>
              <a:off x="1025913" y="4382429"/>
              <a:ext cx="401444" cy="401444"/>
            </a:xfrm>
            <a:prstGeom prst="ellipse">
              <a:avLst/>
            </a:prstGeom>
            <a:solidFill>
              <a:schemeClr val="accent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endParaRPr>
            </a:p>
          </p:txBody>
        </p:sp>
        <p:cxnSp>
          <p:nvCxnSpPr>
            <p:cNvPr id="25" name="直接箭头连接符 24"/>
            <p:cNvCxnSpPr/>
            <p:nvPr>
              <p:custDataLst>
                <p:tags r:id="rId3"/>
              </p:custDataLst>
            </p:nvPr>
          </p:nvCxnSpPr>
          <p:spPr>
            <a:xfrm>
              <a:off x="1126273" y="4571999"/>
              <a:ext cx="189571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/>
            <p:cNvSpPr txBox="1"/>
            <p:nvPr>
              <p:custDataLst>
                <p:tags r:id="rId4"/>
              </p:custDataLst>
            </p:nvPr>
          </p:nvSpPr>
          <p:spPr>
            <a:xfrm>
              <a:off x="1427354" y="4464824"/>
              <a:ext cx="2245360" cy="24511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>
              <a:defPPr>
                <a:defRPr lang="zh-CN"/>
              </a:defPPr>
              <a:lvl1pPr>
                <a:defRPr sz="1200">
                  <a:solidFill>
                    <a:srgbClr val="A0DD6D"/>
                  </a:solidFill>
                  <a:latin typeface="+mj-ea"/>
                  <a:ea typeface="+mj-ea"/>
                </a:defRPr>
              </a:lvl1pPr>
            </a:lstStyle>
            <a:p>
              <a:pPr algn="l"/>
              <a:r>
                <a:rPr lang="en-US" altLang="zh-CN" sz="1000" dirty="0">
                  <a:solidFill>
                    <a:srgbClr val="990099"/>
                  </a:solidFill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  <a:sym typeface="Arial" panose="020B0604020202020204"/>
                </a:rPr>
                <a:t>Contents:All Group members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65fcbea9-7061-4df6-adab-3938af7702e7"/>
  <p:tag name="COMMONDATA" val="eyJjb3VudCI6NS4wLCJoZGlkIjoiYWIxN2I5OGU1MDc2YmYyYTMzYjg0Y2FhZWNlYzMxZDkiLCJ1c2VyQ291bnQiOjEuMH0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903.4472440944883,&quot;width&quot;:1737.930708661417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第一PPT，www.1ppt.com">
  <a:themeElements>
    <a:clrScheme name="udwsah5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90099"/>
      </a:accent1>
      <a:accent2>
        <a:srgbClr val="3E3E7A"/>
      </a:accent2>
      <a:accent3>
        <a:srgbClr val="FFD5FF"/>
      </a:accent3>
      <a:accent4>
        <a:srgbClr val="201A3A"/>
      </a:accent4>
      <a:accent5>
        <a:srgbClr val="B1C8FA"/>
      </a:accent5>
      <a:accent6>
        <a:srgbClr val="70AD47"/>
      </a:accent6>
      <a:hlink>
        <a:srgbClr val="0563C1"/>
      </a:hlink>
      <a:folHlink>
        <a:srgbClr val="954F72"/>
      </a:folHlink>
    </a:clrScheme>
    <a:fontScheme name="稻壳儿-黑体常规4">
      <a:majorFont>
        <a:latin typeface="思源宋体 Heavy"/>
        <a:ea typeface="MiSans Heavy"/>
        <a:cs typeface=""/>
      </a:majorFont>
      <a:minorFont>
        <a:latin typeface="Montserrat"/>
        <a:ea typeface="MiSans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DCD6CA"/>
          </a:solidFill>
          <a:prstDash val="soli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黑体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黑体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1253</TotalTime>
  <Words>1086</Words>
  <Application>Microsoft Office PowerPoint</Application>
  <PresentationFormat>宽屏</PresentationFormat>
  <Paragraphs>209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5" baseType="lpstr">
      <vt:lpstr>Malgun Gothic Semilight</vt:lpstr>
      <vt:lpstr>Microsoft JhengHei UI Light</vt:lpstr>
      <vt:lpstr>黑体</vt:lpstr>
      <vt:lpstr>思源宋体 Heavy</vt:lpstr>
      <vt:lpstr>微软雅黑</vt:lpstr>
      <vt:lpstr>字魂35号-经典雅黑</vt:lpstr>
      <vt:lpstr>Arial</vt:lpstr>
      <vt:lpstr>Arial Rounded MT Bold</vt:lpstr>
      <vt:lpstr>Berlin Sans FB Demi</vt:lpstr>
      <vt:lpstr>Britannic Bold</vt:lpstr>
      <vt:lpstr>Calibri</vt:lpstr>
      <vt:lpstr>Impact</vt:lpstr>
      <vt:lpstr>Montserrat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产品介绍</dc:title>
  <dc:creator>第一PPT</dc:creator>
  <cp:keywords>www.1ppt.com</cp:keywords>
  <dc:description>www.1ppt.com</dc:description>
  <cp:lastModifiedBy>衍宁 何</cp:lastModifiedBy>
  <cp:revision>141</cp:revision>
  <dcterms:created xsi:type="dcterms:W3CDTF">2022-06-27T07:27:00Z</dcterms:created>
  <dcterms:modified xsi:type="dcterms:W3CDTF">2023-12-14T15:43:17Z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8263CEC5C1884BE39CADEF2CDE2D2968_12</vt:lpwstr>
  </property>
  <property fmtid="{D5CDD505-2E9C-101B-9397-08002B2CF9AE}" pid="3" name="KSOProductBuildVer">
    <vt:lpwstr>2052-12.1.0.15712</vt:lpwstr>
  </property>
</Properties>
</file>