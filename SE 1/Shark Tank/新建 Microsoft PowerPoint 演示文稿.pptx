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64" y="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D6676A-3430-5F64-9D0B-0B5BD7FB64A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04434CC-223F-CDAC-DF23-3E45DDB4BD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45CE7DA-AC97-B48C-CD7A-328799925961}"/>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BDE62E4D-DDB9-7693-DCB7-C3CE085197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DEC6F6-66D8-4B25-CA86-444156552E90}"/>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1345905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8DDEC6-AD00-54D5-9528-0C9EC7A8AFC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45120F-D2B4-C5F9-B41E-29AB52E8C6D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1CD2F28-4DB5-B973-4F69-63FA1799BA8D}"/>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65D0E96D-43D9-E9D5-25D2-48AE7B178B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E7F2ED-6C07-18D4-F0AF-EFD47C59ADC5}"/>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2862677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FDA277-E4D1-F0AB-36B6-E5D4C84DF94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2939A6-11BD-4018-6C53-76656D7DB7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B8AA86A-6C0B-D974-FF04-659BC9DD95A0}"/>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2A665152-0A13-C541-219C-2C954E2359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364AA2-5AFE-1878-3B53-51271ED016B5}"/>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4223836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0855E0-283B-9641-3ABE-03673E0A57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7EFB78E-50C1-3B76-1A8D-85F8AC0A7C3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9E7F8B1-3EB9-B98C-1333-1FF06724FD5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DB4A109-C782-438F-E266-E60D8A721F7B}"/>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6" name="页脚占位符 5">
            <a:extLst>
              <a:ext uri="{FF2B5EF4-FFF2-40B4-BE49-F238E27FC236}">
                <a16:creationId xmlns:a16="http://schemas.microsoft.com/office/drawing/2014/main" id="{C2E8A2F7-884A-EF83-9A94-73768BC4EF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23C38E-3ABB-AD83-B251-94E26DE847A6}"/>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259419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0E2FA6-50CC-6BB7-2A7E-22EAD2CD7E2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29A625A-0CE8-8A8E-AB73-CA5D090B02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18C1BFA-2D1B-F13C-F185-E612F2ED434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9AF3A11-314E-E0DE-D5B0-5E5AB38819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31BE496-3DA4-0B2A-221C-80A3E095B55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7B46171-1374-100D-FE81-FEBF3DD7CFA0}"/>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8" name="页脚占位符 7">
            <a:extLst>
              <a:ext uri="{FF2B5EF4-FFF2-40B4-BE49-F238E27FC236}">
                <a16:creationId xmlns:a16="http://schemas.microsoft.com/office/drawing/2014/main" id="{E3378917-EF36-14A2-AFB4-A6DF91E6EFF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F5D977D-BE76-B4C4-166A-64D98E3767F7}"/>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2925120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5A662B-9C16-8335-74C1-50F07A162C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7C59745-E3EE-9BEB-346F-C23A32D145FF}"/>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4" name="页脚占位符 3">
            <a:extLst>
              <a:ext uri="{FF2B5EF4-FFF2-40B4-BE49-F238E27FC236}">
                <a16:creationId xmlns:a16="http://schemas.microsoft.com/office/drawing/2014/main" id="{86118C97-AEE7-22E1-CA6C-071E7DC802C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6B2EC86-099A-8CC5-FB91-DAE98E6B359C}"/>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3370829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E6921F1-14AB-D2A3-91BB-DA90FF907F3B}"/>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3" name="页脚占位符 2">
            <a:extLst>
              <a:ext uri="{FF2B5EF4-FFF2-40B4-BE49-F238E27FC236}">
                <a16:creationId xmlns:a16="http://schemas.microsoft.com/office/drawing/2014/main" id="{D5CF341B-996A-6574-D6D4-872AD1CAE99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C0CD57A-BF41-A27B-4191-37B237292171}"/>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4122779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7B80FD-1572-75A3-DC1A-2971B549E1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7D5CC19-6E41-4852-B4C3-F63F7977AF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8F3E9D7-AC72-26AE-98D4-3C10B4C625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6B2BC57-2D9C-70C8-9664-2F991DD8EF22}"/>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6" name="页脚占位符 5">
            <a:extLst>
              <a:ext uri="{FF2B5EF4-FFF2-40B4-BE49-F238E27FC236}">
                <a16:creationId xmlns:a16="http://schemas.microsoft.com/office/drawing/2014/main" id="{5D987611-E8E9-3715-A2AC-0822EA428E2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44F13AE-0612-CEE8-3D63-FEDB26955876}"/>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2444374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1F88B5-D070-CE08-5C99-628AA7087C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18BA540-413F-92B9-2935-064D6D978C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DC4CAEB-29AB-3363-AEE8-D328ACA96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0590A16-C14F-8321-112B-60D577CB2802}"/>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6" name="页脚占位符 5">
            <a:extLst>
              <a:ext uri="{FF2B5EF4-FFF2-40B4-BE49-F238E27FC236}">
                <a16:creationId xmlns:a16="http://schemas.microsoft.com/office/drawing/2014/main" id="{495E6A92-ABA2-81DD-D361-B9C58E5DDCC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F6E552-9477-93AF-AAFE-0D81FEE55F08}"/>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2697723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DE5EB8-4C68-01BC-8A85-B22DF47A2DE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8F37D38-2624-3D1B-207E-DAE37D74049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613EC6-F57E-D8C8-A904-7943E81163E5}"/>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937E0009-BF92-DFA6-CCE9-7FF21CFEFF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DBD96E-40AD-CC39-D0AA-A31F6F148A40}"/>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615285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F8A6FD1-AE9E-1CB2-D7FD-C8413AC1464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B830EE3-936B-D372-6F6F-134D1D64439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5947AD-BBBB-FA5C-8171-E9F6F79638E0}"/>
              </a:ext>
            </a:extLst>
          </p:cNvPr>
          <p:cNvSpPr>
            <a:spLocks noGrp="1"/>
          </p:cNvSpPr>
          <p:nvPr>
            <p:ph type="dt" sz="half" idx="10"/>
          </p:nvPr>
        </p:nvSpPr>
        <p:spPr/>
        <p:txBody>
          <a:bodyPr/>
          <a:lstStyle/>
          <a:p>
            <a:fld id="{5D568309-CB93-4940-8978-B0274EC46944}"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C24F712E-8B46-C89A-622A-04BC7C3419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AEA24D-72FB-BA82-8BA0-E90E78781570}"/>
              </a:ext>
            </a:extLst>
          </p:cNvPr>
          <p:cNvSpPr>
            <a:spLocks noGrp="1"/>
          </p:cNvSpPr>
          <p:nvPr>
            <p:ph type="sldNum" sz="quarter" idx="12"/>
          </p:nvPr>
        </p:nvSpPr>
        <p:spPr/>
        <p:txBody>
          <a:body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412707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D032F71-89F0-7B25-1946-2A9D74BAF9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EDD8B87-55E4-A6ED-A45C-2F6E30DFCC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05CB3D-C5F6-A9E2-2DAD-FA457BDAD7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568309-CB93-4940-8978-B0274EC46944}" type="datetimeFigureOut">
              <a:rPr lang="zh-CN" altLang="en-US" smtClean="0"/>
              <a:t>2023/12/16</a:t>
            </a:fld>
            <a:endParaRPr lang="zh-CN" altLang="en-US"/>
          </a:p>
        </p:txBody>
      </p:sp>
      <p:sp>
        <p:nvSpPr>
          <p:cNvPr id="5" name="页脚占位符 4">
            <a:extLst>
              <a:ext uri="{FF2B5EF4-FFF2-40B4-BE49-F238E27FC236}">
                <a16:creationId xmlns:a16="http://schemas.microsoft.com/office/drawing/2014/main" id="{55789EE5-3F5A-611E-CAF6-31B3284F35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8C05AAB-2C15-2738-0CCF-E8B4377530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551FEB-AF50-4B37-A0E8-86FDFB28BE7C}" type="slidenum">
              <a:rPr lang="zh-CN" altLang="en-US" smtClean="0"/>
              <a:t>‹#›</a:t>
            </a:fld>
            <a:endParaRPr lang="zh-CN" altLang="en-US"/>
          </a:p>
        </p:txBody>
      </p:sp>
    </p:spTree>
    <p:extLst>
      <p:ext uri="{BB962C8B-B14F-4D97-AF65-F5344CB8AC3E}">
        <p14:creationId xmlns:p14="http://schemas.microsoft.com/office/powerpoint/2010/main" val="1575745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07B98DC-87DA-D7CF-47DB-5BC46680DC38}"/>
              </a:ext>
            </a:extLst>
          </p:cNvPr>
          <p:cNvSpPr>
            <a:spLocks noGrp="1"/>
          </p:cNvSpPr>
          <p:nvPr>
            <p:ph type="subTitle" idx="1"/>
          </p:nvPr>
        </p:nvSpPr>
        <p:spPr>
          <a:xfrm>
            <a:off x="6298018" y="398721"/>
            <a:ext cx="4869712" cy="6060558"/>
          </a:xfrm>
        </p:spPr>
        <p:txBody>
          <a:bodyPr>
            <a:normAutofit fontScale="92500" lnSpcReduction="10000"/>
          </a:bodyPr>
          <a:lstStyle/>
          <a:p>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My product is called Knowledge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Injector,which</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is a equipment that affects your brain waves and can transmit knowledge to you after injection. For those who want to gain knowledge in a short time or strengthen memory and avoid forgetting, this device will be very helpful.  Its shape is similar to a bottle cap, with a diameter of 3 centimeters and a height of 1.5 centimeters.  The way it work is not very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hard.First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it should be taken by somebody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thougtout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your head and scans your head to determine the location and shape of your brain. It would identify the area of the brain involved in memory and locate the injection. Then, it concentrated his energy and opened a void hole at the injection site. Finally, locally stored knowledge(can be updated online) is injected into your brain in the form of electromagnetic waves.  After it has completed its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function,although</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you may feel a little dizzy at first, you will soon recover and feel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uplifited</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Actually, we need to use it at the right age. Since it has a certain impact on the brain, we can't use it too early. We must use it appropriately. All in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all,if</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you are struggling with the final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exams,just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buy </a:t>
            </a:r>
            <a:r>
              <a:rPr lang="en-US" altLang="zh-CN" sz="1800" b="1" kern="100" dirty="0" err="1">
                <a:effectLst/>
                <a:latin typeface="等线" panose="02010600030101010101" pitchFamily="2" charset="-122"/>
                <a:ea typeface="等线" panose="02010600030101010101" pitchFamily="2" charset="-122"/>
                <a:cs typeface="Times New Roman" panose="02020603050405020304" pitchFamily="18" charset="0"/>
              </a:rPr>
              <a:t>it.You</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will never be disappointed!</a:t>
            </a:r>
            <a:endPar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pic>
        <p:nvPicPr>
          <p:cNvPr id="5" name="图片 4">
            <a:extLst>
              <a:ext uri="{FF2B5EF4-FFF2-40B4-BE49-F238E27FC236}">
                <a16:creationId xmlns:a16="http://schemas.microsoft.com/office/drawing/2014/main" id="{191F84F2-CFC8-9EAA-7AEB-2332F93A67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0335" y="-30714"/>
            <a:ext cx="4869712" cy="6888714"/>
          </a:xfrm>
          <a:prstGeom prst="rect">
            <a:avLst/>
          </a:prstGeom>
        </p:spPr>
      </p:pic>
    </p:spTree>
    <p:extLst>
      <p:ext uri="{BB962C8B-B14F-4D97-AF65-F5344CB8AC3E}">
        <p14:creationId xmlns:p14="http://schemas.microsoft.com/office/powerpoint/2010/main" val="230998648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244</Words>
  <Application>Microsoft Office PowerPoint</Application>
  <PresentationFormat>宽屏</PresentationFormat>
  <Paragraphs>1</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衍宁 何</dc:creator>
  <cp:lastModifiedBy>衍宁 何</cp:lastModifiedBy>
  <cp:revision>1</cp:revision>
  <dcterms:created xsi:type="dcterms:W3CDTF">2023-12-16T08:44:03Z</dcterms:created>
  <dcterms:modified xsi:type="dcterms:W3CDTF">2023-12-16T08:46:44Z</dcterms:modified>
</cp:coreProperties>
</file>