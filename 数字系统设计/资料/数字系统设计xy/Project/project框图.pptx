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0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4688840" y="2077720"/>
            <a:ext cx="2230755" cy="129159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/>
              <a:t>registerfile</a:t>
            </a:r>
            <a:endParaRPr lang="en-US" altLang="zh-CN" sz="2000" b="1"/>
          </a:p>
        </p:txBody>
      </p:sp>
      <p:sp>
        <p:nvSpPr>
          <p:cNvPr id="5" name="圆角矩形 4"/>
          <p:cNvSpPr/>
          <p:nvPr/>
        </p:nvSpPr>
        <p:spPr>
          <a:xfrm>
            <a:off x="1992630" y="2083435"/>
            <a:ext cx="1571625" cy="129159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/>
              <a:t>decoder</a:t>
            </a:r>
            <a:endParaRPr lang="en-US" altLang="zh-CN" sz="2000" b="1"/>
          </a:p>
        </p:txBody>
      </p:sp>
      <p:sp>
        <p:nvSpPr>
          <p:cNvPr id="6" name="圆角矩形 5"/>
          <p:cNvSpPr/>
          <p:nvPr/>
        </p:nvSpPr>
        <p:spPr>
          <a:xfrm>
            <a:off x="10401935" y="2083435"/>
            <a:ext cx="1663700" cy="129159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/>
              <a:t>pcunit</a:t>
            </a:r>
            <a:endParaRPr lang="en-US" altLang="zh-CN" sz="2000" b="1"/>
          </a:p>
        </p:txBody>
      </p:sp>
      <p:sp>
        <p:nvSpPr>
          <p:cNvPr id="7" name="圆角矩形 6"/>
          <p:cNvSpPr/>
          <p:nvPr/>
        </p:nvSpPr>
        <p:spPr>
          <a:xfrm>
            <a:off x="7792085" y="2083435"/>
            <a:ext cx="1959610" cy="129159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/>
              <a:t>ALU</a:t>
            </a:r>
            <a:endParaRPr lang="en-US" altLang="zh-CN" sz="2000" b="1"/>
          </a:p>
        </p:txBody>
      </p:sp>
      <p:sp>
        <p:nvSpPr>
          <p:cNvPr id="8" name="圆角矩形 7"/>
          <p:cNvSpPr/>
          <p:nvPr/>
        </p:nvSpPr>
        <p:spPr>
          <a:xfrm>
            <a:off x="4531995" y="4142105"/>
            <a:ext cx="2543810" cy="129159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/>
              <a:t>controlunit</a:t>
            </a:r>
            <a:endParaRPr lang="en-US" altLang="zh-CN" sz="2000" b="1"/>
          </a:p>
        </p:txBody>
      </p:sp>
      <p:sp>
        <p:nvSpPr>
          <p:cNvPr id="9" name="圆角矩形 8"/>
          <p:cNvSpPr/>
          <p:nvPr/>
        </p:nvSpPr>
        <p:spPr>
          <a:xfrm>
            <a:off x="175895" y="2083435"/>
            <a:ext cx="1356360" cy="129159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/>
              <a:t>RAM</a:t>
            </a:r>
            <a:endParaRPr lang="en-US" altLang="zh-CN" sz="2000" b="1"/>
          </a:p>
        </p:txBody>
      </p:sp>
      <p:cxnSp>
        <p:nvCxnSpPr>
          <p:cNvPr id="10" name="直接连接符 9"/>
          <p:cNvCxnSpPr>
            <a:stCxn id="4" idx="3"/>
            <a:endCxn id="7" idx="1"/>
          </p:cNvCxnSpPr>
          <p:nvPr/>
        </p:nvCxnSpPr>
        <p:spPr>
          <a:xfrm>
            <a:off x="6919595" y="2723515"/>
            <a:ext cx="872490" cy="57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5" idx="3"/>
            <a:endCxn id="4" idx="1"/>
          </p:cNvCxnSpPr>
          <p:nvPr/>
        </p:nvCxnSpPr>
        <p:spPr>
          <a:xfrm flipV="1">
            <a:off x="3564255" y="2723515"/>
            <a:ext cx="1124585" cy="57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3919220" y="3013710"/>
            <a:ext cx="0" cy="7835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3924935" y="3790315"/>
            <a:ext cx="3300095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 flipV="1">
            <a:off x="7221855" y="3016885"/>
            <a:ext cx="0" cy="784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7" idx="3"/>
          </p:cNvCxnSpPr>
          <p:nvPr/>
        </p:nvCxnSpPr>
        <p:spPr>
          <a:xfrm>
            <a:off x="9751695" y="2729230"/>
            <a:ext cx="8096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0076815" y="1648460"/>
            <a:ext cx="0" cy="10750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4177030" y="1656715"/>
            <a:ext cx="58997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4177030" y="1647825"/>
            <a:ext cx="1270" cy="61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4177030" y="2269490"/>
            <a:ext cx="5473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9" idx="3"/>
            <a:endCxn id="5" idx="1"/>
          </p:cNvCxnSpPr>
          <p:nvPr/>
        </p:nvCxnSpPr>
        <p:spPr>
          <a:xfrm>
            <a:off x="1532255" y="2729230"/>
            <a:ext cx="4603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 flipV="1">
            <a:off x="3564255" y="3031490"/>
            <a:ext cx="36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7221855" y="3030855"/>
            <a:ext cx="58420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760855" y="1608455"/>
            <a:ext cx="0" cy="11004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769110" y="1624965"/>
            <a:ext cx="19900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3767455" y="1607820"/>
            <a:ext cx="0" cy="8470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3775710" y="2453640"/>
            <a:ext cx="9232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WPS 演示</Application>
  <PresentationFormat>宽屏</PresentationFormat>
  <Paragraphs>12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张宇轩</cp:lastModifiedBy>
  <cp:revision>156</cp:revision>
  <dcterms:created xsi:type="dcterms:W3CDTF">2019-06-19T02:08:00Z</dcterms:created>
  <dcterms:modified xsi:type="dcterms:W3CDTF">2025-05-11T19:28:35Z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AAC11195F6804570AD3D475259448AB7_11</vt:lpwstr>
  </property>
</Properties>
</file>