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450340" y="1216025"/>
            <a:ext cx="1200150" cy="70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50340" y="14103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按键</a:t>
            </a:r>
            <a:r>
              <a:rPr lang="zh-CN" altLang="en-US"/>
              <a:t>消抖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450340" y="2396490"/>
            <a:ext cx="1200150" cy="70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450340" y="25908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按键</a:t>
            </a:r>
            <a:r>
              <a:rPr lang="zh-CN" altLang="en-US"/>
              <a:t>消抖</a:t>
            </a:r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665480" y="1664970"/>
            <a:ext cx="8242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32180" y="1664970"/>
            <a:ext cx="0" cy="9696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V="1">
            <a:off x="929005" y="2634615"/>
            <a:ext cx="521335" cy="12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229235" y="15506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clk</a:t>
            </a:r>
            <a:endParaRPr lang="en-US" altLang="zh-CN"/>
          </a:p>
        </p:txBody>
      </p:sp>
      <p:cxnSp>
        <p:nvCxnSpPr>
          <p:cNvPr id="14" name="直接连接符 13"/>
          <p:cNvCxnSpPr/>
          <p:nvPr/>
        </p:nvCxnSpPr>
        <p:spPr>
          <a:xfrm>
            <a:off x="714375" y="1398270"/>
            <a:ext cx="7512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0" y="11823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BTNU</a:t>
            </a:r>
            <a:endParaRPr lang="en-US" altLang="zh-CN"/>
          </a:p>
        </p:txBody>
      </p:sp>
      <p:cxnSp>
        <p:nvCxnSpPr>
          <p:cNvPr id="16" name="直接连接符 15"/>
          <p:cNvCxnSpPr/>
          <p:nvPr/>
        </p:nvCxnSpPr>
        <p:spPr>
          <a:xfrm>
            <a:off x="774700" y="2889250"/>
            <a:ext cx="690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133350" y="2731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BTND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4519930" y="1303020"/>
            <a:ext cx="1757045" cy="300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944245" y="2186305"/>
            <a:ext cx="3575050" cy="36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3804285" y="3558540"/>
            <a:ext cx="7150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3816350" y="3910330"/>
            <a:ext cx="702945" cy="12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3168650" y="3383915"/>
            <a:ext cx="1351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SW0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3144520" y="3731895"/>
            <a:ext cx="1149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SW15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4810125" y="2731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转速</a:t>
            </a:r>
            <a:r>
              <a:rPr lang="zh-CN" altLang="en-US"/>
              <a:t>控制</a:t>
            </a:r>
            <a:endParaRPr lang="zh-CN" altLang="en-US"/>
          </a:p>
        </p:txBody>
      </p:sp>
      <p:cxnSp>
        <p:nvCxnSpPr>
          <p:cNvPr id="25" name="直接连接符 24"/>
          <p:cNvCxnSpPr/>
          <p:nvPr/>
        </p:nvCxnSpPr>
        <p:spPr>
          <a:xfrm>
            <a:off x="2653030" y="1580515"/>
            <a:ext cx="1866265" cy="12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2701925" y="2731770"/>
            <a:ext cx="1817370" cy="12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7504430" y="1313180"/>
            <a:ext cx="1369695" cy="1321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7658735" y="17868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时钟</a:t>
            </a:r>
            <a:r>
              <a:rPr lang="zh-CN" altLang="en-US"/>
              <a:t>分频</a:t>
            </a:r>
            <a:endParaRPr lang="zh-CN" altLang="en-US"/>
          </a:p>
        </p:txBody>
      </p:sp>
      <p:cxnSp>
        <p:nvCxnSpPr>
          <p:cNvPr id="34" name="直接连接符 33"/>
          <p:cNvCxnSpPr/>
          <p:nvPr/>
        </p:nvCxnSpPr>
        <p:spPr>
          <a:xfrm>
            <a:off x="6979920" y="1616710"/>
            <a:ext cx="5086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6289040" y="1895475"/>
            <a:ext cx="1211580" cy="120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6277610" y="1918970"/>
            <a:ext cx="1553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speed[3:0]</a:t>
            </a:r>
            <a:endParaRPr lang="en-US" altLang="zh-CN"/>
          </a:p>
        </p:txBody>
      </p:sp>
      <p:sp>
        <p:nvSpPr>
          <p:cNvPr id="37" name="矩形 36"/>
          <p:cNvSpPr/>
          <p:nvPr/>
        </p:nvSpPr>
        <p:spPr>
          <a:xfrm>
            <a:off x="7537450" y="3628390"/>
            <a:ext cx="1344930" cy="2326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7755255" y="442785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数码管</a:t>
            </a:r>
            <a:endParaRPr lang="zh-CN" altLang="en-US"/>
          </a:p>
          <a:p>
            <a:r>
              <a:rPr lang="zh-CN" altLang="en-US"/>
              <a:t>显示</a:t>
            </a:r>
            <a:endParaRPr lang="zh-CN" altLang="en-US"/>
          </a:p>
        </p:txBody>
      </p:sp>
      <p:cxnSp>
        <p:nvCxnSpPr>
          <p:cNvPr id="39" name="直接连接符 38"/>
          <p:cNvCxnSpPr/>
          <p:nvPr/>
        </p:nvCxnSpPr>
        <p:spPr>
          <a:xfrm>
            <a:off x="7343140" y="1882775"/>
            <a:ext cx="0" cy="24485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7343140" y="4294505"/>
            <a:ext cx="194310" cy="127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6599555" y="12242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clk</a:t>
            </a:r>
            <a:endParaRPr lang="en-US" altLang="zh-CN"/>
          </a:p>
        </p:txBody>
      </p:sp>
      <p:sp>
        <p:nvSpPr>
          <p:cNvPr id="42" name="文本框 41"/>
          <p:cNvSpPr txBox="1"/>
          <p:nvPr/>
        </p:nvSpPr>
        <p:spPr>
          <a:xfrm>
            <a:off x="6519545" y="4297680"/>
            <a:ext cx="561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clk</a:t>
            </a:r>
            <a:endParaRPr lang="en-US" altLang="zh-CN"/>
          </a:p>
        </p:txBody>
      </p:sp>
      <p:cxnSp>
        <p:nvCxnSpPr>
          <p:cNvPr id="44" name="直接连接符 43"/>
          <p:cNvCxnSpPr/>
          <p:nvPr/>
        </p:nvCxnSpPr>
        <p:spPr>
          <a:xfrm>
            <a:off x="6906895" y="4671060"/>
            <a:ext cx="6305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7293610" y="31064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number[31:0]</a:t>
            </a:r>
            <a:endParaRPr lang="en-US" altLang="zh-CN"/>
          </a:p>
        </p:txBody>
      </p:sp>
      <p:cxnSp>
        <p:nvCxnSpPr>
          <p:cNvPr id="3" name="直接连接符 2"/>
          <p:cNvCxnSpPr/>
          <p:nvPr/>
        </p:nvCxnSpPr>
        <p:spPr>
          <a:xfrm>
            <a:off x="6899275" y="5295900"/>
            <a:ext cx="640080" cy="5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6920865" y="5781675"/>
            <a:ext cx="623570" cy="5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289040" y="4825365"/>
            <a:ext cx="1248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en_n[7:0]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6396990" y="5411470"/>
            <a:ext cx="11474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dp[7:0]</a:t>
            </a:r>
            <a:endParaRPr lang="en-US" altLang="zh-CN"/>
          </a:p>
        </p:txBody>
      </p:sp>
      <p:sp>
        <p:nvSpPr>
          <p:cNvPr id="30" name="文本框 29"/>
          <p:cNvSpPr txBox="1"/>
          <p:nvPr/>
        </p:nvSpPr>
        <p:spPr>
          <a:xfrm>
            <a:off x="8884285" y="4314190"/>
            <a:ext cx="927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seg[7:0]</a:t>
            </a:r>
            <a:endParaRPr lang="en-US" altLang="zh-CN"/>
          </a:p>
        </p:txBody>
      </p:sp>
      <p:cxnSp>
        <p:nvCxnSpPr>
          <p:cNvPr id="31" name="直接连接符 30"/>
          <p:cNvCxnSpPr/>
          <p:nvPr/>
        </p:nvCxnSpPr>
        <p:spPr>
          <a:xfrm>
            <a:off x="8895080" y="4687570"/>
            <a:ext cx="6305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8887460" y="5312410"/>
            <a:ext cx="640080" cy="57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8841740" y="4869180"/>
            <a:ext cx="1248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an[7:0]</a:t>
            </a:r>
            <a:endParaRPr lang="en-US" altLang="zh-CN"/>
          </a:p>
        </p:txBody>
      </p:sp>
      <p:sp>
        <p:nvSpPr>
          <p:cNvPr id="43" name="矩形 42"/>
          <p:cNvSpPr/>
          <p:nvPr/>
        </p:nvSpPr>
        <p:spPr>
          <a:xfrm>
            <a:off x="9935845" y="1371600"/>
            <a:ext cx="1233170" cy="2256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10015855" y="23025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驱动</a:t>
            </a:r>
            <a:r>
              <a:rPr lang="zh-CN" altLang="en-US"/>
              <a:t>模块</a:t>
            </a:r>
            <a:endParaRPr lang="zh-CN" altLang="en-US"/>
          </a:p>
        </p:txBody>
      </p:sp>
      <p:cxnSp>
        <p:nvCxnSpPr>
          <p:cNvPr id="46" name="直接连接符 45"/>
          <p:cNvCxnSpPr/>
          <p:nvPr/>
        </p:nvCxnSpPr>
        <p:spPr>
          <a:xfrm>
            <a:off x="8881745" y="1776730"/>
            <a:ext cx="1053465" cy="114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9090025" y="1419860"/>
            <a:ext cx="845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en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WPS 演示</Application>
  <PresentationFormat>宽屏</PresentationFormat>
  <Paragraphs>41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张宇轩</dc:creator>
  <cp:lastModifiedBy>张宇轩</cp:lastModifiedBy>
  <cp:revision>17</cp:revision>
  <dcterms:created xsi:type="dcterms:W3CDTF">2023-08-09T12:44:00Z</dcterms:created>
  <dcterms:modified xsi:type="dcterms:W3CDTF">2025-04-28T03:18:46Z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2052-12.1.0.20305</vt:lpwstr>
  </property>
</Properties>
</file>