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sldIdLst>
    <p:sldId id="310" r:id="rId3"/>
    <p:sldId id="282" r:id="rId4"/>
    <p:sldId id="283" r:id="rId5"/>
    <p:sldId id="284" r:id="rId6"/>
    <p:sldId id="311" r:id="rId7"/>
    <p:sldId id="314" r:id="rId8"/>
    <p:sldId id="321" r:id="rId9"/>
    <p:sldId id="323" r:id="rId10"/>
    <p:sldId id="324" r:id="rId11"/>
    <p:sldId id="325" r:id="rId12"/>
    <p:sldId id="326" r:id="rId13"/>
    <p:sldId id="322" r:id="rId14"/>
    <p:sldId id="312" r:id="rId15"/>
    <p:sldId id="315" r:id="rId16"/>
    <p:sldId id="327" r:id="rId17"/>
    <p:sldId id="313" r:id="rId18"/>
    <p:sldId id="316" r:id="rId19"/>
    <p:sldId id="308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  <p15:guide id="3" orient="horz" pos="340" userDrawn="1">
          <p15:clr>
            <a:srgbClr val="A4A3A4"/>
          </p15:clr>
        </p15:guide>
        <p15:guide id="4" orient="horz" pos="3925" userDrawn="1">
          <p15:clr>
            <a:srgbClr val="A4A3A4"/>
          </p15:clr>
        </p15:guide>
        <p15:guide id="5" pos="325" userDrawn="1">
          <p15:clr>
            <a:srgbClr val="A4A3A4"/>
          </p15:clr>
        </p15:guide>
        <p15:guide id="6" pos="73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A898"/>
    <a:srgbClr val="66BAAB"/>
    <a:srgbClr val="7AC0B5"/>
    <a:srgbClr val="F9F9F8"/>
    <a:srgbClr val="FFA52D"/>
    <a:srgbClr val="FF8C15"/>
    <a:srgbClr val="FE910F"/>
    <a:srgbClr val="0638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71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66" y="393"/>
      </p:cViewPr>
      <p:guideLst>
        <p:guide orient="horz" pos="2160"/>
        <p:guide pos="3838"/>
        <p:guide orient="horz" pos="340"/>
        <p:guide orient="horz" pos="3925"/>
        <p:guide pos="325"/>
        <p:guide pos="73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（进阶设计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（进阶设计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2.svg"/><Relationship Id="rId2" Type="http://schemas.openxmlformats.org/officeDocument/2006/relationships/tags" Target="../tags/tag2.xml"/><Relationship Id="rId16" Type="http://schemas.openxmlformats.org/officeDocument/2006/relationships/image" Target="../media/image3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15937" y="1683667"/>
            <a:ext cx="8886480" cy="1260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chemeClr val="bg1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16</a:t>
            </a:r>
            <a:r>
              <a:rPr lang="zh-CN" altLang="en-US" sz="6000" dirty="0">
                <a:solidFill>
                  <a:schemeClr val="bg1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位</a:t>
            </a:r>
            <a:r>
              <a:rPr lang="en-US" altLang="zh-CN" sz="6000" dirty="0">
                <a:solidFill>
                  <a:schemeClr val="bg1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CPU</a:t>
            </a:r>
            <a:r>
              <a:rPr lang="zh-CN" altLang="en-US" sz="6000" dirty="0">
                <a:solidFill>
                  <a:schemeClr val="bg1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实现累加累乘</a:t>
            </a:r>
          </a:p>
          <a:p>
            <a:endParaRPr lang="en-US" altLang="zh-C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3" y="549275"/>
            <a:ext cx="2831940" cy="52035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42670" y="4941570"/>
            <a:ext cx="40551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宋体" pitchFamily="2" charset="-122"/>
                <a:ea typeface="宋体" pitchFamily="2" charset="-122"/>
                <a:cs typeface="宋体" pitchFamily="2" charset="-122"/>
              </a:rPr>
              <a:t>汇报人：张宇轩</a:t>
            </a:r>
            <a:r>
              <a:rPr lang="en-US" altLang="zh-CN" sz="2400">
                <a:latin typeface="宋体" pitchFamily="2" charset="-122"/>
                <a:ea typeface="宋体" pitchFamily="2" charset="-122"/>
                <a:cs typeface="宋体" pitchFamily="2" charset="-122"/>
              </a:rPr>
              <a:t> </a:t>
            </a:r>
            <a:r>
              <a:rPr lang="zh-CN" altLang="en-US" sz="2400">
                <a:latin typeface="宋体" pitchFamily="2" charset="-122"/>
                <a:ea typeface="宋体" pitchFamily="2" charset="-122"/>
                <a:cs typeface="宋体" pitchFamily="2" charset="-122"/>
              </a:rPr>
              <a:t>邓卜凡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6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sp>
        <p:nvSpPr>
          <p:cNvPr id="12" name="椭圆 11"/>
          <p:cNvSpPr/>
          <p:nvPr>
            <p:custDataLst>
              <p:tags r:id="rId1"/>
            </p:custDataLst>
          </p:nvPr>
        </p:nvSpPr>
        <p:spPr>
          <a:xfrm>
            <a:off x="3682226" y="2541930"/>
            <a:ext cx="2499360" cy="2499360"/>
          </a:xfrm>
          <a:prstGeom prst="ellipse">
            <a:avLst/>
          </a:prstGeom>
          <a:noFill/>
          <a:ln w="19050">
            <a:gradFill>
              <a:gsLst>
                <a:gs pos="53000">
                  <a:srgbClr val="4AA898"/>
                </a:gs>
                <a:gs pos="0">
                  <a:srgbClr val="7AC0B5"/>
                </a:gs>
                <a:gs pos="100000">
                  <a:srgbClr val="66BAAB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505200" y="910248"/>
            <a:ext cx="518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rgbClr val="06383C"/>
                </a:solidFill>
                <a:latin typeface="Arial Black" panose="020B0A04020102020204" pitchFamily="34" charset="0"/>
              </a:rPr>
              <a:t>CATALOGUE</a:t>
            </a:r>
          </a:p>
        </p:txBody>
      </p:sp>
      <p:sp>
        <p:nvSpPr>
          <p:cNvPr id="55" name="任意多边形: 形状 54"/>
          <p:cNvSpPr/>
          <p:nvPr/>
        </p:nvSpPr>
        <p:spPr>
          <a:xfrm rot="2538333">
            <a:off x="-1791458" y="2989510"/>
            <a:ext cx="4479127" cy="3636099"/>
          </a:xfrm>
          <a:custGeom>
            <a:avLst/>
            <a:gdLst>
              <a:gd name="connsiteX0" fmla="*/ 0 w 4479127"/>
              <a:gd name="connsiteY0" fmla="*/ 23029 h 3636099"/>
              <a:gd name="connsiteX1" fmla="*/ 21223 w 4479127"/>
              <a:gd name="connsiteY1" fmla="*/ 10768 h 3636099"/>
              <a:gd name="connsiteX2" fmla="*/ 93677 w 4479127"/>
              <a:gd name="connsiteY2" fmla="*/ 168 h 3636099"/>
              <a:gd name="connsiteX3" fmla="*/ 2029953 w 4479127"/>
              <a:gd name="connsiteY3" fmla="*/ 2008658 h 3636099"/>
              <a:gd name="connsiteX4" fmla="*/ 4103659 w 4479127"/>
              <a:gd name="connsiteY4" fmla="*/ 2247582 h 3636099"/>
              <a:gd name="connsiteX5" fmla="*/ 4451461 w 4479127"/>
              <a:gd name="connsiteY5" fmla="*/ 2519375 h 3636099"/>
              <a:gd name="connsiteX6" fmla="*/ 4479127 w 4479127"/>
              <a:gd name="connsiteY6" fmla="*/ 2552300 h 3636099"/>
              <a:gd name="connsiteX7" fmla="*/ 3288279 w 4479127"/>
              <a:gd name="connsiteY7" fmla="*/ 3636099 h 3636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79127" h="3636099">
                <a:moveTo>
                  <a:pt x="0" y="23029"/>
                </a:moveTo>
                <a:lnTo>
                  <a:pt x="21223" y="10768"/>
                </a:lnTo>
                <a:cubicBezTo>
                  <a:pt x="43536" y="2865"/>
                  <a:pt x="67633" y="-860"/>
                  <a:pt x="93677" y="168"/>
                </a:cubicBezTo>
                <a:cubicBezTo>
                  <a:pt x="2527130" y="96156"/>
                  <a:pt x="1361623" y="1634089"/>
                  <a:pt x="2029953" y="2008658"/>
                </a:cubicBezTo>
                <a:cubicBezTo>
                  <a:pt x="2698283" y="2383227"/>
                  <a:pt x="3562925" y="1989632"/>
                  <a:pt x="4103659" y="2247582"/>
                </a:cubicBezTo>
                <a:cubicBezTo>
                  <a:pt x="4238842" y="2312069"/>
                  <a:pt x="4351495" y="2407656"/>
                  <a:pt x="4451461" y="2519375"/>
                </a:cubicBezTo>
                <a:lnTo>
                  <a:pt x="4479127" y="2552300"/>
                </a:lnTo>
                <a:lnTo>
                  <a:pt x="3288279" y="3636099"/>
                </a:ln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6" name="任意多边形: 形状 55"/>
          <p:cNvSpPr/>
          <p:nvPr/>
        </p:nvSpPr>
        <p:spPr>
          <a:xfrm rot="14336173">
            <a:off x="9818346" y="3287761"/>
            <a:ext cx="3700397" cy="3451215"/>
          </a:xfrm>
          <a:custGeom>
            <a:avLst/>
            <a:gdLst>
              <a:gd name="connsiteX0" fmla="*/ 3700397 w 3700397"/>
              <a:gd name="connsiteY0" fmla="*/ 3451215 h 3451215"/>
              <a:gd name="connsiteX1" fmla="*/ 0 w 3700397"/>
              <a:gd name="connsiteY1" fmla="*/ 1222182 h 3451215"/>
              <a:gd name="connsiteX2" fmla="*/ 736214 w 3700397"/>
              <a:gd name="connsiteY2" fmla="*/ 0 h 3451215"/>
              <a:gd name="connsiteX3" fmla="*/ 791754 w 3700397"/>
              <a:gd name="connsiteY3" fmla="*/ 30703 h 3451215"/>
              <a:gd name="connsiteX4" fmla="*/ 1416600 w 3700397"/>
              <a:gd name="connsiteY4" fmla="*/ 1850292 h 3451215"/>
              <a:gd name="connsiteX5" fmla="*/ 2838583 w 3700397"/>
              <a:gd name="connsiteY5" fmla="*/ 2089217 h 3451215"/>
              <a:gd name="connsiteX6" fmla="*/ 3641353 w 3700397"/>
              <a:gd name="connsiteY6" fmla="*/ 3397996 h 3451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00397" h="3451215">
                <a:moveTo>
                  <a:pt x="3700397" y="3451215"/>
                </a:moveTo>
                <a:lnTo>
                  <a:pt x="0" y="1222182"/>
                </a:lnTo>
                <a:lnTo>
                  <a:pt x="736214" y="0"/>
                </a:lnTo>
                <a:lnTo>
                  <a:pt x="791754" y="30703"/>
                </a:lnTo>
                <a:cubicBezTo>
                  <a:pt x="1502028" y="473616"/>
                  <a:pt x="1044241" y="1545955"/>
                  <a:pt x="1416600" y="1850292"/>
                </a:cubicBezTo>
                <a:cubicBezTo>
                  <a:pt x="1874887" y="2224862"/>
                  <a:pt x="2467791" y="1831267"/>
                  <a:pt x="2838583" y="2089217"/>
                </a:cubicBezTo>
                <a:cubicBezTo>
                  <a:pt x="3209375" y="2347167"/>
                  <a:pt x="3332975" y="3102697"/>
                  <a:pt x="3641353" y="3397996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>
            <p:custDataLst>
              <p:tags r:id="rId2"/>
            </p:custDataLst>
          </p:nvPr>
        </p:nvSpPr>
        <p:spPr>
          <a:xfrm>
            <a:off x="1363825" y="2538101"/>
            <a:ext cx="2503190" cy="2503190"/>
          </a:xfrm>
          <a:prstGeom prst="ellipse">
            <a:avLst/>
          </a:pr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>
            <p:custDataLst>
              <p:tags r:id="rId3"/>
            </p:custDataLst>
          </p:nvPr>
        </p:nvSpPr>
        <p:spPr>
          <a:xfrm>
            <a:off x="8315197" y="2541930"/>
            <a:ext cx="2499360" cy="2499360"/>
          </a:xfrm>
          <a:prstGeom prst="ellipse">
            <a:avLst/>
          </a:prstGeom>
          <a:noFill/>
          <a:ln w="19050">
            <a:gradFill>
              <a:gsLst>
                <a:gs pos="53000">
                  <a:srgbClr val="4AA898"/>
                </a:gs>
                <a:gs pos="0">
                  <a:srgbClr val="7AC0B5"/>
                </a:gs>
                <a:gs pos="100000">
                  <a:srgbClr val="66BAAB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4"/>
            </p:custDataLst>
          </p:nvPr>
        </p:nvSpPr>
        <p:spPr>
          <a:xfrm>
            <a:off x="1642745" y="2945130"/>
            <a:ext cx="19456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Arial Black" panose="020B0A04020102020204" pitchFamily="34" charset="0"/>
              </a:rPr>
              <a:t>01</a:t>
            </a:r>
          </a:p>
          <a:p>
            <a:pPr algn="ctr"/>
            <a:r>
              <a:rPr lang="zh-CN" alt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题目简介</a:t>
            </a:r>
          </a:p>
        </p:txBody>
      </p:sp>
      <p:sp>
        <p:nvSpPr>
          <p:cNvPr id="43" name="文本框 42"/>
          <p:cNvSpPr txBox="1"/>
          <p:nvPr>
            <p:custDataLst>
              <p:tags r:id="rId5"/>
            </p:custDataLst>
          </p:nvPr>
        </p:nvSpPr>
        <p:spPr>
          <a:xfrm>
            <a:off x="3959225" y="2945130"/>
            <a:ext cx="19456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4AA898"/>
                </a:solidFill>
                <a:latin typeface="Arial Black" panose="020B0A04020102020204" pitchFamily="34" charset="0"/>
              </a:rPr>
              <a:t>02</a:t>
            </a:r>
          </a:p>
          <a:p>
            <a:pPr algn="ctr"/>
            <a:r>
              <a:rPr lang="zh-CN" altLang="en-US" sz="3200" dirty="0">
                <a:solidFill>
                  <a:srgbClr val="4AA898"/>
                </a:solidFill>
                <a:latin typeface="Arial Black" panose="020B0A04020102020204" pitchFamily="34" charset="0"/>
              </a:rPr>
              <a:t>模块介绍</a:t>
            </a:r>
          </a:p>
        </p:txBody>
      </p:sp>
      <p:sp>
        <p:nvSpPr>
          <p:cNvPr id="53" name="文本框 52"/>
          <p:cNvSpPr txBox="1"/>
          <p:nvPr>
            <p:custDataLst>
              <p:tags r:id="rId6"/>
            </p:custDataLst>
          </p:nvPr>
        </p:nvSpPr>
        <p:spPr>
          <a:xfrm>
            <a:off x="8592185" y="2931795"/>
            <a:ext cx="19456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4AA898"/>
                </a:solidFill>
                <a:latin typeface="Arial Black" panose="020B0A04020102020204" pitchFamily="34" charset="0"/>
              </a:rPr>
              <a:t>04</a:t>
            </a:r>
          </a:p>
          <a:p>
            <a:pPr algn="ctr"/>
            <a:r>
              <a:rPr lang="zh-CN" altLang="en-US" sz="3200" dirty="0">
                <a:solidFill>
                  <a:srgbClr val="4AA898"/>
                </a:solidFill>
                <a:latin typeface="Arial Black" panose="020B0A04020102020204" pitchFamily="34" charset="0"/>
              </a:rPr>
              <a:t>视频演示</a:t>
            </a:r>
          </a:p>
        </p:txBody>
      </p:sp>
      <p:pic>
        <p:nvPicPr>
          <p:cNvPr id="59" name="图形 5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19611" y="485484"/>
            <a:ext cx="2831940" cy="520356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5363562" y="1640097"/>
            <a:ext cx="1308207" cy="328574"/>
            <a:chOff x="5363562" y="1640097"/>
            <a:chExt cx="1308207" cy="328574"/>
          </a:xfrm>
        </p:grpSpPr>
        <p:sp>
          <p:nvSpPr>
            <p:cNvPr id="58" name="矩形 57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60" name="组合 59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61" name="椭圆 60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椭圆 61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57" name="椭圆 56"/>
          <p:cNvSpPr/>
          <p:nvPr>
            <p:custDataLst>
              <p:tags r:id="rId7"/>
            </p:custDataLst>
          </p:nvPr>
        </p:nvSpPr>
        <p:spPr>
          <a:xfrm>
            <a:off x="5996797" y="2538101"/>
            <a:ext cx="2503190" cy="2503190"/>
          </a:xfrm>
          <a:prstGeom prst="ellipse">
            <a:avLst/>
          </a:pr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>
            <p:custDataLst>
              <p:tags r:id="rId8"/>
            </p:custDataLst>
          </p:nvPr>
        </p:nvSpPr>
        <p:spPr>
          <a:xfrm>
            <a:off x="6090142" y="2931805"/>
            <a:ext cx="2316438" cy="1445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Arial Black" panose="020B0A04020102020204" pitchFamily="34" charset="0"/>
              </a:rPr>
              <a:t>03</a:t>
            </a:r>
          </a:p>
          <a:p>
            <a:pPr algn="ctr"/>
            <a:r>
              <a:rPr lang="zh-CN" alt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实现与分析</a:t>
            </a:r>
          </a:p>
        </p:txBody>
      </p:sp>
      <p:grpSp>
        <p:nvGrpSpPr>
          <p:cNvPr id="39" name="组合 38"/>
          <p:cNvGrpSpPr/>
          <p:nvPr>
            <p:custDataLst>
              <p:tags r:id="rId9"/>
            </p:custDataLst>
          </p:nvPr>
        </p:nvGrpSpPr>
        <p:grpSpPr>
          <a:xfrm>
            <a:off x="4162614" y="2390762"/>
            <a:ext cx="499840" cy="499834"/>
            <a:chOff x="7719249" y="5265420"/>
            <a:chExt cx="499840" cy="499834"/>
          </a:xfrm>
        </p:grpSpPr>
        <p:sp>
          <p:nvSpPr>
            <p:cNvPr id="40" name="椭圆 39"/>
            <p:cNvSpPr/>
            <p:nvPr>
              <p:custDataLst>
                <p:tags r:id="rId13"/>
              </p:custDataLst>
            </p:nvPr>
          </p:nvSpPr>
          <p:spPr>
            <a:xfrm>
              <a:off x="7719249" y="5265420"/>
              <a:ext cx="499840" cy="499834"/>
            </a:xfrm>
            <a:prstGeom prst="ellipse">
              <a:avLst/>
            </a:prstGeom>
            <a:solidFill>
              <a:srgbClr val="7AC0B5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>
              <p:custDataLst>
                <p:tags r:id="rId14"/>
              </p:custDataLst>
            </p:nvPr>
          </p:nvSpPr>
          <p:spPr>
            <a:xfrm>
              <a:off x="7882359" y="5428527"/>
              <a:ext cx="173621" cy="173621"/>
            </a:xfrm>
            <a:prstGeom prst="ellipse">
              <a:avLst/>
            </a:pr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48" name="组合 47"/>
          <p:cNvGrpSpPr/>
          <p:nvPr>
            <p:custDataLst>
              <p:tags r:id="rId10"/>
            </p:custDataLst>
          </p:nvPr>
        </p:nvGrpSpPr>
        <p:grpSpPr>
          <a:xfrm>
            <a:off x="10072119" y="4541457"/>
            <a:ext cx="499840" cy="499834"/>
            <a:chOff x="7719249" y="5265420"/>
            <a:chExt cx="499840" cy="499834"/>
          </a:xfrm>
        </p:grpSpPr>
        <p:sp>
          <p:nvSpPr>
            <p:cNvPr id="49" name="椭圆 48"/>
            <p:cNvSpPr/>
            <p:nvPr>
              <p:custDataLst>
                <p:tags r:id="rId11"/>
              </p:custDataLst>
            </p:nvPr>
          </p:nvSpPr>
          <p:spPr>
            <a:xfrm>
              <a:off x="7719249" y="5265420"/>
              <a:ext cx="499840" cy="499834"/>
            </a:xfrm>
            <a:prstGeom prst="ellipse">
              <a:avLst/>
            </a:prstGeom>
            <a:solidFill>
              <a:srgbClr val="7AC0B5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>
              <p:custDataLst>
                <p:tags r:id="rId12"/>
              </p:custDataLst>
            </p:nvPr>
          </p:nvSpPr>
          <p:spPr>
            <a:xfrm>
              <a:off x="7882359" y="5428527"/>
              <a:ext cx="173621" cy="173621"/>
            </a:xfrm>
            <a:prstGeom prst="ellipse">
              <a:avLst/>
            </a:pr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</p:pic>
      <p:sp>
        <p:nvSpPr>
          <p:cNvPr id="13" name="文本框 12"/>
          <p:cNvSpPr txBox="1"/>
          <p:nvPr/>
        </p:nvSpPr>
        <p:spPr>
          <a:xfrm>
            <a:off x="515938" y="2022066"/>
            <a:ext cx="5181600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gradFill>
                  <a:gsLst>
                    <a:gs pos="0">
                      <a:srgbClr val="7AC0B5"/>
                    </a:gs>
                    <a:gs pos="100000">
                      <a:srgbClr val="4AA898"/>
                    </a:gs>
                  </a:gsLst>
                  <a:lin ang="2700000" scaled="0"/>
                </a:gradFill>
                <a:latin typeface="Akrobat Black" panose="00000A00000000000000" pitchFamily="50" charset="0"/>
              </a:rPr>
              <a:t>01</a:t>
            </a:r>
          </a:p>
          <a:p>
            <a:r>
              <a:rPr lang="zh-CN" altLang="en-US" sz="4000" dirty="0">
                <a:solidFill>
                  <a:srgbClr val="06383C"/>
                </a:solidFill>
                <a:latin typeface="Arial Black" panose="020B0A04020102020204" pitchFamily="34" charset="0"/>
              </a:rPr>
              <a:t>题目简介</a:t>
            </a:r>
          </a:p>
        </p:txBody>
      </p:sp>
      <p:sp>
        <p:nvSpPr>
          <p:cNvPr id="14" name="任意多边形: 形状 13"/>
          <p:cNvSpPr/>
          <p:nvPr/>
        </p:nvSpPr>
        <p:spPr>
          <a:xfrm>
            <a:off x="0" y="5725116"/>
            <a:ext cx="12192000" cy="1132885"/>
          </a:xfrm>
          <a:custGeom>
            <a:avLst/>
            <a:gdLst>
              <a:gd name="connsiteX0" fmla="*/ 9685027 w 12192000"/>
              <a:gd name="connsiteY0" fmla="*/ 99 h 1132885"/>
              <a:gd name="connsiteX1" fmla="*/ 11617411 w 12192000"/>
              <a:gd name="connsiteY1" fmla="*/ 569004 h 1132885"/>
              <a:gd name="connsiteX2" fmla="*/ 12125125 w 12192000"/>
              <a:gd name="connsiteY2" fmla="*/ 556893 h 1132885"/>
              <a:gd name="connsiteX3" fmla="*/ 12192000 w 12192000"/>
              <a:gd name="connsiteY3" fmla="*/ 548451 h 1132885"/>
              <a:gd name="connsiteX4" fmla="*/ 12192000 w 12192000"/>
              <a:gd name="connsiteY4" fmla="*/ 1132885 h 1132885"/>
              <a:gd name="connsiteX5" fmla="*/ 0 w 12192000"/>
              <a:gd name="connsiteY5" fmla="*/ 1132885 h 1132885"/>
              <a:gd name="connsiteX6" fmla="*/ 0 w 12192000"/>
              <a:gd name="connsiteY6" fmla="*/ 655684 h 1132885"/>
              <a:gd name="connsiteX7" fmla="*/ 185744 w 12192000"/>
              <a:gd name="connsiteY7" fmla="*/ 612581 h 1132885"/>
              <a:gd name="connsiteX8" fmla="*/ 1818091 w 12192000"/>
              <a:gd name="connsiteY8" fmla="*/ 386124 h 1132885"/>
              <a:gd name="connsiteX9" fmla="*/ 4088851 w 12192000"/>
              <a:gd name="connsiteY9" fmla="*/ 828084 h 1132885"/>
              <a:gd name="connsiteX10" fmla="*/ 5704291 w 12192000"/>
              <a:gd name="connsiteY10" fmla="*/ 294684 h 1132885"/>
              <a:gd name="connsiteX11" fmla="*/ 7578811 w 12192000"/>
              <a:gd name="connsiteY11" fmla="*/ 767124 h 1132885"/>
              <a:gd name="connsiteX12" fmla="*/ 9499051 w 12192000"/>
              <a:gd name="connsiteY12" fmla="*/ 5124 h 1132885"/>
              <a:gd name="connsiteX13" fmla="*/ 9685027 w 12192000"/>
              <a:gd name="connsiteY13" fmla="*/ 99 h 1132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1132885">
                <a:moveTo>
                  <a:pt x="9685027" y="99"/>
                </a:moveTo>
                <a:cubicBezTo>
                  <a:pt x="10572489" y="8071"/>
                  <a:pt x="10848267" y="492804"/>
                  <a:pt x="11617411" y="569004"/>
                </a:cubicBezTo>
                <a:cubicBezTo>
                  <a:pt x="11771240" y="584244"/>
                  <a:pt x="11943106" y="576624"/>
                  <a:pt x="12125125" y="556893"/>
                </a:cubicBezTo>
                <a:lnTo>
                  <a:pt x="12192000" y="548451"/>
                </a:lnTo>
                <a:lnTo>
                  <a:pt x="12192000" y="1132885"/>
                </a:lnTo>
                <a:lnTo>
                  <a:pt x="0" y="1132885"/>
                </a:lnTo>
                <a:lnTo>
                  <a:pt x="0" y="655684"/>
                </a:lnTo>
                <a:lnTo>
                  <a:pt x="185744" y="612581"/>
                </a:lnTo>
                <a:cubicBezTo>
                  <a:pt x="655565" y="504234"/>
                  <a:pt x="1278976" y="370884"/>
                  <a:pt x="1818091" y="386124"/>
                </a:cubicBezTo>
                <a:cubicBezTo>
                  <a:pt x="2536911" y="406444"/>
                  <a:pt x="3441151" y="843324"/>
                  <a:pt x="4088851" y="828084"/>
                </a:cubicBezTo>
                <a:cubicBezTo>
                  <a:pt x="4736552" y="812844"/>
                  <a:pt x="5122631" y="304844"/>
                  <a:pt x="5704291" y="294684"/>
                </a:cubicBezTo>
                <a:cubicBezTo>
                  <a:pt x="6285952" y="284524"/>
                  <a:pt x="6946351" y="815384"/>
                  <a:pt x="7578811" y="767124"/>
                </a:cubicBezTo>
                <a:cubicBezTo>
                  <a:pt x="8211271" y="718864"/>
                  <a:pt x="8460191" y="68624"/>
                  <a:pt x="9499051" y="5124"/>
                </a:cubicBezTo>
                <a:cubicBezTo>
                  <a:pt x="9563980" y="1155"/>
                  <a:pt x="9625863" y="-433"/>
                  <a:pt x="9685027" y="99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>
            <a:off x="6210088" y="1531551"/>
            <a:ext cx="6552294" cy="4336522"/>
          </a:xfrm>
          <a:custGeom>
            <a:avLst/>
            <a:gdLst>
              <a:gd name="connsiteX0" fmla="*/ 1089872 w 6552294"/>
              <a:gd name="connsiteY0" fmla="*/ 373449 h 4336522"/>
              <a:gd name="connsiteX1" fmla="*/ 84032 w 6552294"/>
              <a:gd name="connsiteY1" fmla="*/ 175329 h 4336522"/>
              <a:gd name="connsiteX2" fmla="*/ 3025352 w 6552294"/>
              <a:gd name="connsiteY2" fmla="*/ 2583249 h 4336522"/>
              <a:gd name="connsiteX3" fmla="*/ 6317192 w 6552294"/>
              <a:gd name="connsiteY3" fmla="*/ 4305369 h 4336522"/>
              <a:gd name="connsiteX4" fmla="*/ 6027632 w 6552294"/>
              <a:gd name="connsiteY4" fmla="*/ 3528129 h 4336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2294" h="4336522">
                <a:moveTo>
                  <a:pt x="1089872" y="373449"/>
                </a:moveTo>
                <a:cubicBezTo>
                  <a:pt x="425662" y="90239"/>
                  <a:pt x="-238548" y="-192971"/>
                  <a:pt x="84032" y="175329"/>
                </a:cubicBezTo>
                <a:cubicBezTo>
                  <a:pt x="406612" y="543629"/>
                  <a:pt x="1986492" y="1894909"/>
                  <a:pt x="3025352" y="2583249"/>
                </a:cubicBezTo>
                <a:cubicBezTo>
                  <a:pt x="4064212" y="3271589"/>
                  <a:pt x="5816812" y="4147889"/>
                  <a:pt x="6317192" y="4305369"/>
                </a:cubicBezTo>
                <a:cubicBezTo>
                  <a:pt x="6817572" y="4462849"/>
                  <a:pt x="6422602" y="3995489"/>
                  <a:pt x="6027632" y="3528129"/>
                </a:cubicBezTo>
              </a:path>
            </a:pathLst>
          </a:custGeom>
          <a:noFill/>
          <a:ln w="19050">
            <a:gradFill>
              <a:gsLst>
                <a:gs pos="53000">
                  <a:srgbClr val="4AA898"/>
                </a:gs>
                <a:gs pos="0">
                  <a:srgbClr val="7AC0B5"/>
                </a:gs>
                <a:gs pos="100000">
                  <a:srgbClr val="66BAAB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5" name="图形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611" y="485484"/>
            <a:ext cx="2831940" cy="520356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672607" y="4184786"/>
            <a:ext cx="1151538" cy="53504"/>
          </a:xfrm>
          <a:prstGeom prst="rect">
            <a:avLst/>
          </a:prstGeom>
          <a:gradFill>
            <a:gsLst>
              <a:gs pos="0">
                <a:srgbClr val="FFA62E"/>
              </a:gs>
              <a:gs pos="52000">
                <a:srgbClr val="FF8811"/>
              </a:gs>
              <a:gs pos="100000">
                <a:srgbClr val="FE970D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6379571" y="1772149"/>
            <a:ext cx="499840" cy="499834"/>
            <a:chOff x="7719249" y="5265420"/>
            <a:chExt cx="499840" cy="499834"/>
          </a:xfrm>
        </p:grpSpPr>
        <p:sp>
          <p:nvSpPr>
            <p:cNvPr id="18" name="椭圆 17"/>
            <p:cNvSpPr/>
            <p:nvPr/>
          </p:nvSpPr>
          <p:spPr>
            <a:xfrm>
              <a:off x="7719249" y="5265420"/>
              <a:ext cx="499840" cy="499834"/>
            </a:xfrm>
            <a:prstGeom prst="ellipse">
              <a:avLst/>
            </a:prstGeom>
            <a:solidFill>
              <a:srgbClr val="7AC0B5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7882359" y="5428527"/>
              <a:ext cx="173621" cy="173621"/>
            </a:xfrm>
            <a:prstGeom prst="ellipse">
              <a:avLst/>
            </a:pr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2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pic>
        <p:nvPicPr>
          <p:cNvPr id="17" name="图形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2249" y="539282"/>
            <a:ext cx="51816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rgbClr val="06383C"/>
                </a:solidFill>
                <a:latin typeface="Arial Black" panose="020B0A04020102020204" pitchFamily="34" charset="0"/>
              </a:rPr>
              <a:t>题目简介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515938" y="1279124"/>
            <a:ext cx="1308207" cy="328574"/>
            <a:chOff x="5363562" y="1640097"/>
            <a:chExt cx="1308207" cy="328574"/>
          </a:xfrm>
        </p:grpSpPr>
        <p:sp>
          <p:nvSpPr>
            <p:cNvPr id="21" name="矩形 20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64895" y="2649220"/>
            <a:ext cx="10534650" cy="139065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2800" dirty="0">
                <a:latin typeface="宋体" pitchFamily="2" charset="-122"/>
                <a:ea typeface="宋体" pitchFamily="2" charset="-122"/>
                <a:cs typeface="宋体" pitchFamily="2" charset="-122"/>
              </a:rPr>
              <a:t>使用</a:t>
            </a:r>
            <a:r>
              <a:rPr lang="en-US" altLang="zh-CN" sz="2800" dirty="0">
                <a:latin typeface="宋体" pitchFamily="2" charset="-122"/>
                <a:ea typeface="宋体" pitchFamily="2" charset="-122"/>
                <a:cs typeface="宋体" pitchFamily="2" charset="-122"/>
              </a:rPr>
              <a:t>Xilinx </a:t>
            </a:r>
            <a:r>
              <a:rPr lang="en-US" altLang="zh-CN" sz="2800" dirty="0" err="1">
                <a:latin typeface="宋体" pitchFamily="2" charset="-122"/>
                <a:ea typeface="宋体" pitchFamily="2" charset="-122"/>
                <a:cs typeface="宋体" pitchFamily="2" charset="-122"/>
              </a:rPr>
              <a:t>Vivado</a:t>
            </a:r>
            <a:r>
              <a:rPr lang="zh-CN" altLang="en-US" sz="2800" dirty="0">
                <a:latin typeface="宋体" pitchFamily="2" charset="-122"/>
                <a:ea typeface="宋体" pitchFamily="2" charset="-122"/>
                <a:cs typeface="宋体" pitchFamily="2" charset="-122"/>
              </a:rPr>
              <a:t>在</a:t>
            </a:r>
            <a:r>
              <a:rPr lang="en-US" altLang="zh-CN" sz="2800" dirty="0">
                <a:latin typeface="宋体" pitchFamily="2" charset="-122"/>
                <a:ea typeface="宋体" pitchFamily="2" charset="-122"/>
                <a:cs typeface="宋体" pitchFamily="2" charset="-122"/>
              </a:rPr>
              <a:t>VHDL</a:t>
            </a:r>
            <a:r>
              <a:rPr lang="zh-CN" altLang="en-US" sz="2800" dirty="0">
                <a:latin typeface="宋体" pitchFamily="2" charset="-122"/>
                <a:ea typeface="宋体" pitchFamily="2" charset="-122"/>
                <a:cs typeface="宋体" pitchFamily="2" charset="-122"/>
              </a:rPr>
              <a:t>中设计一个简单的</a:t>
            </a:r>
            <a:r>
              <a:rPr lang="en-US" altLang="zh-CN" sz="2800" dirty="0">
                <a:latin typeface="宋体" pitchFamily="2" charset="-122"/>
                <a:ea typeface="宋体" pitchFamily="2" charset="-122"/>
                <a:cs typeface="宋体" pitchFamily="2" charset="-122"/>
              </a:rPr>
              <a:t>16</a:t>
            </a:r>
            <a:r>
              <a:rPr lang="zh-CN" altLang="en-US" sz="2800" dirty="0">
                <a:latin typeface="宋体" pitchFamily="2" charset="-122"/>
                <a:ea typeface="宋体" pitchFamily="2" charset="-122"/>
                <a:cs typeface="宋体" pitchFamily="2" charset="-122"/>
              </a:rPr>
              <a:t>位</a:t>
            </a:r>
            <a:r>
              <a:rPr lang="en-US" altLang="zh-CN" sz="2800" dirty="0">
                <a:latin typeface="宋体" pitchFamily="2" charset="-122"/>
                <a:ea typeface="宋体" pitchFamily="2" charset="-122"/>
                <a:cs typeface="宋体" pitchFamily="2" charset="-122"/>
              </a:rPr>
              <a:t>CPU</a:t>
            </a:r>
            <a:r>
              <a:rPr lang="zh-CN" altLang="en-US" sz="2800" dirty="0">
                <a:latin typeface="宋体" pitchFamily="2" charset="-122"/>
                <a:ea typeface="宋体" pitchFamily="2" charset="-122"/>
                <a:cs typeface="宋体" pitchFamily="2" charset="-122"/>
              </a:rPr>
              <a:t>。</a:t>
            </a:r>
          </a:p>
          <a:p>
            <a:r>
              <a:rPr lang="zh-CN" altLang="en-US" sz="2800" dirty="0">
                <a:latin typeface="宋体" pitchFamily="2" charset="-122"/>
                <a:ea typeface="宋体" pitchFamily="2" charset="-122"/>
                <a:cs typeface="宋体" pitchFamily="2" charset="-122"/>
              </a:rPr>
              <a:t>模拟</a:t>
            </a:r>
            <a:r>
              <a:rPr lang="en-US" altLang="zh-CN" sz="2800" dirty="0">
                <a:latin typeface="宋体" pitchFamily="2" charset="-122"/>
                <a:ea typeface="宋体" pitchFamily="2" charset="-122"/>
                <a:cs typeface="宋体" pitchFamily="2" charset="-122"/>
              </a:rPr>
              <a:t>CPU</a:t>
            </a:r>
            <a:r>
              <a:rPr lang="zh-CN" altLang="en-US" sz="2800" dirty="0">
                <a:latin typeface="宋体" pitchFamily="2" charset="-122"/>
                <a:ea typeface="宋体" pitchFamily="2" charset="-122"/>
                <a:cs typeface="宋体" pitchFamily="2" charset="-122"/>
              </a:rPr>
              <a:t>执行汇编语言的过程，计算</a:t>
            </a:r>
            <a:r>
              <a:rPr lang="en-US" altLang="zh-CN" sz="2800" dirty="0">
                <a:latin typeface="宋体" pitchFamily="2" charset="-122"/>
                <a:ea typeface="宋体" pitchFamily="2" charset="-122"/>
                <a:cs typeface="宋体" pitchFamily="2" charset="-122"/>
              </a:rPr>
              <a:t>1</a:t>
            </a:r>
            <a:r>
              <a:rPr lang="zh-CN" altLang="en-US" sz="2800" dirty="0">
                <a:latin typeface="宋体" pitchFamily="2" charset="-122"/>
                <a:ea typeface="宋体" pitchFamily="2" charset="-122"/>
                <a:cs typeface="宋体" pitchFamily="2" charset="-122"/>
              </a:rPr>
              <a:t>到</a:t>
            </a:r>
            <a:r>
              <a:rPr lang="en-US" altLang="zh-CN" sz="2800" dirty="0">
                <a:latin typeface="宋体" pitchFamily="2" charset="-122"/>
                <a:ea typeface="宋体" pitchFamily="2" charset="-122"/>
                <a:cs typeface="宋体" pitchFamily="2" charset="-122"/>
              </a:rPr>
              <a:t>N</a:t>
            </a:r>
            <a:r>
              <a:rPr lang="zh-CN" altLang="en-US" sz="2800" dirty="0">
                <a:latin typeface="宋体" pitchFamily="2" charset="-122"/>
                <a:ea typeface="宋体" pitchFamily="2" charset="-122"/>
                <a:cs typeface="宋体" pitchFamily="2" charset="-122"/>
              </a:rPr>
              <a:t>的累加结果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</p:pic>
      <p:sp>
        <p:nvSpPr>
          <p:cNvPr id="13" name="文本框 12"/>
          <p:cNvSpPr txBox="1"/>
          <p:nvPr/>
        </p:nvSpPr>
        <p:spPr>
          <a:xfrm>
            <a:off x="515938" y="2022066"/>
            <a:ext cx="5181600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gradFill>
                  <a:gsLst>
                    <a:gs pos="0">
                      <a:srgbClr val="7AC0B5"/>
                    </a:gs>
                    <a:gs pos="100000">
                      <a:srgbClr val="4AA898"/>
                    </a:gs>
                  </a:gsLst>
                  <a:lin ang="2700000" scaled="0"/>
                </a:gradFill>
                <a:latin typeface="Akrobat Black" panose="00000A00000000000000" pitchFamily="50" charset="0"/>
              </a:rPr>
              <a:t>02</a:t>
            </a:r>
          </a:p>
          <a:p>
            <a:r>
              <a:rPr lang="zh-CN" altLang="en-US" sz="4000" dirty="0">
                <a:solidFill>
                  <a:srgbClr val="06383C"/>
                </a:solidFill>
                <a:latin typeface="Arial Black" panose="020B0A04020102020204" pitchFamily="34" charset="0"/>
              </a:rPr>
              <a:t>模块介绍</a:t>
            </a:r>
          </a:p>
        </p:txBody>
      </p:sp>
      <p:sp>
        <p:nvSpPr>
          <p:cNvPr id="14" name="任意多边形: 形状 13"/>
          <p:cNvSpPr/>
          <p:nvPr/>
        </p:nvSpPr>
        <p:spPr>
          <a:xfrm>
            <a:off x="0" y="5725116"/>
            <a:ext cx="12192000" cy="1132885"/>
          </a:xfrm>
          <a:custGeom>
            <a:avLst/>
            <a:gdLst>
              <a:gd name="connsiteX0" fmla="*/ 9685027 w 12192000"/>
              <a:gd name="connsiteY0" fmla="*/ 99 h 1132885"/>
              <a:gd name="connsiteX1" fmla="*/ 11617411 w 12192000"/>
              <a:gd name="connsiteY1" fmla="*/ 569004 h 1132885"/>
              <a:gd name="connsiteX2" fmla="*/ 12125125 w 12192000"/>
              <a:gd name="connsiteY2" fmla="*/ 556893 h 1132885"/>
              <a:gd name="connsiteX3" fmla="*/ 12192000 w 12192000"/>
              <a:gd name="connsiteY3" fmla="*/ 548451 h 1132885"/>
              <a:gd name="connsiteX4" fmla="*/ 12192000 w 12192000"/>
              <a:gd name="connsiteY4" fmla="*/ 1132885 h 1132885"/>
              <a:gd name="connsiteX5" fmla="*/ 0 w 12192000"/>
              <a:gd name="connsiteY5" fmla="*/ 1132885 h 1132885"/>
              <a:gd name="connsiteX6" fmla="*/ 0 w 12192000"/>
              <a:gd name="connsiteY6" fmla="*/ 655684 h 1132885"/>
              <a:gd name="connsiteX7" fmla="*/ 185744 w 12192000"/>
              <a:gd name="connsiteY7" fmla="*/ 612581 h 1132885"/>
              <a:gd name="connsiteX8" fmla="*/ 1818091 w 12192000"/>
              <a:gd name="connsiteY8" fmla="*/ 386124 h 1132885"/>
              <a:gd name="connsiteX9" fmla="*/ 4088851 w 12192000"/>
              <a:gd name="connsiteY9" fmla="*/ 828084 h 1132885"/>
              <a:gd name="connsiteX10" fmla="*/ 5704291 w 12192000"/>
              <a:gd name="connsiteY10" fmla="*/ 294684 h 1132885"/>
              <a:gd name="connsiteX11" fmla="*/ 7578811 w 12192000"/>
              <a:gd name="connsiteY11" fmla="*/ 767124 h 1132885"/>
              <a:gd name="connsiteX12" fmla="*/ 9499051 w 12192000"/>
              <a:gd name="connsiteY12" fmla="*/ 5124 h 1132885"/>
              <a:gd name="connsiteX13" fmla="*/ 9685027 w 12192000"/>
              <a:gd name="connsiteY13" fmla="*/ 99 h 1132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1132885">
                <a:moveTo>
                  <a:pt x="9685027" y="99"/>
                </a:moveTo>
                <a:cubicBezTo>
                  <a:pt x="10572489" y="8071"/>
                  <a:pt x="10848267" y="492804"/>
                  <a:pt x="11617411" y="569004"/>
                </a:cubicBezTo>
                <a:cubicBezTo>
                  <a:pt x="11771240" y="584244"/>
                  <a:pt x="11943106" y="576624"/>
                  <a:pt x="12125125" y="556893"/>
                </a:cubicBezTo>
                <a:lnTo>
                  <a:pt x="12192000" y="548451"/>
                </a:lnTo>
                <a:lnTo>
                  <a:pt x="12192000" y="1132885"/>
                </a:lnTo>
                <a:lnTo>
                  <a:pt x="0" y="1132885"/>
                </a:lnTo>
                <a:lnTo>
                  <a:pt x="0" y="655684"/>
                </a:lnTo>
                <a:lnTo>
                  <a:pt x="185744" y="612581"/>
                </a:lnTo>
                <a:cubicBezTo>
                  <a:pt x="655565" y="504234"/>
                  <a:pt x="1278976" y="370884"/>
                  <a:pt x="1818091" y="386124"/>
                </a:cubicBezTo>
                <a:cubicBezTo>
                  <a:pt x="2536911" y="406444"/>
                  <a:pt x="3441151" y="843324"/>
                  <a:pt x="4088851" y="828084"/>
                </a:cubicBezTo>
                <a:cubicBezTo>
                  <a:pt x="4736552" y="812844"/>
                  <a:pt x="5122631" y="304844"/>
                  <a:pt x="5704291" y="294684"/>
                </a:cubicBezTo>
                <a:cubicBezTo>
                  <a:pt x="6285952" y="284524"/>
                  <a:pt x="6946351" y="815384"/>
                  <a:pt x="7578811" y="767124"/>
                </a:cubicBezTo>
                <a:cubicBezTo>
                  <a:pt x="8211271" y="718864"/>
                  <a:pt x="8460191" y="68624"/>
                  <a:pt x="9499051" y="5124"/>
                </a:cubicBezTo>
                <a:cubicBezTo>
                  <a:pt x="9563980" y="1155"/>
                  <a:pt x="9625863" y="-433"/>
                  <a:pt x="9685027" y="99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>
            <a:off x="6210088" y="1531551"/>
            <a:ext cx="6552294" cy="4336522"/>
          </a:xfrm>
          <a:custGeom>
            <a:avLst/>
            <a:gdLst>
              <a:gd name="connsiteX0" fmla="*/ 1089872 w 6552294"/>
              <a:gd name="connsiteY0" fmla="*/ 373449 h 4336522"/>
              <a:gd name="connsiteX1" fmla="*/ 84032 w 6552294"/>
              <a:gd name="connsiteY1" fmla="*/ 175329 h 4336522"/>
              <a:gd name="connsiteX2" fmla="*/ 3025352 w 6552294"/>
              <a:gd name="connsiteY2" fmla="*/ 2583249 h 4336522"/>
              <a:gd name="connsiteX3" fmla="*/ 6317192 w 6552294"/>
              <a:gd name="connsiteY3" fmla="*/ 4305369 h 4336522"/>
              <a:gd name="connsiteX4" fmla="*/ 6027632 w 6552294"/>
              <a:gd name="connsiteY4" fmla="*/ 3528129 h 4336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2294" h="4336522">
                <a:moveTo>
                  <a:pt x="1089872" y="373449"/>
                </a:moveTo>
                <a:cubicBezTo>
                  <a:pt x="425662" y="90239"/>
                  <a:pt x="-238548" y="-192971"/>
                  <a:pt x="84032" y="175329"/>
                </a:cubicBezTo>
                <a:cubicBezTo>
                  <a:pt x="406612" y="543629"/>
                  <a:pt x="1986492" y="1894909"/>
                  <a:pt x="3025352" y="2583249"/>
                </a:cubicBezTo>
                <a:cubicBezTo>
                  <a:pt x="4064212" y="3271589"/>
                  <a:pt x="5816812" y="4147889"/>
                  <a:pt x="6317192" y="4305369"/>
                </a:cubicBezTo>
                <a:cubicBezTo>
                  <a:pt x="6817572" y="4462849"/>
                  <a:pt x="6422602" y="3995489"/>
                  <a:pt x="6027632" y="3528129"/>
                </a:cubicBezTo>
              </a:path>
            </a:pathLst>
          </a:custGeom>
          <a:noFill/>
          <a:ln w="19050">
            <a:gradFill>
              <a:gsLst>
                <a:gs pos="53000">
                  <a:srgbClr val="4AA898"/>
                </a:gs>
                <a:gs pos="0">
                  <a:srgbClr val="7AC0B5"/>
                </a:gs>
                <a:gs pos="100000">
                  <a:srgbClr val="66BAAB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5" name="图形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611" y="485484"/>
            <a:ext cx="2831940" cy="520356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672607" y="4184786"/>
            <a:ext cx="1151538" cy="53504"/>
          </a:xfrm>
          <a:prstGeom prst="rect">
            <a:avLst/>
          </a:prstGeom>
          <a:gradFill>
            <a:gsLst>
              <a:gs pos="0">
                <a:srgbClr val="FFA62E"/>
              </a:gs>
              <a:gs pos="52000">
                <a:srgbClr val="FF8811"/>
              </a:gs>
              <a:gs pos="100000">
                <a:srgbClr val="FE970D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6379571" y="1772149"/>
            <a:ext cx="499840" cy="499834"/>
            <a:chOff x="7719249" y="5265420"/>
            <a:chExt cx="499840" cy="499834"/>
          </a:xfrm>
        </p:grpSpPr>
        <p:sp>
          <p:nvSpPr>
            <p:cNvPr id="18" name="椭圆 17"/>
            <p:cNvSpPr/>
            <p:nvPr/>
          </p:nvSpPr>
          <p:spPr>
            <a:xfrm>
              <a:off x="7719249" y="5265420"/>
              <a:ext cx="499840" cy="499834"/>
            </a:xfrm>
            <a:prstGeom prst="ellipse">
              <a:avLst/>
            </a:prstGeom>
            <a:solidFill>
              <a:srgbClr val="7AC0B5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7882359" y="5428527"/>
              <a:ext cx="173621" cy="173621"/>
            </a:xfrm>
            <a:prstGeom prst="ellipse">
              <a:avLst/>
            </a:pr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2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pic>
        <p:nvPicPr>
          <p:cNvPr id="17" name="图形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2249" y="539282"/>
            <a:ext cx="51816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rgbClr val="06383C"/>
                </a:solidFill>
                <a:latin typeface="Arial Black" panose="020B0A04020102020204" pitchFamily="34" charset="0"/>
              </a:rPr>
              <a:t>模块化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515938" y="1279124"/>
            <a:ext cx="1308207" cy="328574"/>
            <a:chOff x="5363562" y="1640097"/>
            <a:chExt cx="1308207" cy="328574"/>
          </a:xfrm>
        </p:grpSpPr>
        <p:sp>
          <p:nvSpPr>
            <p:cNvPr id="21" name="矩形 20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12271" y="1731166"/>
            <a:ext cx="8758786" cy="2550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Top-Level Module: CPU </a:t>
            </a:r>
          </a:p>
          <a:p>
            <a:r>
              <a:rPr lang="en-US" altLang="zh-CN" sz="2400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Submodules: </a:t>
            </a:r>
          </a:p>
          <a:p>
            <a:r>
              <a:rPr lang="en-US" altLang="zh-CN" sz="2400" b="1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PC Unit</a:t>
            </a:r>
            <a:r>
              <a:rPr lang="en-US" altLang="zh-CN" sz="2400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: Provides instruction addresses and handles branching. </a:t>
            </a:r>
          </a:p>
          <a:p>
            <a:r>
              <a:rPr lang="en-US" altLang="zh-CN" sz="2400" b="1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RAM</a:t>
            </a:r>
            <a:r>
              <a:rPr lang="en-US" altLang="zh-CN" sz="2400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: Stores instructions and data. </a:t>
            </a:r>
          </a:p>
          <a:p>
            <a:r>
              <a:rPr lang="en-US" altLang="zh-CN" sz="2400" b="1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Decoder</a:t>
            </a:r>
            <a:r>
              <a:rPr lang="en-US" altLang="zh-CN" sz="2400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: Interprets instructions and generates control signals. </a:t>
            </a:r>
          </a:p>
          <a:p>
            <a:r>
              <a:rPr lang="en-US" altLang="zh-CN" sz="2400" b="1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Control Unit</a:t>
            </a:r>
            <a:r>
              <a:rPr lang="en-US" altLang="zh-CN" sz="2400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: Orchestrates each stage’s execution in sequence. </a:t>
            </a:r>
          </a:p>
          <a:p>
            <a:r>
              <a:rPr lang="en-US" altLang="zh-CN" sz="2400" b="1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Register File</a:t>
            </a:r>
            <a:r>
              <a:rPr lang="en-US" altLang="zh-CN" sz="2400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: Holds operands and stores results. </a:t>
            </a:r>
          </a:p>
          <a:p>
            <a:r>
              <a:rPr lang="en-US" altLang="zh-CN" sz="2400" b="1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ALU</a:t>
            </a:r>
            <a:r>
              <a:rPr lang="en-US" altLang="zh-CN" sz="2400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: Executes arithmetic and logic operations. </a:t>
            </a:r>
          </a:p>
        </p:txBody>
      </p:sp>
      <p:pic>
        <p:nvPicPr>
          <p:cNvPr id="3" name="图片 2" descr="upload_post_object_v2_312933369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744" y="4786508"/>
            <a:ext cx="5499054" cy="19271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2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pic>
        <p:nvPicPr>
          <p:cNvPr id="17" name="图形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2249" y="539282"/>
            <a:ext cx="51816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rgbClr val="06383C"/>
                </a:solidFill>
                <a:latin typeface="Arial Black" panose="020B0A04020102020204" pitchFamily="34" charset="0"/>
              </a:rPr>
              <a:t>REGISTER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515938" y="1279124"/>
            <a:ext cx="1308207" cy="328574"/>
            <a:chOff x="5363562" y="1640097"/>
            <a:chExt cx="1308207" cy="328574"/>
          </a:xfrm>
        </p:grpSpPr>
        <p:sp>
          <p:nvSpPr>
            <p:cNvPr id="21" name="矩形 20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271" y="2117580"/>
            <a:ext cx="6147279" cy="298417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439119" y="2059119"/>
            <a:ext cx="4898510" cy="33839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400" dirty="0">
                <a:latin typeface="宋体" pitchFamily="2" charset="-122"/>
                <a:ea typeface="宋体" pitchFamily="2" charset="-122"/>
                <a:cs typeface="宋体" pitchFamily="2" charset="-122"/>
              </a:rPr>
              <a:t>寄存器文件以</a:t>
            </a:r>
            <a:r>
              <a:rPr lang="en-US" altLang="zh-CN" sz="2400" dirty="0">
                <a:latin typeface="宋体" pitchFamily="2" charset="-122"/>
                <a:ea typeface="宋体" pitchFamily="2" charset="-122"/>
                <a:cs typeface="宋体" pitchFamily="2" charset="-122"/>
              </a:rPr>
              <a:t>8</a:t>
            </a:r>
            <a:r>
              <a:rPr lang="zh-CN" altLang="en-US" sz="2400" dirty="0">
                <a:latin typeface="宋体" pitchFamily="2" charset="-122"/>
                <a:ea typeface="宋体" pitchFamily="2" charset="-122"/>
                <a:cs typeface="宋体" pitchFamily="2" charset="-122"/>
              </a:rPr>
              <a:t>个</a:t>
            </a:r>
            <a:r>
              <a:rPr lang="en-US" altLang="zh-CN" sz="2400" dirty="0">
                <a:latin typeface="宋体" pitchFamily="2" charset="-122"/>
                <a:ea typeface="宋体" pitchFamily="2" charset="-122"/>
                <a:cs typeface="宋体" pitchFamily="2" charset="-122"/>
              </a:rPr>
              <a:t>16</a:t>
            </a:r>
            <a:r>
              <a:rPr lang="zh-CN" altLang="en-US" sz="2400" dirty="0">
                <a:latin typeface="宋体" pitchFamily="2" charset="-122"/>
                <a:ea typeface="宋体" pitchFamily="2" charset="-122"/>
                <a:cs typeface="宋体" pitchFamily="2" charset="-122"/>
              </a:rPr>
              <a:t>位值的寄存器的形式出现。寄存器文件存储</a:t>
            </a:r>
            <a:r>
              <a:rPr lang="en-US" altLang="zh-CN" sz="2400" dirty="0">
                <a:latin typeface="宋体" pitchFamily="2" charset="-122"/>
                <a:ea typeface="宋体" pitchFamily="2" charset="-122"/>
                <a:cs typeface="宋体" pitchFamily="2" charset="-122"/>
              </a:rPr>
              <a:t>CPU</a:t>
            </a:r>
            <a:r>
              <a:rPr lang="zh-CN" altLang="en-US" sz="2400" dirty="0">
                <a:latin typeface="宋体" pitchFamily="2" charset="-122"/>
                <a:ea typeface="宋体" pitchFamily="2" charset="-122"/>
                <a:cs typeface="宋体" pitchFamily="2" charset="-122"/>
              </a:rPr>
              <a:t>需要快速访问的少量数据。它保存指令的操作数并存储计算结果。</a:t>
            </a:r>
          </a:p>
          <a:p>
            <a:r>
              <a:rPr lang="en-US" altLang="zh-CN" sz="2400" dirty="0" err="1">
                <a:latin typeface="宋体" pitchFamily="2" charset="-122"/>
                <a:ea typeface="宋体" pitchFamily="2" charset="-122"/>
                <a:cs typeface="宋体" pitchFamily="2" charset="-122"/>
              </a:rPr>
              <a:t>clk</a:t>
            </a:r>
            <a:r>
              <a:rPr lang="zh-CN" altLang="en-US" sz="2400" dirty="0">
                <a:latin typeface="宋体" pitchFamily="2" charset="-122"/>
                <a:ea typeface="宋体" pitchFamily="2" charset="-122"/>
                <a:cs typeface="宋体" pitchFamily="2" charset="-122"/>
              </a:rPr>
              <a:t>和</a:t>
            </a:r>
            <a:r>
              <a:rPr lang="en-US" altLang="zh-CN" sz="2400" dirty="0">
                <a:latin typeface="宋体" pitchFamily="2" charset="-122"/>
                <a:ea typeface="宋体" pitchFamily="2" charset="-122"/>
                <a:cs typeface="宋体" pitchFamily="2" charset="-122"/>
              </a:rPr>
              <a:t>enable</a:t>
            </a:r>
            <a:r>
              <a:rPr lang="zh-CN" altLang="en-US" sz="2400" dirty="0">
                <a:latin typeface="宋体" pitchFamily="2" charset="-122"/>
                <a:ea typeface="宋体" pitchFamily="2" charset="-122"/>
                <a:cs typeface="宋体" pitchFamily="2" charset="-122"/>
              </a:rPr>
              <a:t>位是控制寄存器文件基本操作的输入。</a:t>
            </a:r>
          </a:p>
          <a:p>
            <a:r>
              <a:rPr lang="zh-CN" altLang="en-US" sz="2400" dirty="0">
                <a:latin typeface="宋体" pitchFamily="2" charset="-122"/>
                <a:ea typeface="宋体" pitchFamily="2" charset="-122"/>
                <a:cs typeface="宋体" pitchFamily="2" charset="-122"/>
              </a:rPr>
              <a:t>我们有</a:t>
            </a:r>
            <a:r>
              <a:rPr lang="en-US" altLang="zh-CN" sz="2400" dirty="0" err="1">
                <a:latin typeface="宋体" pitchFamily="2" charset="-122"/>
                <a:ea typeface="宋体" pitchFamily="2" charset="-122"/>
                <a:cs typeface="宋体" pitchFamily="2" charset="-122"/>
              </a:rPr>
              <a:t>write_enable</a:t>
            </a:r>
            <a:r>
              <a:rPr lang="zh-CN" altLang="en-US" sz="2400" dirty="0">
                <a:latin typeface="宋体" pitchFamily="2" charset="-122"/>
                <a:ea typeface="宋体" pitchFamily="2" charset="-122"/>
                <a:cs typeface="宋体" pitchFamily="2" charset="-122"/>
              </a:rPr>
              <a:t>来控制写入功能。</a:t>
            </a:r>
            <a:r>
              <a:rPr lang="en-US" altLang="zh-CN" sz="2400" dirty="0" err="1">
                <a:latin typeface="宋体" pitchFamily="2" charset="-122"/>
                <a:ea typeface="宋体" pitchFamily="2" charset="-122"/>
                <a:cs typeface="宋体" pitchFamily="2" charset="-122"/>
              </a:rPr>
              <a:t>Data_in</a:t>
            </a:r>
            <a:r>
              <a:rPr lang="zh-CN" altLang="en-US" sz="2400" dirty="0">
                <a:latin typeface="宋体" pitchFamily="2" charset="-122"/>
                <a:ea typeface="宋体" pitchFamily="2" charset="-122"/>
                <a:cs typeface="宋体" pitchFamily="2" charset="-122"/>
              </a:rPr>
              <a:t>是写入的数据。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2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pic>
        <p:nvPicPr>
          <p:cNvPr id="17" name="图形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2249" y="539282"/>
            <a:ext cx="51816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rgbClr val="06383C"/>
                </a:solidFill>
                <a:latin typeface="Arial Black" panose="020B0A04020102020204" pitchFamily="34" charset="0"/>
              </a:rPr>
              <a:t>DECODER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515938" y="1279124"/>
            <a:ext cx="1308207" cy="328574"/>
            <a:chOff x="5363562" y="1640097"/>
            <a:chExt cx="1308207" cy="328574"/>
          </a:xfrm>
        </p:grpSpPr>
        <p:sp>
          <p:nvSpPr>
            <p:cNvPr id="21" name="矩形 20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84" y="2420876"/>
            <a:ext cx="5969621" cy="210510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485553" y="2546722"/>
            <a:ext cx="5325036" cy="17646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400" dirty="0">
                <a:latin typeface="宋体" pitchFamily="2" charset="-122"/>
                <a:ea typeface="宋体" pitchFamily="2" charset="-122"/>
                <a:cs typeface="宋体" pitchFamily="2" charset="-122"/>
              </a:rPr>
              <a:t>解码器对从</a:t>
            </a:r>
            <a:r>
              <a:rPr lang="en-US" altLang="zh-CN" sz="2400" dirty="0">
                <a:latin typeface="宋体" pitchFamily="2" charset="-122"/>
                <a:ea typeface="宋体" pitchFamily="2" charset="-122"/>
                <a:cs typeface="宋体" pitchFamily="2" charset="-122"/>
              </a:rPr>
              <a:t>RAM</a:t>
            </a:r>
            <a:r>
              <a:rPr lang="zh-CN" altLang="en-US" sz="2400" dirty="0">
                <a:latin typeface="宋体" pitchFamily="2" charset="-122"/>
                <a:ea typeface="宋体" pitchFamily="2" charset="-122"/>
                <a:cs typeface="宋体" pitchFamily="2" charset="-122"/>
              </a:rPr>
              <a:t>中取得的指令进行“分段”的操作，按照设计的指令集格式提取</a:t>
            </a:r>
            <a:r>
              <a:rPr lang="en-US" altLang="zh-CN" sz="2400" dirty="0" err="1">
                <a:latin typeface="宋体" pitchFamily="2" charset="-122"/>
                <a:ea typeface="宋体" pitchFamily="2" charset="-122"/>
                <a:cs typeface="宋体" pitchFamily="2" charset="-122"/>
              </a:rPr>
              <a:t>alu_operation,rA,rB,rD</a:t>
            </a:r>
            <a:r>
              <a:rPr lang="zh-CN" altLang="en-US" sz="2400" dirty="0">
                <a:latin typeface="宋体" pitchFamily="2" charset="-122"/>
                <a:ea typeface="宋体" pitchFamily="2" charset="-122"/>
                <a:cs typeface="宋体" pitchFamily="2" charset="-122"/>
              </a:rPr>
              <a:t>等信息，并将它们传输到</a:t>
            </a:r>
            <a:r>
              <a:rPr lang="en-US" altLang="zh-CN" sz="2400" dirty="0">
                <a:latin typeface="宋体" pitchFamily="2" charset="-122"/>
                <a:ea typeface="宋体" pitchFamily="2" charset="-122"/>
                <a:cs typeface="宋体" pitchFamily="2" charset="-122"/>
              </a:rPr>
              <a:t>ALU</a:t>
            </a:r>
            <a:r>
              <a:rPr lang="zh-CN" altLang="en-US" sz="2400" dirty="0">
                <a:latin typeface="宋体" pitchFamily="2" charset="-122"/>
                <a:ea typeface="宋体" pitchFamily="2" charset="-122"/>
                <a:cs typeface="宋体" pitchFamily="2" charset="-122"/>
              </a:rPr>
              <a:t>模块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2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pic>
        <p:nvPicPr>
          <p:cNvPr id="17" name="图形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2249" y="539282"/>
            <a:ext cx="51816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rgbClr val="06383C"/>
                </a:solidFill>
                <a:latin typeface="Arial Black" panose="020B0A04020102020204" pitchFamily="34" charset="0"/>
              </a:rPr>
              <a:t>ALU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515938" y="1279124"/>
            <a:ext cx="1308207" cy="328574"/>
            <a:chOff x="5363562" y="1640097"/>
            <a:chExt cx="1308207" cy="328574"/>
          </a:xfrm>
        </p:grpSpPr>
        <p:sp>
          <p:nvSpPr>
            <p:cNvPr id="21" name="矩形 20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204" y="1912922"/>
            <a:ext cx="5376545" cy="33674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891087" y="2413620"/>
            <a:ext cx="4459605" cy="236601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sz="2800" dirty="0">
                <a:latin typeface="宋体" pitchFamily="2" charset="-122"/>
                <a:ea typeface="宋体" pitchFamily="2" charset="-122"/>
                <a:cs typeface="宋体" pitchFamily="2" charset="-122"/>
              </a:rPr>
              <a:t>ALU</a:t>
            </a:r>
            <a:r>
              <a:rPr lang="zh-CN" altLang="en-US" sz="2800" dirty="0">
                <a:latin typeface="宋体" pitchFamily="2" charset="-122"/>
                <a:ea typeface="宋体" pitchFamily="2" charset="-122"/>
                <a:cs typeface="宋体" pitchFamily="2" charset="-122"/>
              </a:rPr>
              <a:t>（算术逻辑单元）接受解码器给出的操作码，以及从寄存器文件读取的输入数据，并输出可写入寄存器文件的结果。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2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pic>
        <p:nvPicPr>
          <p:cNvPr id="17" name="图形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2249" y="539282"/>
            <a:ext cx="51816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rgbClr val="06383C"/>
                </a:solidFill>
                <a:latin typeface="Arial Black" panose="020B0A04020102020204" pitchFamily="34" charset="0"/>
              </a:rPr>
              <a:t>PC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515938" y="1279124"/>
            <a:ext cx="1308207" cy="328574"/>
            <a:chOff x="5363562" y="1640097"/>
            <a:chExt cx="1308207" cy="328574"/>
          </a:xfrm>
        </p:grpSpPr>
        <p:sp>
          <p:nvSpPr>
            <p:cNvPr id="21" name="矩形 20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325" y="2549525"/>
            <a:ext cx="5908675" cy="201041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574915" y="2218690"/>
            <a:ext cx="3321685" cy="22098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sz="2400" dirty="0">
                <a:latin typeface="宋体" pitchFamily="2" charset="-122"/>
                <a:ea typeface="宋体" pitchFamily="2" charset="-122"/>
                <a:cs typeface="宋体" pitchFamily="2" charset="-122"/>
              </a:rPr>
              <a:t>PC</a:t>
            </a:r>
            <a:r>
              <a:rPr lang="zh-CN" altLang="en-US" sz="2400" dirty="0">
                <a:latin typeface="宋体" pitchFamily="2" charset="-122"/>
                <a:ea typeface="宋体" pitchFamily="2" charset="-122"/>
                <a:cs typeface="宋体" pitchFamily="2" charset="-122"/>
              </a:rPr>
              <a:t>（程序计数器）单元保存下一条要执行的指令的地址。在每条指令之后，</a:t>
            </a:r>
            <a:r>
              <a:rPr lang="en-US" altLang="zh-CN" sz="2400" dirty="0">
                <a:latin typeface="宋体" pitchFamily="2" charset="-122"/>
                <a:ea typeface="宋体" pitchFamily="2" charset="-122"/>
                <a:cs typeface="宋体" pitchFamily="2" charset="-122"/>
              </a:rPr>
              <a:t>PC</a:t>
            </a:r>
            <a:r>
              <a:rPr lang="zh-CN" altLang="en-US" sz="2400" dirty="0">
                <a:latin typeface="宋体" pitchFamily="2" charset="-122"/>
                <a:ea typeface="宋体" pitchFamily="2" charset="-122"/>
                <a:cs typeface="宋体" pitchFamily="2" charset="-122"/>
              </a:rPr>
              <a:t>递增指向下一条指令。如果有一个分支（例如，跳转指令），</a:t>
            </a:r>
            <a:r>
              <a:rPr lang="en-US" altLang="zh-CN" sz="2400" dirty="0">
                <a:latin typeface="宋体" pitchFamily="2" charset="-122"/>
                <a:ea typeface="宋体" pitchFamily="2" charset="-122"/>
                <a:cs typeface="宋体" pitchFamily="2" charset="-122"/>
              </a:rPr>
              <a:t>PC</a:t>
            </a:r>
            <a:r>
              <a:rPr lang="zh-CN" altLang="en-US" sz="2400" dirty="0">
                <a:latin typeface="宋体" pitchFamily="2" charset="-122"/>
                <a:ea typeface="宋体" pitchFamily="2" charset="-122"/>
                <a:cs typeface="宋体" pitchFamily="2" charset="-122"/>
              </a:rPr>
              <a:t>将被更新到分支指定的目标地址。</a:t>
            </a:r>
            <a:r>
              <a:rPr lang="en-US" altLang="zh-CN" sz="1600" dirty="0"/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2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pic>
        <p:nvPicPr>
          <p:cNvPr id="17" name="图形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2249" y="539282"/>
            <a:ext cx="51816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rgbClr val="06383C"/>
                </a:solidFill>
                <a:latin typeface="Arial Black" panose="020B0A04020102020204" pitchFamily="34" charset="0"/>
              </a:rPr>
              <a:t>工作流程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515938" y="1279124"/>
            <a:ext cx="1308207" cy="328574"/>
            <a:chOff x="5363562" y="1640097"/>
            <a:chExt cx="1308207" cy="328574"/>
          </a:xfrm>
        </p:grpSpPr>
        <p:sp>
          <p:nvSpPr>
            <p:cNvPr id="21" name="矩形 20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5" y="2503170"/>
            <a:ext cx="10801350" cy="1600200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672564" y="4635577"/>
            <a:ext cx="10850245" cy="46037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提取</a:t>
            </a:r>
            <a:r>
              <a:rPr lang="zh-CN" altLang="en-US" sz="2400" dirty="0">
                <a:cs typeface="Arial" panose="020B0604020202020204" pitchFamily="34" charset="0"/>
              </a:rPr>
              <a:t>指令-</a:t>
            </a:r>
            <a:r>
              <a:rPr lang="en-US" altLang="zh-CN" sz="2400" dirty="0">
                <a:cs typeface="Arial" panose="020B0604020202020204" pitchFamily="34" charset="0"/>
              </a:rPr>
              <a:t>&gt;</a:t>
            </a:r>
            <a:r>
              <a:rPr lang="zh-CN" altLang="en-US" sz="2400" dirty="0">
                <a:cs typeface="Arial" panose="020B0604020202020204" pitchFamily="34" charset="0"/>
              </a:rPr>
              <a:t>解码-</a:t>
            </a:r>
            <a:r>
              <a:rPr lang="en-US" altLang="zh-CN" sz="2400" dirty="0">
                <a:cs typeface="Arial" panose="020B0604020202020204" pitchFamily="34" charset="0"/>
              </a:rPr>
              <a:t>&gt;</a:t>
            </a:r>
            <a:r>
              <a:rPr lang="zh-CN" altLang="en-US" sz="2400" dirty="0">
                <a:cs typeface="Arial" panose="020B0604020202020204" pitchFamily="34" charset="0"/>
              </a:rPr>
              <a:t>读取寄存器-</a:t>
            </a:r>
            <a:r>
              <a:rPr lang="en-US" altLang="zh-CN" sz="2400" dirty="0">
                <a:cs typeface="Arial" panose="020B0604020202020204" pitchFamily="34" charset="0"/>
              </a:rPr>
              <a:t>&gt;</a:t>
            </a:r>
            <a:r>
              <a:rPr lang="zh-CN" altLang="en-US" sz="2400" dirty="0">
                <a:cs typeface="Arial" panose="020B0604020202020204" pitchFamily="34" charset="0"/>
              </a:rPr>
              <a:t>进行算术逻辑计算-</a:t>
            </a:r>
            <a:r>
              <a:rPr lang="en-US" altLang="zh-CN" sz="2400" dirty="0">
                <a:cs typeface="Arial" panose="020B0604020202020204" pitchFamily="34" charset="0"/>
              </a:rPr>
              <a:t>&gt;</a:t>
            </a:r>
            <a:r>
              <a:rPr lang="zh-CN" altLang="en-US" sz="2400" dirty="0">
                <a:cs typeface="Arial" panose="020B0604020202020204" pitchFamily="34" charset="0"/>
              </a:rPr>
              <a:t>将结果写回</a:t>
            </a:r>
            <a:r>
              <a:rPr lang="en-US" altLang="zh-CN" sz="2400" dirty="0">
                <a:cs typeface="Arial" panose="020B0604020202020204" pitchFamily="34" charset="0"/>
              </a:rPr>
              <a:t>ram/</a:t>
            </a:r>
            <a:r>
              <a:rPr lang="zh-CN" altLang="en-US" sz="2400" dirty="0">
                <a:cs typeface="Arial" panose="020B0604020202020204" pitchFamily="34" charset="0"/>
              </a:rPr>
              <a:t>寄存器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2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pic>
        <p:nvPicPr>
          <p:cNvPr id="17" name="图形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2249" y="539282"/>
            <a:ext cx="51816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rgbClr val="06383C"/>
                </a:solidFill>
                <a:latin typeface="Arial Black" panose="020B0A04020102020204" pitchFamily="34" charset="0"/>
              </a:rPr>
              <a:t>ISA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515938" y="1279124"/>
            <a:ext cx="1308207" cy="328574"/>
            <a:chOff x="5363562" y="1640097"/>
            <a:chExt cx="1308207" cy="328574"/>
          </a:xfrm>
        </p:grpSpPr>
        <p:sp>
          <p:nvSpPr>
            <p:cNvPr id="21" name="矩形 20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0879" y="1005816"/>
            <a:ext cx="8262931" cy="3436228"/>
          </a:xfrm>
          <a:prstGeom prst="rect">
            <a:avLst/>
          </a:prstGeom>
        </p:spPr>
      </p:pic>
      <p:pic>
        <p:nvPicPr>
          <p:cNvPr id="5" name="图片 4" descr="upload_post_object_v2_197860308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4983" y="4498214"/>
            <a:ext cx="6507596" cy="20045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</p:pic>
      <p:sp>
        <p:nvSpPr>
          <p:cNvPr id="13" name="文本框 12"/>
          <p:cNvSpPr txBox="1"/>
          <p:nvPr/>
        </p:nvSpPr>
        <p:spPr>
          <a:xfrm>
            <a:off x="515938" y="2022066"/>
            <a:ext cx="5181600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gradFill>
                  <a:gsLst>
                    <a:gs pos="0">
                      <a:srgbClr val="7AC0B5"/>
                    </a:gs>
                    <a:gs pos="100000">
                      <a:srgbClr val="4AA898"/>
                    </a:gs>
                  </a:gsLst>
                  <a:lin ang="2700000" scaled="0"/>
                </a:gradFill>
                <a:latin typeface="Akrobat Black" panose="00000A00000000000000" pitchFamily="50" charset="0"/>
              </a:rPr>
              <a:t>03</a:t>
            </a:r>
          </a:p>
          <a:p>
            <a:r>
              <a:rPr lang="zh-CN" altLang="en-US" sz="4000" dirty="0">
                <a:solidFill>
                  <a:srgbClr val="06383C"/>
                </a:solidFill>
                <a:latin typeface="Arial Black" panose="020B0A04020102020204" pitchFamily="34" charset="0"/>
              </a:rPr>
              <a:t>实现与分析</a:t>
            </a:r>
          </a:p>
        </p:txBody>
      </p:sp>
      <p:sp>
        <p:nvSpPr>
          <p:cNvPr id="14" name="任意多边形: 形状 13"/>
          <p:cNvSpPr/>
          <p:nvPr/>
        </p:nvSpPr>
        <p:spPr>
          <a:xfrm>
            <a:off x="0" y="5725116"/>
            <a:ext cx="12192000" cy="1132885"/>
          </a:xfrm>
          <a:custGeom>
            <a:avLst/>
            <a:gdLst>
              <a:gd name="connsiteX0" fmla="*/ 9685027 w 12192000"/>
              <a:gd name="connsiteY0" fmla="*/ 99 h 1132885"/>
              <a:gd name="connsiteX1" fmla="*/ 11617411 w 12192000"/>
              <a:gd name="connsiteY1" fmla="*/ 569004 h 1132885"/>
              <a:gd name="connsiteX2" fmla="*/ 12125125 w 12192000"/>
              <a:gd name="connsiteY2" fmla="*/ 556893 h 1132885"/>
              <a:gd name="connsiteX3" fmla="*/ 12192000 w 12192000"/>
              <a:gd name="connsiteY3" fmla="*/ 548451 h 1132885"/>
              <a:gd name="connsiteX4" fmla="*/ 12192000 w 12192000"/>
              <a:gd name="connsiteY4" fmla="*/ 1132885 h 1132885"/>
              <a:gd name="connsiteX5" fmla="*/ 0 w 12192000"/>
              <a:gd name="connsiteY5" fmla="*/ 1132885 h 1132885"/>
              <a:gd name="connsiteX6" fmla="*/ 0 w 12192000"/>
              <a:gd name="connsiteY6" fmla="*/ 655684 h 1132885"/>
              <a:gd name="connsiteX7" fmla="*/ 185744 w 12192000"/>
              <a:gd name="connsiteY7" fmla="*/ 612581 h 1132885"/>
              <a:gd name="connsiteX8" fmla="*/ 1818091 w 12192000"/>
              <a:gd name="connsiteY8" fmla="*/ 386124 h 1132885"/>
              <a:gd name="connsiteX9" fmla="*/ 4088851 w 12192000"/>
              <a:gd name="connsiteY9" fmla="*/ 828084 h 1132885"/>
              <a:gd name="connsiteX10" fmla="*/ 5704291 w 12192000"/>
              <a:gd name="connsiteY10" fmla="*/ 294684 h 1132885"/>
              <a:gd name="connsiteX11" fmla="*/ 7578811 w 12192000"/>
              <a:gd name="connsiteY11" fmla="*/ 767124 h 1132885"/>
              <a:gd name="connsiteX12" fmla="*/ 9499051 w 12192000"/>
              <a:gd name="connsiteY12" fmla="*/ 5124 h 1132885"/>
              <a:gd name="connsiteX13" fmla="*/ 9685027 w 12192000"/>
              <a:gd name="connsiteY13" fmla="*/ 99 h 1132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1132885">
                <a:moveTo>
                  <a:pt x="9685027" y="99"/>
                </a:moveTo>
                <a:cubicBezTo>
                  <a:pt x="10572489" y="8071"/>
                  <a:pt x="10848267" y="492804"/>
                  <a:pt x="11617411" y="569004"/>
                </a:cubicBezTo>
                <a:cubicBezTo>
                  <a:pt x="11771240" y="584244"/>
                  <a:pt x="11943106" y="576624"/>
                  <a:pt x="12125125" y="556893"/>
                </a:cubicBezTo>
                <a:lnTo>
                  <a:pt x="12192000" y="548451"/>
                </a:lnTo>
                <a:lnTo>
                  <a:pt x="12192000" y="1132885"/>
                </a:lnTo>
                <a:lnTo>
                  <a:pt x="0" y="1132885"/>
                </a:lnTo>
                <a:lnTo>
                  <a:pt x="0" y="655684"/>
                </a:lnTo>
                <a:lnTo>
                  <a:pt x="185744" y="612581"/>
                </a:lnTo>
                <a:cubicBezTo>
                  <a:pt x="655565" y="504234"/>
                  <a:pt x="1278976" y="370884"/>
                  <a:pt x="1818091" y="386124"/>
                </a:cubicBezTo>
                <a:cubicBezTo>
                  <a:pt x="2536911" y="406444"/>
                  <a:pt x="3441151" y="843324"/>
                  <a:pt x="4088851" y="828084"/>
                </a:cubicBezTo>
                <a:cubicBezTo>
                  <a:pt x="4736552" y="812844"/>
                  <a:pt x="5122631" y="304844"/>
                  <a:pt x="5704291" y="294684"/>
                </a:cubicBezTo>
                <a:cubicBezTo>
                  <a:pt x="6285952" y="284524"/>
                  <a:pt x="6946351" y="815384"/>
                  <a:pt x="7578811" y="767124"/>
                </a:cubicBezTo>
                <a:cubicBezTo>
                  <a:pt x="8211271" y="718864"/>
                  <a:pt x="8460191" y="68624"/>
                  <a:pt x="9499051" y="5124"/>
                </a:cubicBezTo>
                <a:cubicBezTo>
                  <a:pt x="9563980" y="1155"/>
                  <a:pt x="9625863" y="-433"/>
                  <a:pt x="9685027" y="99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>
            <a:off x="6210088" y="1531551"/>
            <a:ext cx="6552294" cy="4336522"/>
          </a:xfrm>
          <a:custGeom>
            <a:avLst/>
            <a:gdLst>
              <a:gd name="connsiteX0" fmla="*/ 1089872 w 6552294"/>
              <a:gd name="connsiteY0" fmla="*/ 373449 h 4336522"/>
              <a:gd name="connsiteX1" fmla="*/ 84032 w 6552294"/>
              <a:gd name="connsiteY1" fmla="*/ 175329 h 4336522"/>
              <a:gd name="connsiteX2" fmla="*/ 3025352 w 6552294"/>
              <a:gd name="connsiteY2" fmla="*/ 2583249 h 4336522"/>
              <a:gd name="connsiteX3" fmla="*/ 6317192 w 6552294"/>
              <a:gd name="connsiteY3" fmla="*/ 4305369 h 4336522"/>
              <a:gd name="connsiteX4" fmla="*/ 6027632 w 6552294"/>
              <a:gd name="connsiteY4" fmla="*/ 3528129 h 4336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2294" h="4336522">
                <a:moveTo>
                  <a:pt x="1089872" y="373449"/>
                </a:moveTo>
                <a:cubicBezTo>
                  <a:pt x="425662" y="90239"/>
                  <a:pt x="-238548" y="-192971"/>
                  <a:pt x="84032" y="175329"/>
                </a:cubicBezTo>
                <a:cubicBezTo>
                  <a:pt x="406612" y="543629"/>
                  <a:pt x="1986492" y="1894909"/>
                  <a:pt x="3025352" y="2583249"/>
                </a:cubicBezTo>
                <a:cubicBezTo>
                  <a:pt x="4064212" y="3271589"/>
                  <a:pt x="5816812" y="4147889"/>
                  <a:pt x="6317192" y="4305369"/>
                </a:cubicBezTo>
                <a:cubicBezTo>
                  <a:pt x="6817572" y="4462849"/>
                  <a:pt x="6422602" y="3995489"/>
                  <a:pt x="6027632" y="3528129"/>
                </a:cubicBezTo>
              </a:path>
            </a:pathLst>
          </a:custGeom>
          <a:noFill/>
          <a:ln w="19050">
            <a:gradFill>
              <a:gsLst>
                <a:gs pos="53000">
                  <a:srgbClr val="4AA898"/>
                </a:gs>
                <a:gs pos="0">
                  <a:srgbClr val="7AC0B5"/>
                </a:gs>
                <a:gs pos="100000">
                  <a:srgbClr val="66BAAB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5" name="图形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611" y="485484"/>
            <a:ext cx="2831940" cy="520356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672607" y="4184786"/>
            <a:ext cx="1151538" cy="53504"/>
          </a:xfrm>
          <a:prstGeom prst="rect">
            <a:avLst/>
          </a:prstGeom>
          <a:gradFill>
            <a:gsLst>
              <a:gs pos="0">
                <a:srgbClr val="FFA62E"/>
              </a:gs>
              <a:gs pos="52000">
                <a:srgbClr val="FF8811"/>
              </a:gs>
              <a:gs pos="100000">
                <a:srgbClr val="FE970D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6379571" y="1772149"/>
            <a:ext cx="499840" cy="499834"/>
            <a:chOff x="7719249" y="5265420"/>
            <a:chExt cx="499840" cy="499834"/>
          </a:xfrm>
        </p:grpSpPr>
        <p:sp>
          <p:nvSpPr>
            <p:cNvPr id="18" name="椭圆 17"/>
            <p:cNvSpPr/>
            <p:nvPr/>
          </p:nvSpPr>
          <p:spPr>
            <a:xfrm>
              <a:off x="7719249" y="5265420"/>
              <a:ext cx="499840" cy="499834"/>
            </a:xfrm>
            <a:prstGeom prst="ellipse">
              <a:avLst/>
            </a:prstGeom>
            <a:solidFill>
              <a:srgbClr val="7AC0B5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7882359" y="5428527"/>
              <a:ext cx="173621" cy="173621"/>
            </a:xfrm>
            <a:prstGeom prst="ellipse">
              <a:avLst/>
            </a:pr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2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pic>
        <p:nvPicPr>
          <p:cNvPr id="17" name="图形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2249" y="539282"/>
            <a:ext cx="51816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rgbClr val="06383C"/>
                </a:solidFill>
                <a:latin typeface="Arial Black" panose="020B0A04020102020204" pitchFamily="34" charset="0"/>
              </a:rPr>
              <a:t>实现与分析（累加）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515938" y="1279124"/>
            <a:ext cx="1308207" cy="328574"/>
            <a:chOff x="5363562" y="1640097"/>
            <a:chExt cx="1308207" cy="328574"/>
          </a:xfrm>
        </p:grpSpPr>
        <p:sp>
          <p:nvSpPr>
            <p:cNvPr id="21" name="矩形 20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3" name="图片 2" descr="upload_post_object_v2_128539288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254" y="1859654"/>
            <a:ext cx="10263005" cy="405480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2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pic>
        <p:nvPicPr>
          <p:cNvPr id="17" name="图形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2249" y="539282"/>
            <a:ext cx="51816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rgbClr val="06383C"/>
                </a:solidFill>
                <a:latin typeface="Arial Black" panose="020B0A04020102020204" pitchFamily="34" charset="0"/>
              </a:rPr>
              <a:t>实现与分析（累乘）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515938" y="1279124"/>
            <a:ext cx="1308207" cy="328574"/>
            <a:chOff x="5363562" y="1640097"/>
            <a:chExt cx="1308207" cy="328574"/>
          </a:xfrm>
        </p:grpSpPr>
        <p:sp>
          <p:nvSpPr>
            <p:cNvPr id="21" name="矩形 20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" name="图片 1" descr="upload_post_object_v2_25342687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379" y="1986801"/>
            <a:ext cx="10131152" cy="408185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</p:pic>
      <p:sp>
        <p:nvSpPr>
          <p:cNvPr id="13" name="文本框 12"/>
          <p:cNvSpPr txBox="1"/>
          <p:nvPr/>
        </p:nvSpPr>
        <p:spPr>
          <a:xfrm>
            <a:off x="515938" y="2022066"/>
            <a:ext cx="5181600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gradFill>
                  <a:gsLst>
                    <a:gs pos="0">
                      <a:srgbClr val="7AC0B5"/>
                    </a:gs>
                    <a:gs pos="100000">
                      <a:srgbClr val="4AA898"/>
                    </a:gs>
                  </a:gsLst>
                  <a:lin ang="2700000" scaled="0"/>
                </a:gradFill>
                <a:latin typeface="Akrobat Black" panose="00000A00000000000000" pitchFamily="50" charset="0"/>
              </a:rPr>
              <a:t>04</a:t>
            </a:r>
          </a:p>
          <a:p>
            <a:r>
              <a:rPr lang="zh-CN" altLang="en-US" sz="4000" dirty="0">
                <a:solidFill>
                  <a:srgbClr val="06383C"/>
                </a:solidFill>
                <a:latin typeface="Arial Black" panose="020B0A04020102020204" pitchFamily="34" charset="0"/>
              </a:rPr>
              <a:t>视频演示</a:t>
            </a:r>
          </a:p>
        </p:txBody>
      </p:sp>
      <p:sp>
        <p:nvSpPr>
          <p:cNvPr id="14" name="任意多边形: 形状 13"/>
          <p:cNvSpPr/>
          <p:nvPr/>
        </p:nvSpPr>
        <p:spPr>
          <a:xfrm>
            <a:off x="0" y="5725116"/>
            <a:ext cx="12192000" cy="1132885"/>
          </a:xfrm>
          <a:custGeom>
            <a:avLst/>
            <a:gdLst>
              <a:gd name="connsiteX0" fmla="*/ 9685027 w 12192000"/>
              <a:gd name="connsiteY0" fmla="*/ 99 h 1132885"/>
              <a:gd name="connsiteX1" fmla="*/ 11617411 w 12192000"/>
              <a:gd name="connsiteY1" fmla="*/ 569004 h 1132885"/>
              <a:gd name="connsiteX2" fmla="*/ 12125125 w 12192000"/>
              <a:gd name="connsiteY2" fmla="*/ 556893 h 1132885"/>
              <a:gd name="connsiteX3" fmla="*/ 12192000 w 12192000"/>
              <a:gd name="connsiteY3" fmla="*/ 548451 h 1132885"/>
              <a:gd name="connsiteX4" fmla="*/ 12192000 w 12192000"/>
              <a:gd name="connsiteY4" fmla="*/ 1132885 h 1132885"/>
              <a:gd name="connsiteX5" fmla="*/ 0 w 12192000"/>
              <a:gd name="connsiteY5" fmla="*/ 1132885 h 1132885"/>
              <a:gd name="connsiteX6" fmla="*/ 0 w 12192000"/>
              <a:gd name="connsiteY6" fmla="*/ 655684 h 1132885"/>
              <a:gd name="connsiteX7" fmla="*/ 185744 w 12192000"/>
              <a:gd name="connsiteY7" fmla="*/ 612581 h 1132885"/>
              <a:gd name="connsiteX8" fmla="*/ 1818091 w 12192000"/>
              <a:gd name="connsiteY8" fmla="*/ 386124 h 1132885"/>
              <a:gd name="connsiteX9" fmla="*/ 4088851 w 12192000"/>
              <a:gd name="connsiteY9" fmla="*/ 828084 h 1132885"/>
              <a:gd name="connsiteX10" fmla="*/ 5704291 w 12192000"/>
              <a:gd name="connsiteY10" fmla="*/ 294684 h 1132885"/>
              <a:gd name="connsiteX11" fmla="*/ 7578811 w 12192000"/>
              <a:gd name="connsiteY11" fmla="*/ 767124 h 1132885"/>
              <a:gd name="connsiteX12" fmla="*/ 9499051 w 12192000"/>
              <a:gd name="connsiteY12" fmla="*/ 5124 h 1132885"/>
              <a:gd name="connsiteX13" fmla="*/ 9685027 w 12192000"/>
              <a:gd name="connsiteY13" fmla="*/ 99 h 1132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1132885">
                <a:moveTo>
                  <a:pt x="9685027" y="99"/>
                </a:moveTo>
                <a:cubicBezTo>
                  <a:pt x="10572489" y="8071"/>
                  <a:pt x="10848267" y="492804"/>
                  <a:pt x="11617411" y="569004"/>
                </a:cubicBezTo>
                <a:cubicBezTo>
                  <a:pt x="11771240" y="584244"/>
                  <a:pt x="11943106" y="576624"/>
                  <a:pt x="12125125" y="556893"/>
                </a:cubicBezTo>
                <a:lnTo>
                  <a:pt x="12192000" y="548451"/>
                </a:lnTo>
                <a:lnTo>
                  <a:pt x="12192000" y="1132885"/>
                </a:lnTo>
                <a:lnTo>
                  <a:pt x="0" y="1132885"/>
                </a:lnTo>
                <a:lnTo>
                  <a:pt x="0" y="655684"/>
                </a:lnTo>
                <a:lnTo>
                  <a:pt x="185744" y="612581"/>
                </a:lnTo>
                <a:cubicBezTo>
                  <a:pt x="655565" y="504234"/>
                  <a:pt x="1278976" y="370884"/>
                  <a:pt x="1818091" y="386124"/>
                </a:cubicBezTo>
                <a:cubicBezTo>
                  <a:pt x="2536911" y="406444"/>
                  <a:pt x="3441151" y="843324"/>
                  <a:pt x="4088851" y="828084"/>
                </a:cubicBezTo>
                <a:cubicBezTo>
                  <a:pt x="4736552" y="812844"/>
                  <a:pt x="5122631" y="304844"/>
                  <a:pt x="5704291" y="294684"/>
                </a:cubicBezTo>
                <a:cubicBezTo>
                  <a:pt x="6285952" y="284524"/>
                  <a:pt x="6946351" y="815384"/>
                  <a:pt x="7578811" y="767124"/>
                </a:cubicBezTo>
                <a:cubicBezTo>
                  <a:pt x="8211271" y="718864"/>
                  <a:pt x="8460191" y="68624"/>
                  <a:pt x="9499051" y="5124"/>
                </a:cubicBezTo>
                <a:cubicBezTo>
                  <a:pt x="9563980" y="1155"/>
                  <a:pt x="9625863" y="-433"/>
                  <a:pt x="9685027" y="99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>
            <a:off x="6210088" y="1531551"/>
            <a:ext cx="6552294" cy="4336522"/>
          </a:xfrm>
          <a:custGeom>
            <a:avLst/>
            <a:gdLst>
              <a:gd name="connsiteX0" fmla="*/ 1089872 w 6552294"/>
              <a:gd name="connsiteY0" fmla="*/ 373449 h 4336522"/>
              <a:gd name="connsiteX1" fmla="*/ 84032 w 6552294"/>
              <a:gd name="connsiteY1" fmla="*/ 175329 h 4336522"/>
              <a:gd name="connsiteX2" fmla="*/ 3025352 w 6552294"/>
              <a:gd name="connsiteY2" fmla="*/ 2583249 h 4336522"/>
              <a:gd name="connsiteX3" fmla="*/ 6317192 w 6552294"/>
              <a:gd name="connsiteY3" fmla="*/ 4305369 h 4336522"/>
              <a:gd name="connsiteX4" fmla="*/ 6027632 w 6552294"/>
              <a:gd name="connsiteY4" fmla="*/ 3528129 h 4336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2294" h="4336522">
                <a:moveTo>
                  <a:pt x="1089872" y="373449"/>
                </a:moveTo>
                <a:cubicBezTo>
                  <a:pt x="425662" y="90239"/>
                  <a:pt x="-238548" y="-192971"/>
                  <a:pt x="84032" y="175329"/>
                </a:cubicBezTo>
                <a:cubicBezTo>
                  <a:pt x="406612" y="543629"/>
                  <a:pt x="1986492" y="1894909"/>
                  <a:pt x="3025352" y="2583249"/>
                </a:cubicBezTo>
                <a:cubicBezTo>
                  <a:pt x="4064212" y="3271589"/>
                  <a:pt x="5816812" y="4147889"/>
                  <a:pt x="6317192" y="4305369"/>
                </a:cubicBezTo>
                <a:cubicBezTo>
                  <a:pt x="6817572" y="4462849"/>
                  <a:pt x="6422602" y="3995489"/>
                  <a:pt x="6027632" y="3528129"/>
                </a:cubicBezTo>
              </a:path>
            </a:pathLst>
          </a:custGeom>
          <a:noFill/>
          <a:ln w="19050">
            <a:gradFill>
              <a:gsLst>
                <a:gs pos="53000">
                  <a:srgbClr val="4AA898"/>
                </a:gs>
                <a:gs pos="0">
                  <a:srgbClr val="7AC0B5"/>
                </a:gs>
                <a:gs pos="100000">
                  <a:srgbClr val="66BAAB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5" name="图形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611" y="485484"/>
            <a:ext cx="2831940" cy="520356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672607" y="4184786"/>
            <a:ext cx="1151538" cy="53504"/>
          </a:xfrm>
          <a:prstGeom prst="rect">
            <a:avLst/>
          </a:prstGeom>
          <a:gradFill>
            <a:gsLst>
              <a:gs pos="0">
                <a:srgbClr val="FFA62E"/>
              </a:gs>
              <a:gs pos="52000">
                <a:srgbClr val="FF8811"/>
              </a:gs>
              <a:gs pos="100000">
                <a:srgbClr val="FE970D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6379571" y="1772149"/>
            <a:ext cx="499840" cy="499834"/>
            <a:chOff x="7719249" y="5265420"/>
            <a:chExt cx="499840" cy="499834"/>
          </a:xfrm>
        </p:grpSpPr>
        <p:sp>
          <p:nvSpPr>
            <p:cNvPr id="18" name="椭圆 17"/>
            <p:cNvSpPr/>
            <p:nvPr/>
          </p:nvSpPr>
          <p:spPr>
            <a:xfrm>
              <a:off x="7719249" y="5265420"/>
              <a:ext cx="499840" cy="499834"/>
            </a:xfrm>
            <a:prstGeom prst="ellipse">
              <a:avLst/>
            </a:prstGeom>
            <a:solidFill>
              <a:srgbClr val="7AC0B5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7882359" y="5428527"/>
              <a:ext cx="173621" cy="173621"/>
            </a:xfrm>
            <a:prstGeom prst="ellipse">
              <a:avLst/>
            </a:pr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2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pic>
        <p:nvPicPr>
          <p:cNvPr id="17" name="图形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" name="图片 1" descr="upload_post_object_v2_3868664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1440" y="1095635"/>
            <a:ext cx="8534400" cy="2809875"/>
          </a:xfrm>
          <a:prstGeom prst="rect">
            <a:avLst/>
          </a:prstGeom>
        </p:spPr>
      </p:pic>
      <p:pic>
        <p:nvPicPr>
          <p:cNvPr id="3" name="图片 2" descr="upload_post_object_v2_13960936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1440" y="4084270"/>
            <a:ext cx="85344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 descr="水中的倒影&#10;&#10;描述已自动生成"/>
          <p:cNvPicPr>
            <a:picLocks noChangeAspect="1"/>
          </p:cNvPicPr>
          <p:nvPr/>
        </p:nvPicPr>
        <p:blipFill rotWithShape="1">
          <a:blip r:embed="rId2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573"/>
          <a:stretch>
            <a:fillRect/>
          </a:stretch>
        </p:blipFill>
        <p:spPr>
          <a:xfrm>
            <a:off x="0" y="2233837"/>
            <a:ext cx="12192000" cy="4624163"/>
          </a:xfrm>
          <a:prstGeom prst="rect">
            <a:avLst/>
          </a:prstGeom>
        </p:spPr>
      </p:pic>
      <p:pic>
        <p:nvPicPr>
          <p:cNvPr id="11" name="图形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0030" y="485484"/>
            <a:ext cx="2831940" cy="520356"/>
          </a:xfrm>
          <a:prstGeom prst="rect">
            <a:avLst/>
          </a:prstGeom>
        </p:spPr>
      </p:pic>
      <p:grpSp>
        <p:nvGrpSpPr>
          <p:cNvPr id="26" name="组合 25"/>
          <p:cNvGrpSpPr/>
          <p:nvPr/>
        </p:nvGrpSpPr>
        <p:grpSpPr>
          <a:xfrm rot="1800000">
            <a:off x="-2837565" y="-560678"/>
            <a:ext cx="8758494" cy="8561932"/>
            <a:chOff x="-1584327" y="-636879"/>
            <a:chExt cx="8758494" cy="8561932"/>
          </a:xfrm>
        </p:grpSpPr>
        <p:sp>
          <p:nvSpPr>
            <p:cNvPr id="21" name="任意多边形: 形状 20"/>
            <p:cNvSpPr/>
            <p:nvPr/>
          </p:nvSpPr>
          <p:spPr>
            <a:xfrm>
              <a:off x="-887180" y="-636879"/>
              <a:ext cx="8061347" cy="8179266"/>
            </a:xfrm>
            <a:custGeom>
              <a:avLst/>
              <a:gdLst>
                <a:gd name="connsiteX0" fmla="*/ 1517986 w 8061347"/>
                <a:gd name="connsiteY0" fmla="*/ 79814 h 8179266"/>
                <a:gd name="connsiteX1" fmla="*/ 1835341 w 8061347"/>
                <a:gd name="connsiteY1" fmla="*/ 725960 h 8179266"/>
                <a:gd name="connsiteX2" fmla="*/ 1858213 w 8061347"/>
                <a:gd name="connsiteY2" fmla="*/ 1470743 h 8179266"/>
                <a:gd name="connsiteX3" fmla="*/ 2308514 w 8061347"/>
                <a:gd name="connsiteY3" fmla="*/ 1546508 h 8179266"/>
                <a:gd name="connsiteX4" fmla="*/ 2738802 w 8061347"/>
                <a:gd name="connsiteY4" fmla="*/ 1678025 h 8179266"/>
                <a:gd name="connsiteX5" fmla="*/ 2883184 w 8061347"/>
                <a:gd name="connsiteY5" fmla="*/ 2168352 h 8179266"/>
                <a:gd name="connsiteX6" fmla="*/ 3199110 w 8061347"/>
                <a:gd name="connsiteY6" fmla="*/ 2655821 h 8179266"/>
                <a:gd name="connsiteX7" fmla="*/ 4338442 w 8061347"/>
                <a:gd name="connsiteY7" fmla="*/ 3020350 h 8179266"/>
                <a:gd name="connsiteX8" fmla="*/ 4648650 w 8061347"/>
                <a:gd name="connsiteY8" fmla="*/ 4359816 h 8179266"/>
                <a:gd name="connsiteX9" fmla="*/ 4086846 w 8061347"/>
                <a:gd name="connsiteY9" fmla="*/ 5819363 h 8179266"/>
                <a:gd name="connsiteX10" fmla="*/ 4674381 w 8061347"/>
                <a:gd name="connsiteY10" fmla="*/ 6418334 h 8179266"/>
                <a:gd name="connsiteX11" fmla="*/ 5896627 w 8061347"/>
                <a:gd name="connsiteY11" fmla="*/ 6189610 h 8179266"/>
                <a:gd name="connsiteX12" fmla="*/ 6674290 w 8061347"/>
                <a:gd name="connsiteY12" fmla="*/ 6368301 h 8179266"/>
                <a:gd name="connsiteX13" fmla="*/ 7410497 w 8061347"/>
                <a:gd name="connsiteY13" fmla="*/ 5969463 h 8179266"/>
                <a:gd name="connsiteX14" fmla="*/ 8060931 w 8061347"/>
                <a:gd name="connsiteY14" fmla="*/ 6559857 h 8179266"/>
                <a:gd name="connsiteX15" fmla="*/ 7563456 w 8061347"/>
                <a:gd name="connsiteY15" fmla="*/ 7370398 h 8179266"/>
                <a:gd name="connsiteX16" fmla="*/ 6731471 w 8061347"/>
                <a:gd name="connsiteY16" fmla="*/ 7660593 h 8179266"/>
                <a:gd name="connsiteX17" fmla="*/ 4851643 w 8061347"/>
                <a:gd name="connsiteY17" fmla="*/ 8099457 h 8179266"/>
                <a:gd name="connsiteX18" fmla="*/ 4154033 w 8061347"/>
                <a:gd name="connsiteY18" fmla="*/ 8163786 h 8179266"/>
                <a:gd name="connsiteX19" fmla="*/ 3373512 w 8061347"/>
                <a:gd name="connsiteY19" fmla="*/ 7850720 h 8179266"/>
                <a:gd name="connsiteX20" fmla="*/ 1998307 w 8061347"/>
                <a:gd name="connsiteY20" fmla="*/ 7955075 h 8179266"/>
                <a:gd name="connsiteX21" fmla="*/ 746041 w 8061347"/>
                <a:gd name="connsiteY21" fmla="*/ 7571962 h 8179266"/>
                <a:gd name="connsiteX22" fmla="*/ 764625 w 8061347"/>
                <a:gd name="connsiteY22" fmla="*/ 6579870 h 8179266"/>
                <a:gd name="connsiteX23" fmla="*/ 1091986 w 8061347"/>
                <a:gd name="connsiteY23" fmla="*/ 5610652 h 8179266"/>
                <a:gd name="connsiteX24" fmla="*/ 451558 w 8061347"/>
                <a:gd name="connsiteY24" fmla="*/ 4031025 h 8179266"/>
                <a:gd name="connsiteX25" fmla="*/ 85599 w 8061347"/>
                <a:gd name="connsiteY25" fmla="*/ 2407083 h 8179266"/>
                <a:gd name="connsiteX26" fmla="*/ 680283 w 8061347"/>
                <a:gd name="connsiteY26" fmla="*/ 1343515 h 8179266"/>
                <a:gd name="connsiteX27" fmla="*/ 581645 w 8061347"/>
                <a:gd name="connsiteY27" fmla="*/ 757409 h 8179266"/>
                <a:gd name="connsiteX28" fmla="*/ 1517986 w 8061347"/>
                <a:gd name="connsiteY28" fmla="*/ 79814 h 817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8061347" h="8179266">
                  <a:moveTo>
                    <a:pt x="1517986" y="79814"/>
                  </a:moveTo>
                  <a:cubicBezTo>
                    <a:pt x="1742421" y="201324"/>
                    <a:pt x="1876797" y="472934"/>
                    <a:pt x="1835341" y="725960"/>
                  </a:cubicBezTo>
                  <a:cubicBezTo>
                    <a:pt x="1798173" y="958973"/>
                    <a:pt x="1572308" y="1299200"/>
                    <a:pt x="1858213" y="1470743"/>
                  </a:cubicBezTo>
                  <a:cubicBezTo>
                    <a:pt x="1989729" y="1550797"/>
                    <a:pt x="2154125" y="1545079"/>
                    <a:pt x="2308514" y="1546508"/>
                  </a:cubicBezTo>
                  <a:cubicBezTo>
                    <a:pt x="2462903" y="1547938"/>
                    <a:pt x="2631587" y="1566521"/>
                    <a:pt x="2738802" y="1678025"/>
                  </a:cubicBezTo>
                  <a:cubicBezTo>
                    <a:pt x="2867459" y="1809541"/>
                    <a:pt x="2853164" y="2001097"/>
                    <a:pt x="2883184" y="2168352"/>
                  </a:cubicBezTo>
                  <a:cubicBezTo>
                    <a:pt x="2920352" y="2371345"/>
                    <a:pt x="3027566" y="2537170"/>
                    <a:pt x="3199110" y="2655821"/>
                  </a:cubicBezTo>
                  <a:cubicBezTo>
                    <a:pt x="3536478" y="2887404"/>
                    <a:pt x="3975343" y="2851666"/>
                    <a:pt x="4338442" y="3020350"/>
                  </a:cubicBezTo>
                  <a:cubicBezTo>
                    <a:pt x="4871656" y="3269087"/>
                    <a:pt x="4800180" y="3882354"/>
                    <a:pt x="4648650" y="4359816"/>
                  </a:cubicBezTo>
                  <a:cubicBezTo>
                    <a:pt x="4495690" y="4841567"/>
                    <a:pt x="4116866" y="5306163"/>
                    <a:pt x="4086846" y="5819363"/>
                  </a:cubicBezTo>
                  <a:cubicBezTo>
                    <a:pt x="4068262" y="6139577"/>
                    <a:pt x="4381328" y="6381166"/>
                    <a:pt x="4674381" y="6418334"/>
                  </a:cubicBezTo>
                  <a:cubicBezTo>
                    <a:pt x="5104669" y="6474086"/>
                    <a:pt x="5476346" y="6175315"/>
                    <a:pt x="5896627" y="6189610"/>
                  </a:cubicBezTo>
                  <a:cubicBezTo>
                    <a:pt x="6158231" y="6198187"/>
                    <a:pt x="6404109" y="6429770"/>
                    <a:pt x="6674290" y="6368301"/>
                  </a:cubicBezTo>
                  <a:cubicBezTo>
                    <a:pt x="6953048" y="6305402"/>
                    <a:pt x="7126020" y="6020926"/>
                    <a:pt x="7410497" y="5969463"/>
                  </a:cubicBezTo>
                  <a:cubicBezTo>
                    <a:pt x="7737858" y="5910852"/>
                    <a:pt x="8049495" y="6228207"/>
                    <a:pt x="8060931" y="6559857"/>
                  </a:cubicBezTo>
                  <a:cubicBezTo>
                    <a:pt x="8072367" y="6891507"/>
                    <a:pt x="7846502" y="7197426"/>
                    <a:pt x="7563456" y="7370398"/>
                  </a:cubicBezTo>
                  <a:cubicBezTo>
                    <a:pt x="7311859" y="7524788"/>
                    <a:pt x="7018806" y="7593405"/>
                    <a:pt x="6731471" y="7660593"/>
                  </a:cubicBezTo>
                  <a:cubicBezTo>
                    <a:pt x="6105338" y="7806404"/>
                    <a:pt x="5477776" y="7953646"/>
                    <a:pt x="4851643" y="8099457"/>
                  </a:cubicBezTo>
                  <a:cubicBezTo>
                    <a:pt x="4622919" y="8152349"/>
                    <a:pt x="4385617" y="8206671"/>
                    <a:pt x="4154033" y="8163786"/>
                  </a:cubicBezTo>
                  <a:cubicBezTo>
                    <a:pt x="3878135" y="8112323"/>
                    <a:pt x="3642263" y="7930773"/>
                    <a:pt x="3373512" y="7850720"/>
                  </a:cubicBezTo>
                  <a:cubicBezTo>
                    <a:pt x="2927499" y="7719203"/>
                    <a:pt x="2457185" y="7879310"/>
                    <a:pt x="1998307" y="7955075"/>
                  </a:cubicBezTo>
                  <a:cubicBezTo>
                    <a:pt x="1539428" y="8030840"/>
                    <a:pt x="981913" y="7972230"/>
                    <a:pt x="746041" y="7571962"/>
                  </a:cubicBezTo>
                  <a:cubicBezTo>
                    <a:pt x="571639" y="7276050"/>
                    <a:pt x="641685" y="6898655"/>
                    <a:pt x="764625" y="6579870"/>
                  </a:cubicBezTo>
                  <a:cubicBezTo>
                    <a:pt x="888994" y="6259657"/>
                    <a:pt x="1063396" y="5950879"/>
                    <a:pt x="1091986" y="5610652"/>
                  </a:cubicBezTo>
                  <a:cubicBezTo>
                    <a:pt x="1140590" y="5033123"/>
                    <a:pt x="767484" y="4517064"/>
                    <a:pt x="451558" y="4031025"/>
                  </a:cubicBezTo>
                  <a:cubicBezTo>
                    <a:pt x="135633" y="3544986"/>
                    <a:pt x="-147414" y="2937437"/>
                    <a:pt x="85599" y="2407083"/>
                  </a:cubicBezTo>
                  <a:cubicBezTo>
                    <a:pt x="251425" y="2029688"/>
                    <a:pt x="657410" y="1755219"/>
                    <a:pt x="680283" y="1343515"/>
                  </a:cubicBezTo>
                  <a:cubicBezTo>
                    <a:pt x="691719" y="1144811"/>
                    <a:pt x="607377" y="954684"/>
                    <a:pt x="581645" y="757409"/>
                  </a:cubicBezTo>
                  <a:cubicBezTo>
                    <a:pt x="520176" y="245639"/>
                    <a:pt x="1029087" y="-183219"/>
                    <a:pt x="1517986" y="79814"/>
                  </a:cubicBezTo>
                  <a:close/>
                </a:path>
              </a:pathLst>
            </a:cu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-1584327" y="234558"/>
              <a:ext cx="8595502" cy="7690495"/>
            </a:xfrm>
            <a:custGeom>
              <a:avLst/>
              <a:gdLst>
                <a:gd name="connsiteX0" fmla="*/ 2012141 w 8595502"/>
                <a:gd name="connsiteY0" fmla="*/ 1511344 h 7690495"/>
                <a:gd name="connsiteX1" fmla="*/ 3420225 w 8595502"/>
                <a:gd name="connsiteY1" fmla="*/ 2173214 h 7690495"/>
                <a:gd name="connsiteX2" fmla="*/ 3886251 w 8595502"/>
                <a:gd name="connsiteY2" fmla="*/ 3345426 h 7690495"/>
                <a:gd name="connsiteX3" fmla="*/ 3846224 w 8595502"/>
                <a:gd name="connsiteY3" fmla="*/ 4650584 h 7690495"/>
                <a:gd name="connsiteX4" fmla="*/ 4535256 w 8595502"/>
                <a:gd name="connsiteY4" fmla="*/ 5678413 h 7690495"/>
                <a:gd name="connsiteX5" fmla="*/ 6236393 w 8595502"/>
                <a:gd name="connsiteY5" fmla="*/ 5485427 h 7690495"/>
                <a:gd name="connsiteX6" fmla="*/ 7239922 w 8595502"/>
                <a:gd name="connsiteY6" fmla="*/ 5745601 h 7690495"/>
                <a:gd name="connsiteX7" fmla="*/ 8254886 w 8595502"/>
                <a:gd name="connsiteY7" fmla="*/ 5649823 h 7690495"/>
                <a:gd name="connsiteX8" fmla="*/ 8572241 w 8595502"/>
                <a:gd name="connsiteY8" fmla="*/ 6386029 h 7690495"/>
                <a:gd name="connsiteX9" fmla="*/ 7984705 w 8595502"/>
                <a:gd name="connsiteY9" fmla="*/ 6999295 h 7690495"/>
                <a:gd name="connsiteX10" fmla="*/ 7131277 w 8595502"/>
                <a:gd name="connsiteY10" fmla="*/ 7190852 h 7690495"/>
                <a:gd name="connsiteX11" fmla="*/ 4513813 w 8595502"/>
                <a:gd name="connsiteY11" fmla="*/ 7515355 h 7690495"/>
                <a:gd name="connsiteX12" fmla="*/ 3031394 w 8595502"/>
                <a:gd name="connsiteY12" fmla="*/ 7674032 h 7690495"/>
                <a:gd name="connsiteX13" fmla="*/ 1743390 w 8595502"/>
                <a:gd name="connsiteY13" fmla="*/ 7473898 h 7690495"/>
                <a:gd name="connsiteX14" fmla="*/ 1052928 w 8595502"/>
                <a:gd name="connsiteY14" fmla="*/ 6576156 h 7690495"/>
                <a:gd name="connsiteX15" fmla="*/ 446809 w 8595502"/>
                <a:gd name="connsiteY15" fmla="*/ 4481900 h 7690495"/>
                <a:gd name="connsiteX16" fmla="*/ 652661 w 8595502"/>
                <a:gd name="connsiteY16" fmla="*/ 3285386 h 7690495"/>
                <a:gd name="connsiteX17" fmla="*/ 35105 w 8595502"/>
                <a:gd name="connsiteY17" fmla="*/ 1717196 h 7690495"/>
                <a:gd name="connsiteX18" fmla="*/ 343883 w 8595502"/>
                <a:gd name="connsiteY18" fmla="*/ 464930 h 7690495"/>
                <a:gd name="connsiteX19" fmla="*/ 1544686 w 8595502"/>
                <a:gd name="connsiteY19" fmla="*/ 111837 h 7690495"/>
                <a:gd name="connsiteX20" fmla="*/ 2012141 w 8595502"/>
                <a:gd name="connsiteY20" fmla="*/ 1511344 h 7690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595502" h="7690495">
                  <a:moveTo>
                    <a:pt x="2012141" y="1511344"/>
                  </a:moveTo>
                  <a:cubicBezTo>
                    <a:pt x="2336644" y="1925906"/>
                    <a:pt x="2999944" y="1858719"/>
                    <a:pt x="3420225" y="2173214"/>
                  </a:cubicBezTo>
                  <a:cubicBezTo>
                    <a:pt x="3769030" y="2434818"/>
                    <a:pt x="3884821" y="2909420"/>
                    <a:pt x="3886251" y="3345426"/>
                  </a:cubicBezTo>
                  <a:cubicBezTo>
                    <a:pt x="3887680" y="3781432"/>
                    <a:pt x="3799050" y="4217437"/>
                    <a:pt x="3846224" y="4650584"/>
                  </a:cubicBezTo>
                  <a:cubicBezTo>
                    <a:pt x="3893398" y="5083730"/>
                    <a:pt x="4122123" y="5539749"/>
                    <a:pt x="4535256" y="5678413"/>
                  </a:cubicBezTo>
                  <a:cubicBezTo>
                    <a:pt x="5084195" y="5861393"/>
                    <a:pt x="5661724" y="5418239"/>
                    <a:pt x="6236393" y="5485427"/>
                  </a:cubicBezTo>
                  <a:cubicBezTo>
                    <a:pt x="6580910" y="5525454"/>
                    <a:pt x="6892547" y="5747030"/>
                    <a:pt x="7239922" y="5745601"/>
                  </a:cubicBezTo>
                  <a:cubicBezTo>
                    <a:pt x="7584437" y="5744171"/>
                    <a:pt x="7934671" y="5522595"/>
                    <a:pt x="8254886" y="5649823"/>
                  </a:cubicBezTo>
                  <a:cubicBezTo>
                    <a:pt x="8526496" y="5758467"/>
                    <a:pt x="8650865" y="6104412"/>
                    <a:pt x="8572241" y="6386029"/>
                  </a:cubicBezTo>
                  <a:cubicBezTo>
                    <a:pt x="8492187" y="6667646"/>
                    <a:pt x="8252027" y="6880645"/>
                    <a:pt x="7984705" y="6999295"/>
                  </a:cubicBezTo>
                  <a:cubicBezTo>
                    <a:pt x="7717384" y="7117947"/>
                    <a:pt x="7421472" y="7155114"/>
                    <a:pt x="7131277" y="7190852"/>
                  </a:cubicBezTo>
                  <a:cubicBezTo>
                    <a:pt x="6259266" y="7299496"/>
                    <a:pt x="5387254" y="7406710"/>
                    <a:pt x="4513813" y="7515355"/>
                  </a:cubicBezTo>
                  <a:cubicBezTo>
                    <a:pt x="4020626" y="7576824"/>
                    <a:pt x="3527440" y="7636865"/>
                    <a:pt x="3031394" y="7674032"/>
                  </a:cubicBezTo>
                  <a:cubicBezTo>
                    <a:pt x="2589670" y="7706911"/>
                    <a:pt x="2115067" y="7712629"/>
                    <a:pt x="1743390" y="7473898"/>
                  </a:cubicBezTo>
                  <a:cubicBezTo>
                    <a:pt x="1421746" y="7268047"/>
                    <a:pt x="1230190" y="6914954"/>
                    <a:pt x="1052928" y="6576156"/>
                  </a:cubicBezTo>
                  <a:cubicBezTo>
                    <a:pt x="708412" y="5921433"/>
                    <a:pt x="355319" y="5213817"/>
                    <a:pt x="446809" y="4481900"/>
                  </a:cubicBezTo>
                  <a:cubicBezTo>
                    <a:pt x="498272" y="4078773"/>
                    <a:pt x="684110" y="3689942"/>
                    <a:pt x="652661" y="3285386"/>
                  </a:cubicBezTo>
                  <a:cubicBezTo>
                    <a:pt x="609775" y="2722152"/>
                    <a:pt x="162333" y="2267563"/>
                    <a:pt x="35105" y="1717196"/>
                  </a:cubicBezTo>
                  <a:cubicBezTo>
                    <a:pt x="-64962" y="1282619"/>
                    <a:pt x="52259" y="802298"/>
                    <a:pt x="343883" y="464930"/>
                  </a:cubicBezTo>
                  <a:cubicBezTo>
                    <a:pt x="635506" y="126133"/>
                    <a:pt x="1120116" y="-168350"/>
                    <a:pt x="1544686" y="111837"/>
                  </a:cubicBezTo>
                  <a:cubicBezTo>
                    <a:pt x="2057886" y="449206"/>
                    <a:pt x="1659048" y="1061043"/>
                    <a:pt x="2012141" y="1511344"/>
                  </a:cubicBezTo>
                  <a:close/>
                </a:path>
              </a:pathLst>
            </a:custGeom>
            <a:solidFill>
              <a:srgbClr val="4AA8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-521860" y="5673108"/>
              <a:ext cx="6450634" cy="1731437"/>
            </a:xfrm>
            <a:custGeom>
              <a:avLst/>
              <a:gdLst>
                <a:gd name="connsiteX0" fmla="*/ 1161243 w 6450634"/>
                <a:gd name="connsiteY0" fmla="*/ 211272 h 1731437"/>
                <a:gd name="connsiteX1" fmla="*/ 1647282 w 6450634"/>
                <a:gd name="connsiteY1" fmla="*/ 1131 h 1731437"/>
                <a:gd name="connsiteX2" fmla="*/ 2440670 w 6450634"/>
                <a:gd name="connsiteY2" fmla="*/ 422842 h 1731437"/>
                <a:gd name="connsiteX3" fmla="*/ 3628607 w 6450634"/>
                <a:gd name="connsiteY3" fmla="*/ 394251 h 1731437"/>
                <a:gd name="connsiteX4" fmla="*/ 4374820 w 6450634"/>
                <a:gd name="connsiteY4" fmla="*/ 791659 h 1731437"/>
                <a:gd name="connsiteX5" fmla="*/ 5175355 w 6450634"/>
                <a:gd name="connsiteY5" fmla="*/ 937471 h 1731437"/>
                <a:gd name="connsiteX6" fmla="*/ 5607073 w 6450634"/>
                <a:gd name="connsiteY6" fmla="*/ 580090 h 1731437"/>
                <a:gd name="connsiteX7" fmla="*/ 6218910 w 6450634"/>
                <a:gd name="connsiteY7" fmla="*/ 554358 h 1731437"/>
                <a:gd name="connsiteX8" fmla="*/ 6424762 w 6450634"/>
                <a:gd name="connsiteY8" fmla="*/ 1114733 h 1731437"/>
                <a:gd name="connsiteX9" fmla="*/ 5831508 w 6450634"/>
                <a:gd name="connsiteY9" fmla="*/ 1464967 h 1731437"/>
                <a:gd name="connsiteX10" fmla="*/ 5103879 w 6450634"/>
                <a:gd name="connsiteY10" fmla="*/ 1397779 h 1731437"/>
                <a:gd name="connsiteX11" fmla="*/ 3914513 w 6450634"/>
                <a:gd name="connsiteY11" fmla="*/ 1610778 h 1731437"/>
                <a:gd name="connsiteX12" fmla="*/ 2717998 w 6450634"/>
                <a:gd name="connsiteY12" fmla="*/ 1669389 h 1731437"/>
                <a:gd name="connsiteX13" fmla="*/ 1743061 w 6450634"/>
                <a:gd name="connsiteY13" fmla="*/ 1264833 h 1731437"/>
                <a:gd name="connsiteX14" fmla="*/ 758116 w 6450634"/>
                <a:gd name="connsiteY14" fmla="*/ 1329162 h 1731437"/>
                <a:gd name="connsiteX15" fmla="*/ 96245 w 6450634"/>
                <a:gd name="connsiteY15" fmla="*/ 888867 h 1731437"/>
                <a:gd name="connsiteX16" fmla="*/ 24769 w 6450634"/>
                <a:gd name="connsiteY16" fmla="*/ 384244 h 1731437"/>
                <a:gd name="connsiteX17" fmla="*/ 1161243 w 6450634"/>
                <a:gd name="connsiteY17" fmla="*/ 211272 h 173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450634" h="1731437">
                  <a:moveTo>
                    <a:pt x="1161243" y="211272"/>
                  </a:moveTo>
                  <a:cubicBezTo>
                    <a:pt x="1327068" y="148372"/>
                    <a:pt x="1470021" y="13997"/>
                    <a:pt x="1647282" y="1131"/>
                  </a:cubicBezTo>
                  <a:cubicBezTo>
                    <a:pt x="1951771" y="-21741"/>
                    <a:pt x="2157624" y="308480"/>
                    <a:pt x="2440670" y="422842"/>
                  </a:cubicBezTo>
                  <a:cubicBezTo>
                    <a:pt x="2812347" y="572942"/>
                    <a:pt x="3234058" y="327063"/>
                    <a:pt x="3628607" y="394251"/>
                  </a:cubicBezTo>
                  <a:cubicBezTo>
                    <a:pt x="3908794" y="441425"/>
                    <a:pt x="4136089" y="638700"/>
                    <a:pt x="4374820" y="791659"/>
                  </a:cubicBezTo>
                  <a:cubicBezTo>
                    <a:pt x="4613551" y="946048"/>
                    <a:pt x="4920900" y="1063269"/>
                    <a:pt x="5175355" y="937471"/>
                  </a:cubicBezTo>
                  <a:cubicBezTo>
                    <a:pt x="5344040" y="854559"/>
                    <a:pt x="5451254" y="684445"/>
                    <a:pt x="5607073" y="580090"/>
                  </a:cubicBezTo>
                  <a:cubicBezTo>
                    <a:pt x="5785763" y="460009"/>
                    <a:pt x="6035931" y="441425"/>
                    <a:pt x="6218910" y="554358"/>
                  </a:cubicBezTo>
                  <a:cubicBezTo>
                    <a:pt x="6403319" y="667291"/>
                    <a:pt x="6500527" y="913169"/>
                    <a:pt x="6424762" y="1114733"/>
                  </a:cubicBezTo>
                  <a:cubicBezTo>
                    <a:pt x="6338990" y="1342027"/>
                    <a:pt x="6074528" y="1454960"/>
                    <a:pt x="5831508" y="1464967"/>
                  </a:cubicBezTo>
                  <a:cubicBezTo>
                    <a:pt x="5588488" y="1474973"/>
                    <a:pt x="5348328" y="1409215"/>
                    <a:pt x="5103879" y="1397779"/>
                  </a:cubicBezTo>
                  <a:cubicBezTo>
                    <a:pt x="4699323" y="1377765"/>
                    <a:pt x="4304773" y="1507853"/>
                    <a:pt x="3914513" y="1610778"/>
                  </a:cubicBezTo>
                  <a:cubicBezTo>
                    <a:pt x="3522822" y="1713704"/>
                    <a:pt x="3103970" y="1790899"/>
                    <a:pt x="2717998" y="1669389"/>
                  </a:cubicBezTo>
                  <a:cubicBezTo>
                    <a:pt x="2380630" y="1562174"/>
                    <a:pt x="2093295" y="1310577"/>
                    <a:pt x="1743061" y="1264833"/>
                  </a:cubicBezTo>
                  <a:cubicBezTo>
                    <a:pt x="1415699" y="1221947"/>
                    <a:pt x="1086908" y="1367758"/>
                    <a:pt x="758116" y="1329162"/>
                  </a:cubicBezTo>
                  <a:cubicBezTo>
                    <a:pt x="485077" y="1296282"/>
                    <a:pt x="232050" y="1127598"/>
                    <a:pt x="96245" y="888867"/>
                  </a:cubicBezTo>
                  <a:cubicBezTo>
                    <a:pt x="10474" y="737337"/>
                    <a:pt x="-29553" y="551499"/>
                    <a:pt x="24769" y="384244"/>
                  </a:cubicBezTo>
                  <a:cubicBezTo>
                    <a:pt x="190594" y="-133244"/>
                    <a:pt x="831022" y="337070"/>
                    <a:pt x="1161243" y="211272"/>
                  </a:cubicBezTo>
                  <a:close/>
                </a:path>
              </a:pathLst>
            </a:cu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 rot="1052935">
            <a:off x="7906655" y="-839703"/>
            <a:ext cx="6256476" cy="9581246"/>
            <a:chOff x="8032341" y="-899399"/>
            <a:chExt cx="6256476" cy="9581246"/>
          </a:xfrm>
        </p:grpSpPr>
        <p:sp>
          <p:nvSpPr>
            <p:cNvPr id="28" name="任意多边形: 形状 27"/>
            <p:cNvSpPr/>
            <p:nvPr/>
          </p:nvSpPr>
          <p:spPr>
            <a:xfrm>
              <a:off x="8249140" y="-453104"/>
              <a:ext cx="6039677" cy="9134951"/>
            </a:xfrm>
            <a:custGeom>
              <a:avLst/>
              <a:gdLst>
                <a:gd name="connsiteX0" fmla="*/ 380115 w 6039677"/>
                <a:gd name="connsiteY0" fmla="*/ 1994961 h 9134951"/>
                <a:gd name="connsiteX1" fmla="*/ 2055333 w 6039677"/>
                <a:gd name="connsiteY1" fmla="*/ 2817368 h 9134951"/>
                <a:gd name="connsiteX2" fmla="*/ 2499220 w 6039677"/>
                <a:gd name="connsiteY2" fmla="*/ 4025896 h 9134951"/>
                <a:gd name="connsiteX3" fmla="*/ 2479458 w 6039677"/>
                <a:gd name="connsiteY3" fmla="*/ 5346916 h 9134951"/>
                <a:gd name="connsiteX4" fmla="*/ 3032797 w 6039677"/>
                <a:gd name="connsiteY4" fmla="*/ 6500718 h 9134951"/>
                <a:gd name="connsiteX5" fmla="*/ 3601337 w 6039677"/>
                <a:gd name="connsiteY5" fmla="*/ 6784988 h 9134951"/>
                <a:gd name="connsiteX6" fmla="*/ 4025462 w 6039677"/>
                <a:gd name="connsiteY6" fmla="*/ 7233436 h 9134951"/>
                <a:gd name="connsiteX7" fmla="*/ 3812640 w 6039677"/>
                <a:gd name="connsiteY7" fmla="*/ 8168335 h 9134951"/>
                <a:gd name="connsiteX8" fmla="*/ 4128834 w 6039677"/>
                <a:gd name="connsiteY8" fmla="*/ 8969460 h 9134951"/>
                <a:gd name="connsiteX9" fmla="*/ 4984685 w 6039677"/>
                <a:gd name="connsiteY9" fmla="*/ 9057629 h 9134951"/>
                <a:gd name="connsiteX10" fmla="*/ 5583628 w 6039677"/>
                <a:gd name="connsiteY10" fmla="*/ 7750291 h 9134951"/>
                <a:gd name="connsiteX11" fmla="*/ 5484818 w 6039677"/>
                <a:gd name="connsiteY11" fmla="*/ 6231650 h 9134951"/>
                <a:gd name="connsiteX12" fmla="*/ 5908943 w 6039677"/>
                <a:gd name="connsiteY12" fmla="*/ 4915190 h 9134951"/>
                <a:gd name="connsiteX13" fmla="*/ 5598830 w 6039677"/>
                <a:gd name="connsiteY13" fmla="*/ 1614920 h 9134951"/>
                <a:gd name="connsiteX14" fmla="*/ 4986205 w 6039677"/>
                <a:gd name="connsiteY14" fmla="*/ 473280 h 9134951"/>
                <a:gd name="connsiteX15" fmla="*/ 4247406 w 6039677"/>
                <a:gd name="connsiteY15" fmla="*/ 263497 h 9134951"/>
                <a:gd name="connsiteX16" fmla="*/ 3052559 w 6039677"/>
                <a:gd name="connsiteY16" fmla="*/ 628336 h 9134951"/>
                <a:gd name="connsiteX17" fmla="*/ 2099418 w 6039677"/>
                <a:gd name="connsiteY17" fmla="*/ 374469 h 9134951"/>
                <a:gd name="connsiteX18" fmla="*/ 1173639 w 6039677"/>
                <a:gd name="connsiteY18" fmla="*/ 11151 h 9134951"/>
                <a:gd name="connsiteX19" fmla="*/ 380115 w 6039677"/>
                <a:gd name="connsiteY19" fmla="*/ 1994961 h 913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039677" h="9134951">
                  <a:moveTo>
                    <a:pt x="380115" y="1994961"/>
                  </a:moveTo>
                  <a:cubicBezTo>
                    <a:pt x="855925" y="2403884"/>
                    <a:pt x="1599284" y="2387162"/>
                    <a:pt x="2055333" y="2817368"/>
                  </a:cubicBezTo>
                  <a:cubicBezTo>
                    <a:pt x="2376087" y="3119880"/>
                    <a:pt x="2487059" y="3585049"/>
                    <a:pt x="2499220" y="4025896"/>
                  </a:cubicBezTo>
                  <a:cubicBezTo>
                    <a:pt x="2512902" y="4466743"/>
                    <a:pt x="2444494" y="4907589"/>
                    <a:pt x="2479458" y="5346916"/>
                  </a:cubicBezTo>
                  <a:cubicBezTo>
                    <a:pt x="2514422" y="5786243"/>
                    <a:pt x="2672519" y="6246851"/>
                    <a:pt x="3032797" y="6500718"/>
                  </a:cubicBezTo>
                  <a:cubicBezTo>
                    <a:pt x="3206095" y="6622331"/>
                    <a:pt x="3412837" y="6687698"/>
                    <a:pt x="3601337" y="6784988"/>
                  </a:cubicBezTo>
                  <a:cubicBezTo>
                    <a:pt x="3789838" y="6882279"/>
                    <a:pt x="3970737" y="7028214"/>
                    <a:pt x="4025462" y="7233436"/>
                  </a:cubicBezTo>
                  <a:cubicBezTo>
                    <a:pt x="4107552" y="7546589"/>
                    <a:pt x="3867366" y="7849101"/>
                    <a:pt x="3812640" y="8168335"/>
                  </a:cubicBezTo>
                  <a:cubicBezTo>
                    <a:pt x="3762475" y="8466287"/>
                    <a:pt x="3888648" y="8787040"/>
                    <a:pt x="4128834" y="8969460"/>
                  </a:cubicBezTo>
                  <a:cubicBezTo>
                    <a:pt x="4369019" y="9151879"/>
                    <a:pt x="4712576" y="9186843"/>
                    <a:pt x="4984685" y="9057629"/>
                  </a:cubicBezTo>
                  <a:cubicBezTo>
                    <a:pt x="5443774" y="8840246"/>
                    <a:pt x="5604911" y="8258025"/>
                    <a:pt x="5583628" y="7750291"/>
                  </a:cubicBezTo>
                  <a:cubicBezTo>
                    <a:pt x="5563866" y="7242557"/>
                    <a:pt x="5416411" y="6736343"/>
                    <a:pt x="5484818" y="6231650"/>
                  </a:cubicBezTo>
                  <a:cubicBezTo>
                    <a:pt x="5547145" y="5774081"/>
                    <a:pt x="5779730" y="5357557"/>
                    <a:pt x="5908943" y="4915190"/>
                  </a:cubicBezTo>
                  <a:cubicBezTo>
                    <a:pt x="6223616" y="3838916"/>
                    <a:pt x="5910463" y="2691195"/>
                    <a:pt x="5598830" y="1614920"/>
                  </a:cubicBezTo>
                  <a:cubicBezTo>
                    <a:pt x="5475697" y="1192316"/>
                    <a:pt x="5334322" y="740828"/>
                    <a:pt x="4986205" y="473280"/>
                  </a:cubicBezTo>
                  <a:cubicBezTo>
                    <a:pt x="4777943" y="313663"/>
                    <a:pt x="4507354" y="236134"/>
                    <a:pt x="4247406" y="263497"/>
                  </a:cubicBezTo>
                  <a:cubicBezTo>
                    <a:pt x="3830882" y="306062"/>
                    <a:pt x="3469083" y="593372"/>
                    <a:pt x="3052559" y="628336"/>
                  </a:cubicBezTo>
                  <a:cubicBezTo>
                    <a:pt x="2721164" y="657219"/>
                    <a:pt x="2397369" y="521925"/>
                    <a:pt x="2099418" y="374469"/>
                  </a:cubicBezTo>
                  <a:cubicBezTo>
                    <a:pt x="1799946" y="227013"/>
                    <a:pt x="1501994" y="58276"/>
                    <a:pt x="1173639" y="11151"/>
                  </a:cubicBezTo>
                  <a:cubicBezTo>
                    <a:pt x="85203" y="-142386"/>
                    <a:pt x="-393648" y="1329130"/>
                    <a:pt x="380115" y="1994961"/>
                  </a:cubicBezTo>
                  <a:close/>
                </a:path>
              </a:pathLst>
            </a:cu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8032341" y="-867604"/>
              <a:ext cx="5660597" cy="8675620"/>
            </a:xfrm>
            <a:custGeom>
              <a:avLst/>
              <a:gdLst>
                <a:gd name="connsiteX0" fmla="*/ 111 w 5660597"/>
                <a:gd name="connsiteY0" fmla="*/ 731827 h 8675620"/>
                <a:gd name="connsiteX1" fmla="*/ 673543 w 5660597"/>
                <a:gd name="connsiteY1" fmla="*/ 1622641 h 8675620"/>
                <a:gd name="connsiteX2" fmla="*/ 2227148 w 5660597"/>
                <a:gd name="connsiteY2" fmla="*/ 1805061 h 8675620"/>
                <a:gd name="connsiteX3" fmla="*/ 3162048 w 5660597"/>
                <a:gd name="connsiteY3" fmla="*/ 2495214 h 8675620"/>
                <a:gd name="connsiteX4" fmla="*/ 3335346 w 5660597"/>
                <a:gd name="connsiteY4" fmla="*/ 3644456 h 8675620"/>
                <a:gd name="connsiteX5" fmla="*/ 3133164 w 5660597"/>
                <a:gd name="connsiteY5" fmla="*/ 4263161 h 8675620"/>
                <a:gd name="connsiteX6" fmla="*/ 3203092 w 5660597"/>
                <a:gd name="connsiteY6" fmla="*/ 4889468 h 8675620"/>
                <a:gd name="connsiteX7" fmla="*/ 3900846 w 5660597"/>
                <a:gd name="connsiteY7" fmla="*/ 5565939 h 8675620"/>
                <a:gd name="connsiteX8" fmla="*/ 3745790 w 5660597"/>
                <a:gd name="connsiteY8" fmla="*/ 6490197 h 8675620"/>
                <a:gd name="connsiteX9" fmla="*/ 4422262 w 5660597"/>
                <a:gd name="connsiteY9" fmla="*/ 6946245 h 8675620"/>
                <a:gd name="connsiteX10" fmla="*/ 4347774 w 5660597"/>
                <a:gd name="connsiteY10" fmla="*/ 7422056 h 8675620"/>
                <a:gd name="connsiteX11" fmla="*/ 4074145 w 5660597"/>
                <a:gd name="connsiteY11" fmla="*/ 7844661 h 8675620"/>
                <a:gd name="connsiteX12" fmla="*/ 4613802 w 5660597"/>
                <a:gd name="connsiteY12" fmla="*/ 8667068 h 8675620"/>
                <a:gd name="connsiteX13" fmla="*/ 5527419 w 5660597"/>
                <a:gd name="connsiteY13" fmla="*/ 8148693 h 8675620"/>
                <a:gd name="connsiteX14" fmla="*/ 5586706 w 5660597"/>
                <a:gd name="connsiteY14" fmla="*/ 7054177 h 8675620"/>
                <a:gd name="connsiteX15" fmla="*/ 5244669 w 5660597"/>
                <a:gd name="connsiteY15" fmla="*/ 5930778 h 8675620"/>
                <a:gd name="connsiteX16" fmla="*/ 5518298 w 5660597"/>
                <a:gd name="connsiteY16" fmla="*/ 4720730 h 8675620"/>
                <a:gd name="connsiteX17" fmla="*/ 5519819 w 5660597"/>
                <a:gd name="connsiteY17" fmla="*/ 3507641 h 8675620"/>
                <a:gd name="connsiteX18" fmla="*/ 4926955 w 5660597"/>
                <a:gd name="connsiteY18" fmla="*/ 2758202 h 8675620"/>
                <a:gd name="connsiteX19" fmla="*/ 4957359 w 5660597"/>
                <a:gd name="connsiteY19" fmla="*/ 1724492 h 8675620"/>
                <a:gd name="connsiteX20" fmla="*/ 4853987 w 5660597"/>
                <a:gd name="connsiteY20" fmla="*/ 712065 h 8675620"/>
                <a:gd name="connsiteX21" fmla="*/ 3671302 w 5660597"/>
                <a:gd name="connsiteY21" fmla="*/ 509883 h 8675620"/>
                <a:gd name="connsiteX22" fmla="*/ 2692317 w 5660597"/>
                <a:gd name="connsiteY22" fmla="*/ 646698 h 8675620"/>
                <a:gd name="connsiteX23" fmla="*/ 1783261 w 5660597"/>
                <a:gd name="connsiteY23" fmla="*/ 268178 h 8675620"/>
                <a:gd name="connsiteX24" fmla="*/ 197732 w 5660597"/>
                <a:gd name="connsiteY24" fmla="*/ 237775 h 8675620"/>
                <a:gd name="connsiteX25" fmla="*/ 111 w 5660597"/>
                <a:gd name="connsiteY25" fmla="*/ 731827 h 8675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660597" h="8675620">
                  <a:moveTo>
                    <a:pt x="111" y="731827"/>
                  </a:moveTo>
                  <a:cubicBezTo>
                    <a:pt x="6192" y="1107307"/>
                    <a:pt x="308704" y="1476706"/>
                    <a:pt x="673543" y="1622641"/>
                  </a:cubicBezTo>
                  <a:cubicBezTo>
                    <a:pt x="1159994" y="1818742"/>
                    <a:pt x="1717894" y="1678887"/>
                    <a:pt x="2227148" y="1805061"/>
                  </a:cubicBezTo>
                  <a:cubicBezTo>
                    <a:pt x="2613269" y="1900831"/>
                    <a:pt x="2956826" y="2154698"/>
                    <a:pt x="3162048" y="2495214"/>
                  </a:cubicBezTo>
                  <a:cubicBezTo>
                    <a:pt x="3367269" y="2835730"/>
                    <a:pt x="3431116" y="3258335"/>
                    <a:pt x="3335346" y="3644456"/>
                  </a:cubicBezTo>
                  <a:cubicBezTo>
                    <a:pt x="3283660" y="3854238"/>
                    <a:pt x="3186370" y="4051859"/>
                    <a:pt x="3133164" y="4263161"/>
                  </a:cubicBezTo>
                  <a:cubicBezTo>
                    <a:pt x="3079959" y="4472944"/>
                    <a:pt x="3078439" y="4711609"/>
                    <a:pt x="3203092" y="4889468"/>
                  </a:cubicBezTo>
                  <a:cubicBezTo>
                    <a:pt x="3393112" y="5160056"/>
                    <a:pt x="3838519" y="5240625"/>
                    <a:pt x="3900846" y="5565939"/>
                  </a:cubicBezTo>
                  <a:cubicBezTo>
                    <a:pt x="3961653" y="5882133"/>
                    <a:pt x="3592253" y="6207447"/>
                    <a:pt x="3745790" y="6490197"/>
                  </a:cubicBezTo>
                  <a:cubicBezTo>
                    <a:pt x="3878044" y="6734943"/>
                    <a:pt x="4288488" y="6701500"/>
                    <a:pt x="4422262" y="6946245"/>
                  </a:cubicBezTo>
                  <a:cubicBezTo>
                    <a:pt x="4502830" y="7093701"/>
                    <a:pt x="4440504" y="7280681"/>
                    <a:pt x="4347774" y="7422056"/>
                  </a:cubicBezTo>
                  <a:cubicBezTo>
                    <a:pt x="4255044" y="7561911"/>
                    <a:pt x="4130390" y="7686564"/>
                    <a:pt x="4074145" y="7844661"/>
                  </a:cubicBezTo>
                  <a:cubicBezTo>
                    <a:pt x="3947971" y="8197338"/>
                    <a:pt x="4244403" y="8609302"/>
                    <a:pt x="4613802" y="8667068"/>
                  </a:cubicBezTo>
                  <a:cubicBezTo>
                    <a:pt x="4983201" y="8724834"/>
                    <a:pt x="5358681" y="8483129"/>
                    <a:pt x="5527419" y="8148693"/>
                  </a:cubicBezTo>
                  <a:cubicBezTo>
                    <a:pt x="5697677" y="7815778"/>
                    <a:pt x="5690076" y="7412935"/>
                    <a:pt x="5586706" y="7054177"/>
                  </a:cubicBezTo>
                  <a:cubicBezTo>
                    <a:pt x="5478774" y="6675657"/>
                    <a:pt x="5272032" y="6321460"/>
                    <a:pt x="5244669" y="5930778"/>
                  </a:cubicBezTo>
                  <a:cubicBezTo>
                    <a:pt x="5215786" y="5515774"/>
                    <a:pt x="5390605" y="5117492"/>
                    <a:pt x="5518298" y="4720730"/>
                  </a:cubicBezTo>
                  <a:cubicBezTo>
                    <a:pt x="5645992" y="4323968"/>
                    <a:pt x="5725040" y="3870960"/>
                    <a:pt x="5519819" y="3507641"/>
                  </a:cubicBezTo>
                  <a:cubicBezTo>
                    <a:pt x="5361721" y="3229452"/>
                    <a:pt x="5057689" y="3050073"/>
                    <a:pt x="4926955" y="2758202"/>
                  </a:cubicBezTo>
                  <a:cubicBezTo>
                    <a:pt x="4782540" y="2437448"/>
                    <a:pt x="4879830" y="2066528"/>
                    <a:pt x="4957359" y="1724492"/>
                  </a:cubicBezTo>
                  <a:cubicBezTo>
                    <a:pt x="5034887" y="1380936"/>
                    <a:pt x="5077451" y="984174"/>
                    <a:pt x="4853987" y="712065"/>
                  </a:cubicBezTo>
                  <a:cubicBezTo>
                    <a:pt x="4586439" y="385230"/>
                    <a:pt x="4081745" y="408033"/>
                    <a:pt x="3671302" y="509883"/>
                  </a:cubicBezTo>
                  <a:cubicBezTo>
                    <a:pt x="3358148" y="587412"/>
                    <a:pt x="3014592" y="716625"/>
                    <a:pt x="2692317" y="646698"/>
                  </a:cubicBezTo>
                  <a:cubicBezTo>
                    <a:pt x="2370043" y="576770"/>
                    <a:pt x="2076652" y="411073"/>
                    <a:pt x="1783261" y="268178"/>
                  </a:cubicBezTo>
                  <a:cubicBezTo>
                    <a:pt x="1334813" y="50795"/>
                    <a:pt x="597535" y="-192431"/>
                    <a:pt x="197732" y="237775"/>
                  </a:cubicBezTo>
                  <a:cubicBezTo>
                    <a:pt x="56357" y="391311"/>
                    <a:pt x="-2929" y="563089"/>
                    <a:pt x="111" y="731827"/>
                  </a:cubicBezTo>
                  <a:close/>
                </a:path>
              </a:pathLst>
            </a:custGeom>
            <a:solidFill>
              <a:srgbClr val="4AA8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9960759" y="-899399"/>
              <a:ext cx="3532175" cy="3492835"/>
            </a:xfrm>
            <a:custGeom>
              <a:avLst/>
              <a:gdLst>
                <a:gd name="connsiteX0" fmla="*/ 778 w 3532175"/>
                <a:gd name="connsiteY0" fmla="*/ 756021 h 3492835"/>
                <a:gd name="connsiteX1" fmla="*/ 303290 w 3532175"/>
                <a:gd name="connsiteY1" fmla="*/ 1271356 h 3492835"/>
                <a:gd name="connsiteX2" fmla="*/ 847508 w 3532175"/>
                <a:gd name="connsiteY2" fmla="*/ 1435533 h 3492835"/>
                <a:gd name="connsiteX3" fmla="*/ 1344601 w 3532175"/>
                <a:gd name="connsiteY3" fmla="*/ 1692440 h 3492835"/>
                <a:gd name="connsiteX4" fmla="*/ 1492057 w 3532175"/>
                <a:gd name="connsiteY4" fmla="*/ 2209295 h 3492835"/>
                <a:gd name="connsiteX5" fmla="*/ 1729202 w 3532175"/>
                <a:gd name="connsiteY5" fmla="*/ 2679025 h 3492835"/>
                <a:gd name="connsiteX6" fmla="*/ 2206533 w 3532175"/>
                <a:gd name="connsiteY6" fmla="*/ 2815839 h 3492835"/>
                <a:gd name="connsiteX7" fmla="*/ 2509045 w 3532175"/>
                <a:gd name="connsiteY7" fmla="*/ 3179158 h 3492835"/>
                <a:gd name="connsiteX8" fmla="*/ 2855642 w 3532175"/>
                <a:gd name="connsiteY8" fmla="*/ 3487751 h 3492835"/>
                <a:gd name="connsiteX9" fmla="*/ 3194638 w 3532175"/>
                <a:gd name="connsiteY9" fmla="*/ 3366138 h 3492835"/>
                <a:gd name="connsiteX10" fmla="*/ 3383138 w 3532175"/>
                <a:gd name="connsiteY10" fmla="*/ 3046904 h 3492835"/>
                <a:gd name="connsiteX11" fmla="*/ 3349694 w 3532175"/>
                <a:gd name="connsiteY11" fmla="*/ 1323041 h 3492835"/>
                <a:gd name="connsiteX12" fmla="*/ 3130791 w 3532175"/>
                <a:gd name="connsiteY12" fmla="*/ 762102 h 3492835"/>
                <a:gd name="connsiteX13" fmla="*/ 2993976 w 3532175"/>
                <a:gd name="connsiteY13" fmla="*/ 158598 h 3492835"/>
                <a:gd name="connsiteX14" fmla="*/ 2501444 w 3532175"/>
                <a:gd name="connsiteY14" fmla="*/ 9622 h 3492835"/>
                <a:gd name="connsiteX15" fmla="*/ 2001311 w 3532175"/>
                <a:gd name="connsiteY15" fmla="*/ 208763 h 3492835"/>
                <a:gd name="connsiteX16" fmla="*/ 1484456 w 3532175"/>
                <a:gd name="connsiteY16" fmla="*/ 345578 h 3492835"/>
                <a:gd name="connsiteX17" fmla="*/ 1052730 w 3532175"/>
                <a:gd name="connsiteY17" fmla="*/ 202682 h 3492835"/>
                <a:gd name="connsiteX18" fmla="*/ 278968 w 3532175"/>
                <a:gd name="connsiteY18" fmla="*/ 182920 h 3492835"/>
                <a:gd name="connsiteX19" fmla="*/ 778 w 3532175"/>
                <a:gd name="connsiteY19" fmla="*/ 756021 h 349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2175" h="3492835">
                  <a:moveTo>
                    <a:pt x="778" y="756021"/>
                  </a:moveTo>
                  <a:cubicBezTo>
                    <a:pt x="11419" y="962763"/>
                    <a:pt x="128472" y="1160384"/>
                    <a:pt x="303290" y="1271356"/>
                  </a:cubicBezTo>
                  <a:cubicBezTo>
                    <a:pt x="464427" y="1371686"/>
                    <a:pt x="660528" y="1396009"/>
                    <a:pt x="847508" y="1435533"/>
                  </a:cubicBezTo>
                  <a:cubicBezTo>
                    <a:pt x="1034488" y="1475057"/>
                    <a:pt x="1230589" y="1540424"/>
                    <a:pt x="1344601" y="1692440"/>
                  </a:cubicBezTo>
                  <a:cubicBezTo>
                    <a:pt x="1452533" y="1836856"/>
                    <a:pt x="1466214" y="2029916"/>
                    <a:pt x="1492057" y="2209295"/>
                  </a:cubicBezTo>
                  <a:cubicBezTo>
                    <a:pt x="1517900" y="2388674"/>
                    <a:pt x="1574145" y="2584775"/>
                    <a:pt x="1729202" y="2679025"/>
                  </a:cubicBezTo>
                  <a:cubicBezTo>
                    <a:pt x="1872097" y="2765674"/>
                    <a:pt x="2059077" y="2739831"/>
                    <a:pt x="2206533" y="2815839"/>
                  </a:cubicBezTo>
                  <a:cubicBezTo>
                    <a:pt x="2347908" y="2888807"/>
                    <a:pt x="2426956" y="3042343"/>
                    <a:pt x="2509045" y="3179158"/>
                  </a:cubicBezTo>
                  <a:cubicBezTo>
                    <a:pt x="2589613" y="3317493"/>
                    <a:pt x="2699065" y="3460388"/>
                    <a:pt x="2855642" y="3487751"/>
                  </a:cubicBezTo>
                  <a:cubicBezTo>
                    <a:pt x="2978775" y="3510553"/>
                    <a:pt x="3106468" y="3454307"/>
                    <a:pt x="3194638" y="3366138"/>
                  </a:cubicBezTo>
                  <a:cubicBezTo>
                    <a:pt x="3282807" y="3277968"/>
                    <a:pt x="3339053" y="3162436"/>
                    <a:pt x="3383138" y="3046904"/>
                  </a:cubicBezTo>
                  <a:cubicBezTo>
                    <a:pt x="3592920" y="2496606"/>
                    <a:pt x="3580759" y="1865739"/>
                    <a:pt x="3349694" y="1323041"/>
                  </a:cubicBezTo>
                  <a:cubicBezTo>
                    <a:pt x="3270646" y="1137582"/>
                    <a:pt x="3167275" y="959723"/>
                    <a:pt x="3130791" y="762102"/>
                  </a:cubicBezTo>
                  <a:cubicBezTo>
                    <a:pt x="3092787" y="556880"/>
                    <a:pt x="3124710" y="322775"/>
                    <a:pt x="2993976" y="158598"/>
                  </a:cubicBezTo>
                  <a:cubicBezTo>
                    <a:pt x="2881485" y="18743"/>
                    <a:pt x="2679303" y="-20781"/>
                    <a:pt x="2501444" y="9622"/>
                  </a:cubicBezTo>
                  <a:cubicBezTo>
                    <a:pt x="2323585" y="41545"/>
                    <a:pt x="2162448" y="131235"/>
                    <a:pt x="2001311" y="208763"/>
                  </a:cubicBezTo>
                  <a:cubicBezTo>
                    <a:pt x="1838653" y="287812"/>
                    <a:pt x="1663835" y="357739"/>
                    <a:pt x="1484456" y="345578"/>
                  </a:cubicBezTo>
                  <a:cubicBezTo>
                    <a:pt x="1332440" y="334936"/>
                    <a:pt x="1191065" y="266529"/>
                    <a:pt x="1052730" y="202682"/>
                  </a:cubicBezTo>
                  <a:cubicBezTo>
                    <a:pt x="788222" y="79549"/>
                    <a:pt x="544996" y="33945"/>
                    <a:pt x="278968" y="182920"/>
                  </a:cubicBezTo>
                  <a:cubicBezTo>
                    <a:pt x="88947" y="289332"/>
                    <a:pt x="-9863" y="546239"/>
                    <a:pt x="778" y="756021"/>
                  </a:cubicBezTo>
                  <a:close/>
                </a:path>
              </a:pathLst>
            </a:cu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3691792" y="2459504"/>
            <a:ext cx="4808416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gradFill>
                  <a:gsLst>
                    <a:gs pos="0">
                      <a:srgbClr val="66BAAB"/>
                    </a:gs>
                    <a:gs pos="100000">
                      <a:srgbClr val="4AA898"/>
                    </a:gs>
                  </a:gsLst>
                  <a:lin ang="2700000" scaled="0"/>
                </a:gradFill>
                <a:latin typeface="Arial Black" panose="020B0A04020102020204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8.70307086614176,&quot;left&quot;:107.38779527559055,&quot;top&quot;:188.24897637795274,&quot;width&quot;:744.152125984252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8.70307086614176,&quot;left&quot;:107.38779527559055,&quot;top&quot;:188.24897637795274,&quot;width&quot;:744.15212598425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8.70307086614176,&quot;left&quot;:107.38779527559055,&quot;top&quot;:188.24897637795274,&quot;width&quot;:744.152125984252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8.70307086614176,&quot;left&quot;:107.38779527559055,&quot;top&quot;:188.24897637795274,&quot;width&quot;:744.152125984252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8.70307086614176,&quot;left&quot;:107.38779527559055,&quot;top&quot;:188.24897637795274,&quot;width&quot;:744.152125984252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8.70307086614176,&quot;left&quot;:107.38779527559055,&quot;top&quot;:188.24897637795274,&quot;width&quot;:744.152125984252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8.70307086614176,&quot;left&quot;:107.38779527559055,&quot;top&quot;:188.24897637795274,&quot;width&quot;:744.152125984252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8.70307086614176,&quot;left&quot;:107.38779527559055,&quot;top&quot;:188.24897637795274,&quot;width&quot;:744.152125984252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8.70307086614176,&quot;left&quot;:107.38779527559055,&quot;top&quot;:188.24897637795274,&quot;width&quot;:744.152125984252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8.70307086614176,&quot;left&quot;:107.38779527559055,&quot;top&quot;:188.24897637795274,&quot;width&quot;:744.152125984252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8.70307086614176,&quot;left&quot;:107.38779527559055,&quot;top&quot;:188.24897637795274,&quot;width&quot;:744.152125984252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8.70307086614176,&quot;left&quot;:107.38779527559055,&quot;top&quot;:188.24897637795274,&quot;width&quot;:744.152125984252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8.70307086614176,&quot;left&quot;:107.38779527559055,&quot;top&quot;:188.24897637795274,&quot;width&quot;:744.152125984252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8.70307086614176,&quot;left&quot;:107.38779527559055,&quot;top&quot;:188.24897637795274,&quot;width&quot;:744.152125984252}"/>
</p:tagLst>
</file>

<file path=ppt/theme/theme1.xml><?xml version="1.0" encoding="utf-8"?>
<a:theme xmlns:a="http://schemas.openxmlformats.org/drawingml/2006/main" name="已停用母版样式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已停用母版样式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361</Words>
  <Application>Microsoft Office PowerPoint</Application>
  <PresentationFormat>宽屏</PresentationFormat>
  <Paragraphs>47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Akrobat Black</vt:lpstr>
      <vt:lpstr>宋体</vt:lpstr>
      <vt:lpstr>Arial</vt:lpstr>
      <vt:lpstr>Arial Black</vt:lpstr>
      <vt:lpstr>Lato Black</vt:lpstr>
      <vt:lpstr>Times New Roman</vt:lpstr>
      <vt:lpstr>已停用母版样式</vt:lpstr>
      <vt:lpstr>1_已停用母版样式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Yaojia Zhang</dc:creator>
  <cp:lastModifiedBy>衍宁 何</cp:lastModifiedBy>
  <cp:revision>1</cp:revision>
  <dcterms:created xsi:type="dcterms:W3CDTF">2025-05-25T21:40:44Z</dcterms:created>
  <dcterms:modified xsi:type="dcterms:W3CDTF">2026-05-30T13:34:27Z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A88C82EBD185415F8B74BFC4C6A514E4_13</vt:lpwstr>
  </property>
  <property fmtid="{D5CDD505-2E9C-101B-9397-08002B2CF9AE}" pid="3" name="KSOProductBuildVer">
    <vt:lpwstr>2052-12.9.0.21536</vt:lpwstr>
  </property>
</Properties>
</file>