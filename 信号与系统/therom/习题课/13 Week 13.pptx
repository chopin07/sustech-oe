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hyperlink" Target="mailto:lush2021@mail.sustech.edu.cn\shhlu@mail.ustc.edu.cn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12"/>
          <p:cNvSpPr txBox="1"/>
          <p:nvPr/>
        </p:nvSpPr>
        <p:spPr>
          <a:xfrm>
            <a:off x="1168854" y="2260625"/>
            <a:ext cx="985429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Week 10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anose="020B0604030504040204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66695"/>
          <a:stretch>
            <a:fillRect/>
          </a:stretch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1575992" y="3429000"/>
            <a:ext cx="8001000" cy="1654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Haohao Li (</a:t>
            </a:r>
            <a:r>
              <a:rPr lang="zh-CN" alt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李好好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</a:t>
            </a:r>
            <a:r>
              <a:rPr lang="en-US" altLang="zh-CN" sz="2000" dirty="0">
                <a:latin typeface="Tw Cen MT" panose="020B0602020104020603" pitchFamily="34" charset="0"/>
                <a:cs typeface="Arial" panose="020B0604020202020204" pitchFamily="34" charset="0"/>
                <a:hlinkClick r:id="rId2"/>
              </a:rPr>
              <a:t>12432581</a:t>
            </a: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  <a:hlinkClick r:id="rId2"/>
              </a:rPr>
              <a:t>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82600" y="1003218"/>
            <a:ext cx="110998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Microsoft JhengHei" panose="020B0604030504040204" charset="-120"/>
                <a:ea typeface="Microsoft JhengHei" panose="020B0604030504040204" charset="-120"/>
              </a:rPr>
              <a:t>Review</a:t>
            </a:r>
            <a:endParaRPr lang="en-US" altLang="zh-CN" sz="4000" dirty="0">
              <a:latin typeface="Microsoft JhengHei" panose="020B0604030504040204" charset="-120"/>
              <a:ea typeface="Microsoft JhengHei" panose="020B060403050404020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Microsoft JhengHei" panose="020B0604030504040204" charset="-120"/>
                <a:ea typeface="Microsoft JhengHei" panose="020B0604030504040204" charset="-120"/>
              </a:rPr>
              <a:t>Tutorial Problems with Answers </a:t>
            </a:r>
            <a:endParaRPr lang="en-US" altLang="zh-CN" sz="4000" dirty="0">
              <a:latin typeface="Microsoft JhengHei" panose="020B0604030504040204" charset="-120"/>
              <a:ea typeface="Microsoft JhengHei" panose="020B0604030504040204" charset="-12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4000" dirty="0">
                <a:latin typeface="Microsoft JhengHei" panose="020B0604030504040204" charset="-120"/>
                <a:ea typeface="Microsoft JhengHei" panose="020B0604030504040204" charset="-120"/>
              </a:rPr>
              <a:t>7.41  7.44  7.47  7.49</a:t>
            </a:r>
            <a:endParaRPr lang="en-US" altLang="zh-CN" sz="4000" dirty="0">
              <a:latin typeface="Microsoft JhengHei" panose="020B0604030504040204" charset="-120"/>
              <a:ea typeface="Microsoft JhengHei" panose="020B060403050404020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Microsoft JhengHei" panose="020B0604030504040204" charset="-120"/>
                <a:ea typeface="Microsoft JhengHei" panose="020B0604030504040204" charset="-120"/>
              </a:rPr>
              <a:t>Q&amp;A</a:t>
            </a:r>
            <a:endParaRPr lang="en-US" altLang="zh-CN" sz="4000" dirty="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1625"/>
          <a:stretch>
            <a:fillRect/>
          </a:stretch>
        </p:blipFill>
        <p:spPr>
          <a:xfrm>
            <a:off x="824865" y="239395"/>
            <a:ext cx="9570085" cy="61810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96850"/>
            <a:ext cx="11741150" cy="6464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409575"/>
            <a:ext cx="9867900" cy="6038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691515"/>
            <a:ext cx="11760200" cy="5321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231775"/>
            <a:ext cx="9872980" cy="6305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" y="279400"/>
            <a:ext cx="10022205" cy="61429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" y="220345"/>
            <a:ext cx="9940290" cy="64909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292100"/>
            <a:ext cx="10922000" cy="6273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330" y="172085"/>
            <a:ext cx="8890000" cy="65138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演示</Application>
  <PresentationFormat>宽屏</PresentationFormat>
  <Paragraphs>11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Tw Cen MT</vt:lpstr>
      <vt:lpstr>Segoe Print</vt:lpstr>
      <vt:lpstr>Verdana</vt:lpstr>
      <vt:lpstr>Times New Roman</vt:lpstr>
      <vt:lpstr>微软雅黑</vt:lpstr>
      <vt:lpstr>Arial Unicode MS</vt:lpstr>
      <vt:lpstr>Calibri</vt:lpstr>
      <vt:lpstr>Microsoft JhengHei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#LI大神 .</cp:lastModifiedBy>
  <cp:revision>156</cp:revision>
  <dcterms:created xsi:type="dcterms:W3CDTF">2019-06-19T02:08:00Z</dcterms:created>
  <dcterms:modified xsi:type="dcterms:W3CDTF">2024-12-01T08:25:22Z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76F01D94EDA44CE1836355E483FD5BD1_11</vt:lpwstr>
  </property>
</Properties>
</file>