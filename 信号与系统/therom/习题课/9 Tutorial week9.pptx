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87" r:id="rId4"/>
    <p:sldId id="288" r:id="rId5"/>
    <p:sldId id="289" r:id="rId6"/>
    <p:sldId id="291" r:id="rId7"/>
    <p:sldId id="290" r:id="rId8"/>
    <p:sldId id="292" r:id="rId9"/>
    <p:sldId id="295" r:id="rId10"/>
    <p:sldId id="300" r:id="rId11"/>
    <p:sldId id="305" r:id="rId12"/>
    <p:sldId id="306" r:id="rId13"/>
    <p:sldId id="303" r:id="rId14"/>
    <p:sldId id="27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B42C9AB-6F95-4342-8045-5693AAA8E9B5}">
          <p14:sldIdLst>
            <p14:sldId id="256"/>
            <p14:sldId id="257"/>
            <p14:sldId id="287"/>
            <p14:sldId id="288"/>
            <p14:sldId id="289"/>
            <p14:sldId id="291"/>
            <p14:sldId id="290"/>
            <p14:sldId id="292"/>
            <p14:sldId id="295"/>
            <p14:sldId id="300"/>
            <p14:sldId id="305"/>
            <p14:sldId id="306"/>
            <p14:sldId id="303"/>
          </p14:sldIdLst>
        </p14:section>
        <p14:section name="无标题节" id="{CACA7A88-2C72-4EF4-A5C1-76CB15B6AAAA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159" autoAdjust="0"/>
  </p:normalViewPr>
  <p:slideViewPr>
    <p:cSldViewPr snapToGrid="0">
      <p:cViewPr varScale="1">
        <p:scale>
          <a:sx n="101" d="100"/>
          <a:sy n="101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CD175-ABF4-47DB-8DA0-293C353A33D4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13425-0399-40BF-A67B-10AA738BD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6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13425-0399-40BF-A67B-10AA738BDE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88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13425-0399-40BF-A67B-10AA738BDE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97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13425-0399-40BF-A67B-10AA738BDE7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3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13425-0399-40BF-A67B-10AA738BDE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39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F2B08-CCBA-AF2D-7BA9-62597C7FB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017BEC-8726-809A-D493-53FB7BC65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EC00F5-AFBB-D100-5754-654745BA6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85676F-86D1-36E8-4271-77D241AB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CEAF5-AA7E-7C07-5D2A-41A1C14A1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371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A299F-0B24-6762-5BF3-DDF8A2C9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FBAA4C-4DCC-D99B-747B-803C55EAA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D88C33-7B87-F247-D5AE-CA1266810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488668-C2CE-7A1C-C97F-EBA01732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A0AB8B-4CE8-E70F-54AA-CB3830B6C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C46F1-E99A-9718-0B69-20AFBB59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8F052F-7EE0-AFDD-25FD-3CD5D0C34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A69709-49E2-903D-5800-86765C66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59B93B-A6B1-AADD-F018-4A7FF899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A8C5FE-8E5B-ED12-71E4-07F3715D9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1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E2B91-1704-A40C-86A5-BA4C0BD4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C833A4-3BB9-F5AB-0C4F-964E9AC25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29725E-B2E9-5BED-AE89-67ED6231E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8336E8-7187-CA95-61C2-B89C530E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AAA8EE-83BF-4FA0-2557-174F624F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B9FBA8-06C6-5F20-9589-58CD82E1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33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C8E83-5380-CE5A-D4B3-88642C99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4A2E07-03A5-1C89-81A2-7810F206C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163E3E-1C02-7D73-FAA6-208B4673E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393C84-FB67-F610-1520-EBA5B9E41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661F71-AA5E-DF64-088A-ACB0EC9CF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A9B461-DA48-A6AD-882F-3A8B1B22C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C40896-DEA0-1420-E35C-BA55EC6F9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1BC20B-6436-1C6E-2A59-12877F74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878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F054A-FB3E-0B1C-C7AB-4233234A3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51E5A6E-1F86-A75E-AF91-0D3E1390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6406D2-A018-E679-7056-FEC38119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CF4DC0-51A1-FD71-5184-B9E4A669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903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A02B17-6E7B-E396-E920-9E22B74D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0F1CE6-0CA5-FE2C-7E02-7D0B127E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68B535-8961-459D-5AF7-68B395C0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015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D7A2A-ACEA-235D-75F4-D6964CDBA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DD6C93-C777-AB94-C20C-4554E0338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9A614B-6DC3-92BA-8366-C7A7EDC8A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BB860E-EB26-2082-5D17-7F1EFD12C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0CC51B-CDFC-385C-5E45-9200F38BB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B10118-56F7-A07E-05EE-5B87CE912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833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38EE7-71B5-C320-642C-5727EAA28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A3286FD-2764-3683-D331-37032345F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4E5F97-E69F-C82C-E29E-BC66151A7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37E31D-4C4D-BBA2-3E7A-3CFA407D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A57EFA-56FC-9F24-4270-96B5FD73F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0CC78B-9058-B773-D679-F4684C7F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855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193C-802D-58D9-F820-48582497D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ED22F0-7DEC-8A77-274D-E8EE6A8A1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548DD-BC52-F981-A587-5FB9E534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253140-391B-17B6-00E2-35A6D343A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6061C2-C220-0440-CF57-7A0B11A3E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82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ACFC46E-8BEA-5891-4D0E-EF20186F9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EE585D-65BE-F89D-F8EF-BAA583E82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B4B68F-5730-BC8B-2698-C18DA3E7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8A28-38F2-4261-9DDE-A99877921C56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20B5EF-9D63-28C2-51E3-1A41E6BE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F1D172-EDE2-0BC6-7F1F-85D2F804D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32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E7B1E1-9759-1A7A-20F0-7E3BEC801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540D44-FDE6-0250-28C1-072A8A3B1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581E55-9E31-6CFC-01BA-00237E1CC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A8A28-38F2-4261-9DDE-A99877921C56}" type="datetimeFigureOut">
              <a:rPr lang="zh-CN" altLang="en-US" smtClean="0"/>
              <a:t>2024/11/5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3890FC-42CF-3BED-4603-7672E2B25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120528-1E7A-D2C8-0312-21058C45D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3D61A-AD64-44CE-9381-24E23D195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52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ush2021@mail.sustech.edu.cn\shhlu@mail.ustc.edu.c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lush2021@mail.sustech.edu.cn\shhlu@mail.ustc.edu.c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2">
            <a:extLst>
              <a:ext uri="{FF2B5EF4-FFF2-40B4-BE49-F238E27FC236}">
                <a16:creationId xmlns:a16="http://schemas.microsoft.com/office/drawing/2014/main" id="{018193E5-3D81-40A3-C8C8-6270FAEBEAD1}"/>
              </a:ext>
            </a:extLst>
          </p:cNvPr>
          <p:cNvSpPr txBox="1"/>
          <p:nvPr/>
        </p:nvSpPr>
        <p:spPr>
          <a:xfrm>
            <a:off x="1168854" y="2260625"/>
            <a:ext cx="9854292" cy="834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Tutorial Questions </a:t>
            </a:r>
            <a:r>
              <a:rPr lang="zh-CN" altLang="en-US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（</a:t>
            </a: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Week 9</a:t>
            </a:r>
            <a:r>
              <a:rPr lang="zh-CN" altLang="en-US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）</a:t>
            </a:r>
            <a:endParaRPr lang="en-US" altLang="zh-CN" sz="3600" b="1" dirty="0">
              <a:solidFill>
                <a:schemeClr val="accent2"/>
              </a:solidFill>
              <a:latin typeface="Tw Cen MT" panose="020B0602020104020603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3348BD-A273-77CF-C53E-2CB9293993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695"/>
          <a:stretch/>
        </p:blipFill>
        <p:spPr>
          <a:xfrm>
            <a:off x="2882848" y="612001"/>
            <a:ext cx="5396179" cy="1479319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76B31C4E-9E25-C848-A62A-D13C03793BBA}"/>
              </a:ext>
            </a:extLst>
          </p:cNvPr>
          <p:cNvSpPr txBox="1"/>
          <p:nvPr/>
        </p:nvSpPr>
        <p:spPr>
          <a:xfrm>
            <a:off x="1834929" y="3094699"/>
            <a:ext cx="8001000" cy="161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aseline="30000" dirty="0">
              <a:solidFill>
                <a:srgbClr val="FF0000"/>
              </a:solidFill>
              <a:latin typeface="Tw Cen MT" panose="020B0602020104020603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 err="1">
                <a:latin typeface="Tw Cen MT" panose="020B0602020104020603" pitchFamily="34" charset="0"/>
                <a:cs typeface="Arial" panose="020B0604020202020204" pitchFamily="34" charset="0"/>
              </a:rPr>
              <a:t>Juntao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 Zhang(</a:t>
            </a:r>
            <a:r>
              <a:rPr lang="zh-CN" altLang="en-US" sz="2000" b="1" dirty="0">
                <a:latin typeface="Tw Cen MT" panose="020B0602020104020603" pitchFamily="34" charset="0"/>
                <a:cs typeface="Arial" panose="020B0604020202020204" pitchFamily="34" charset="0"/>
              </a:rPr>
              <a:t>张峻滔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), TA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Southern University of Science and Technology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Email: 12332164@mail.sustech.edu.cn 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3113433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28073D4-946B-0E1F-4469-9EB2E30BEB35}"/>
              </a:ext>
            </a:extLst>
          </p:cNvPr>
          <p:cNvSpPr txBox="1"/>
          <p:nvPr/>
        </p:nvSpPr>
        <p:spPr>
          <a:xfrm>
            <a:off x="129288" y="64988"/>
            <a:ext cx="642551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 dirty="0">
                <a:solidFill>
                  <a:schemeClr val="tx2">
                    <a:lumMod val="75000"/>
                  </a:schemeClr>
                </a:solidFill>
                <a:latin typeface="Tw Cen MT" panose="020B0602020104020603" pitchFamily="34" charset="0"/>
                <a:ea typeface="宋体" panose="02010600030101010101" pitchFamily="2" charset="-122"/>
              </a:rPr>
              <a:t>Outline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Tw Cen MT" panose="020B0602020104020603" pitchFamily="34" charset="0"/>
                <a:ea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schemeClr val="tx2">
                  <a:lumMod val="75000"/>
                </a:schemeClr>
              </a:solidFill>
              <a:latin typeface="Tw Cen MT" panose="020B0602020104020603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416E8B-0938-EDD6-E346-522C7F23BBA7}"/>
              </a:ext>
            </a:extLst>
          </p:cNvPr>
          <p:cNvSpPr txBox="1"/>
          <p:nvPr/>
        </p:nvSpPr>
        <p:spPr>
          <a:xfrm>
            <a:off x="482600" y="1003218"/>
            <a:ext cx="11099800" cy="3327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w Cen MT" panose="020B0602020104020603" pitchFamily="34" charset="0"/>
              </a:rPr>
              <a:t>Review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w Cen MT" panose="020B0602020104020603" pitchFamily="34" charset="0"/>
              </a:rPr>
              <a:t>Basic Problems with Answers 4.10 4.16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w Cen MT" panose="020B0602020104020603" pitchFamily="34" charset="0"/>
              </a:rPr>
              <a:t>Basic Problems 4.26 4.30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Tw Cen MT" panose="020B0602020104020603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37357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B51FC56-5F82-05E5-773E-4D5AA3FD9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128587"/>
            <a:ext cx="8420100" cy="66008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E73B0A5-B683-1B5F-2D28-587E811A5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225" y="6019800"/>
            <a:ext cx="1143000" cy="8382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9C8BCCA-D9C8-8CAA-7EBE-092C1E5CA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351" y="5955506"/>
            <a:ext cx="1962150" cy="8382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C7E0744-91C1-C607-F161-BE4826AC6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900" y="6677024"/>
            <a:ext cx="3290887" cy="13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0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68171B8-22D5-9F21-6450-E6A934F53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87" y="233362"/>
            <a:ext cx="8886825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94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B22BA-33A1-E04D-EDAA-F18A3256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4A274D5-3B67-E678-54EC-F60C31ADB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21204" y="4222"/>
            <a:ext cx="4832596" cy="6853778"/>
          </a:xfr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AA15BFE-4570-4982-8F20-27ADA5F67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0"/>
            <a:ext cx="57592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4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E2E38C9-979F-D90C-59D8-AE7CE2AFF0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32"/>
          <a:stretch/>
        </p:blipFill>
        <p:spPr>
          <a:xfrm>
            <a:off x="1882700" y="207552"/>
            <a:ext cx="8013775" cy="629167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B8A9796-8173-912A-7639-55AA1B31B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737" y="5765006"/>
            <a:ext cx="2028825" cy="8953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8059100-8ABA-CE73-ACA9-A4E0A1E2E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763" y="5890419"/>
            <a:ext cx="2028825" cy="8953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3447A78-9669-02D0-0CFB-3DBFD22BF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318" y="6381750"/>
            <a:ext cx="4945857" cy="35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307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715F7F-BD7A-EE4B-855C-A14C8611D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F1C129D-C954-8AE3-5E48-1811DCAF4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5437" y="445798"/>
            <a:ext cx="8730411" cy="5650201"/>
          </a:xfrm>
        </p:spPr>
      </p:pic>
    </p:spTree>
    <p:extLst>
      <p:ext uri="{BB962C8B-B14F-4D97-AF65-F5344CB8AC3E}">
        <p14:creationId xmlns:p14="http://schemas.microsoft.com/office/powerpoint/2010/main" val="2796224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D99D4FB-1884-5B6E-B4EF-05090C10B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5262"/>
            <a:ext cx="11887200" cy="646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45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06A4DA9-932D-78E2-7855-301952F87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525"/>
            <a:ext cx="12192000" cy="621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93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1EC74-9F20-04E8-54B9-40FBA59E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F08CD4-3596-CC0F-7E6A-C8678CE5C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9059D0-59C6-EF44-557A-9F783B470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732"/>
            <a:ext cx="12192000" cy="664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91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221D1-DD53-BC06-C630-0005FAC4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75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Partial Fractions</a:t>
            </a:r>
            <a:endParaRPr 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121BDC3-A410-1A2E-AE07-654683DE7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68" y="1022041"/>
            <a:ext cx="10177463" cy="262034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8BE91A5-6815-B746-5F3D-C5613FC22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905" y="3642383"/>
            <a:ext cx="6072187" cy="289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29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4BBB4B-AA74-A519-4327-BC1E61921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F40C89-A2FF-6FA2-FA60-D93CBA2C4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0E4CE3-27A1-CB27-7408-0E7FC76BB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0"/>
            <a:ext cx="116267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16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383D277-F1BF-9373-70A8-091DA30D8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1409700"/>
            <a:ext cx="1090612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57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99425E99-AE0C-E42E-3726-8564F0DFD3C3}"/>
              </a:ext>
            </a:extLst>
          </p:cNvPr>
          <p:cNvSpPr txBox="1"/>
          <p:nvPr/>
        </p:nvSpPr>
        <p:spPr>
          <a:xfrm>
            <a:off x="1168854" y="2260625"/>
            <a:ext cx="9854292" cy="166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Thanks for Your Attendance</a:t>
            </a:r>
          </a:p>
          <a:p>
            <a:pPr lvl="0" algn="ctr">
              <a:lnSpc>
                <a:spcPct val="150000"/>
              </a:lnSpc>
            </a:pPr>
            <a:r>
              <a:rPr lang="en-US" altLang="zh-CN" sz="3600" b="1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Q</a:t>
            </a:r>
            <a:r>
              <a:rPr lang="en-US" altLang="zh-CN" sz="3600" b="1" dirty="0">
                <a:solidFill>
                  <a:schemeClr val="accent2"/>
                </a:solidFill>
                <a:latin typeface="Tw Cen MT" panose="020B0602020104020603" pitchFamily="34" charset="0"/>
                <a:ea typeface="Verdana" pitchFamily="34" charset="0"/>
                <a:cs typeface="Arial" panose="020B0604020202020204" pitchFamily="34" charset="0"/>
              </a:rPr>
              <a:t>&amp;A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6405B2-03F3-0A94-882D-4B755347A3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695"/>
          <a:stretch/>
        </p:blipFill>
        <p:spPr>
          <a:xfrm>
            <a:off x="2882848" y="612001"/>
            <a:ext cx="5396179" cy="1479319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E6772001-1CF9-FF13-78B4-532E67239929}"/>
              </a:ext>
            </a:extLst>
          </p:cNvPr>
          <p:cNvSpPr txBox="1"/>
          <p:nvPr/>
        </p:nvSpPr>
        <p:spPr>
          <a:xfrm>
            <a:off x="2021360" y="4549346"/>
            <a:ext cx="8001000" cy="161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aseline="30000" dirty="0">
              <a:solidFill>
                <a:srgbClr val="FF0000"/>
              </a:solidFill>
              <a:latin typeface="Tw Cen MT" panose="020B0602020104020603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 err="1">
                <a:latin typeface="Tw Cen MT" panose="020B0602020104020603" pitchFamily="34" charset="0"/>
                <a:cs typeface="Arial" panose="020B0604020202020204" pitchFamily="34" charset="0"/>
              </a:rPr>
              <a:t>Juntao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 Zhang(</a:t>
            </a:r>
            <a:r>
              <a:rPr lang="zh-CN" altLang="en-US" sz="2000" b="1" dirty="0">
                <a:latin typeface="Tw Cen MT" panose="020B0602020104020603" pitchFamily="34" charset="0"/>
                <a:cs typeface="Arial" panose="020B0604020202020204" pitchFamily="34" charset="0"/>
              </a:rPr>
              <a:t>张峻滔</a:t>
            </a:r>
            <a:r>
              <a:rPr lang="en-US" sz="2400" dirty="0">
                <a:latin typeface="Tw Cen MT" panose="020B0602020104020603" pitchFamily="34" charset="0"/>
                <a:cs typeface="Arial" panose="020B0604020202020204" pitchFamily="34" charset="0"/>
              </a:rPr>
              <a:t>), TA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Southern University of Science and Technology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latin typeface="Tw Cen MT" panose="020B0602020104020603" pitchFamily="34" charset="0"/>
                <a:cs typeface="Arial" panose="020B0604020202020204" pitchFamily="34" charset="0"/>
              </a:rPr>
              <a:t>Email: 12332164@mail.sustech.edu.cn </a:t>
            </a:r>
            <a:endParaRPr lang="en-US" sz="2000" dirty="0">
              <a:latin typeface="Tw Cen MT" panose="020B0602020104020603" pitchFamily="34" charset="0"/>
              <a:cs typeface="Arial" panose="020B0604020202020204" pitchFamily="34" charset="0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4245537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4008</TotalTime>
  <Words>81</Words>
  <Application>Microsoft Office PowerPoint</Application>
  <PresentationFormat>宽屏</PresentationFormat>
  <Paragraphs>21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等线 Light</vt:lpstr>
      <vt:lpstr>Arial</vt:lpstr>
      <vt:lpstr>Calibri</vt:lpstr>
      <vt:lpstr>Helvetica</vt:lpstr>
      <vt:lpstr>Tw Cen MT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 Partial Fractions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郑 博文</dc:creator>
  <cp:lastModifiedBy>峻滔 张</cp:lastModifiedBy>
  <cp:revision>12</cp:revision>
  <dcterms:created xsi:type="dcterms:W3CDTF">2022-09-24T13:51:06Z</dcterms:created>
  <dcterms:modified xsi:type="dcterms:W3CDTF">2024-11-05T10:01:18Z</dcterms:modified>
</cp:coreProperties>
</file>