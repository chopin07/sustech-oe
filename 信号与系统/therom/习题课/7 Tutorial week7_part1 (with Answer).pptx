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87" r:id="rId4"/>
    <p:sldId id="258" r:id="rId5"/>
    <p:sldId id="278" r:id="rId6"/>
    <p:sldId id="280" r:id="rId7"/>
    <p:sldId id="281" r:id="rId8"/>
    <p:sldId id="282" r:id="rId9"/>
    <p:sldId id="259" r:id="rId10"/>
    <p:sldId id="260" r:id="rId11"/>
    <p:sldId id="283" r:id="rId12"/>
    <p:sldId id="261" r:id="rId13"/>
    <p:sldId id="284" r:id="rId14"/>
    <p:sldId id="262" r:id="rId15"/>
    <p:sldId id="263" r:id="rId16"/>
    <p:sldId id="285" r:id="rId17"/>
    <p:sldId id="286" r:id="rId18"/>
    <p:sldId id="264" r:id="rId19"/>
    <p:sldId id="288" r:id="rId20"/>
    <p:sldId id="277"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159" autoAdjust="0"/>
  </p:normalViewPr>
  <p:slideViewPr>
    <p:cSldViewPr snapToGrid="0">
      <p:cViewPr varScale="1">
        <p:scale>
          <a:sx n="101" d="100"/>
          <a:sy n="101" d="100"/>
        </p:scale>
        <p:origin x="9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CD175-ABF4-47DB-8DA0-293C353A33D4}" type="datetimeFigureOut">
              <a:rPr lang="en-US" smtClean="0"/>
              <a:t>10/24/2024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13425-0399-40BF-A67B-10AA738BDE7A}" type="slidenum">
              <a:rPr lang="en-US" smtClean="0"/>
              <a:t>‹#›</a:t>
            </a:fld>
            <a:endParaRPr lang="en-US"/>
          </a:p>
        </p:txBody>
      </p:sp>
    </p:spTree>
    <p:extLst>
      <p:ext uri="{BB962C8B-B14F-4D97-AF65-F5344CB8AC3E}">
        <p14:creationId xmlns:p14="http://schemas.microsoft.com/office/powerpoint/2010/main" val="1594166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60607"/>
                </a:solidFill>
                <a:effectLst/>
                <a:latin typeface="-apple-system"/>
              </a:rPr>
              <a:t>这张图展示了如何通过单位脉冲函数将离散时间信号转换为连续时间信号，并通过极限过程（当采样间隔趋近于</a:t>
            </a:r>
            <a:r>
              <a:rPr lang="en-US" altLang="zh-CN" b="0" i="0" dirty="0">
                <a:solidFill>
                  <a:srgbClr val="060607"/>
                </a:solidFill>
                <a:effectLst/>
                <a:latin typeface="-apple-system"/>
              </a:rPr>
              <a:t>0</a:t>
            </a:r>
            <a:r>
              <a:rPr lang="zh-CN" altLang="en-US" b="0" i="0" dirty="0">
                <a:solidFill>
                  <a:srgbClr val="060607"/>
                </a:solidFill>
                <a:effectLst/>
                <a:latin typeface="-apple-system"/>
              </a:rPr>
              <a:t>时）来精确重构原始信号。这是信号处理中采样定理的基础，也是数字信号处理和通信系统中的关键概念。</a:t>
            </a:r>
            <a:endParaRPr lang="en-US" dirty="0"/>
          </a:p>
        </p:txBody>
      </p:sp>
      <p:sp>
        <p:nvSpPr>
          <p:cNvPr id="4" name="灯片编号占位符 3"/>
          <p:cNvSpPr>
            <a:spLocks noGrp="1"/>
          </p:cNvSpPr>
          <p:nvPr>
            <p:ph type="sldNum" sz="quarter" idx="5"/>
          </p:nvPr>
        </p:nvSpPr>
        <p:spPr/>
        <p:txBody>
          <a:bodyPr/>
          <a:lstStyle/>
          <a:p>
            <a:fld id="{54013425-0399-40BF-A67B-10AA738BDE7A}" type="slidenum">
              <a:rPr lang="en-US" smtClean="0"/>
              <a:t>4</a:t>
            </a:fld>
            <a:endParaRPr lang="en-US"/>
          </a:p>
        </p:txBody>
      </p:sp>
    </p:spTree>
    <p:extLst>
      <p:ext uri="{BB962C8B-B14F-4D97-AF65-F5344CB8AC3E}">
        <p14:creationId xmlns:p14="http://schemas.microsoft.com/office/powerpoint/2010/main" val="1458416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7F2B08-CCBA-AF2D-7BA9-62597C7FB99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9017BEC-8726-809A-D493-53FB7BC653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1EC00F5-AFBB-D100-5754-654745BA662B}"/>
              </a:ext>
            </a:extLst>
          </p:cNvPr>
          <p:cNvSpPr>
            <a:spLocks noGrp="1"/>
          </p:cNvSpPr>
          <p:nvPr>
            <p:ph type="dt" sz="half" idx="10"/>
          </p:nvPr>
        </p:nvSpPr>
        <p:spPr/>
        <p:txBody>
          <a:bodyPr/>
          <a:lstStyle/>
          <a:p>
            <a:fld id="{50AA8A28-38F2-4261-9DDE-A99877921C56}" type="datetimeFigureOut">
              <a:rPr lang="zh-CN" altLang="en-US" smtClean="0"/>
              <a:t>2024/10/24</a:t>
            </a:fld>
            <a:endParaRPr lang="zh-CN" altLang="en-US"/>
          </a:p>
        </p:txBody>
      </p:sp>
      <p:sp>
        <p:nvSpPr>
          <p:cNvPr id="5" name="页脚占位符 4">
            <a:extLst>
              <a:ext uri="{FF2B5EF4-FFF2-40B4-BE49-F238E27FC236}">
                <a16:creationId xmlns:a16="http://schemas.microsoft.com/office/drawing/2014/main" id="{B885676F-86D1-36E8-4271-77D241AB174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9BCEAF5-AA7E-7C07-5D2A-41A1C14A14E3}"/>
              </a:ext>
            </a:extLst>
          </p:cNvPr>
          <p:cNvSpPr>
            <a:spLocks noGrp="1"/>
          </p:cNvSpPr>
          <p:nvPr>
            <p:ph type="sldNum" sz="quarter" idx="12"/>
          </p:nvPr>
        </p:nvSpPr>
        <p:spPr/>
        <p:txBody>
          <a:bodyPr/>
          <a:lstStyle/>
          <a:p>
            <a:fld id="{DC93D61A-AD64-44CE-9381-24E23D195BC5}" type="slidenum">
              <a:rPr lang="zh-CN" altLang="en-US" smtClean="0"/>
              <a:t>‹#›</a:t>
            </a:fld>
            <a:endParaRPr lang="zh-CN" altLang="en-US"/>
          </a:p>
        </p:txBody>
      </p:sp>
    </p:spTree>
    <p:extLst>
      <p:ext uri="{BB962C8B-B14F-4D97-AF65-F5344CB8AC3E}">
        <p14:creationId xmlns:p14="http://schemas.microsoft.com/office/powerpoint/2010/main" val="956371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6A299F-0B24-6762-5BF3-DDF8A2C9971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3FBAA4C-4DCC-D99B-747B-803C55EAA76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5D88C33-7B87-F247-D5AE-CA1266810F7E}"/>
              </a:ext>
            </a:extLst>
          </p:cNvPr>
          <p:cNvSpPr>
            <a:spLocks noGrp="1"/>
          </p:cNvSpPr>
          <p:nvPr>
            <p:ph type="dt" sz="half" idx="10"/>
          </p:nvPr>
        </p:nvSpPr>
        <p:spPr/>
        <p:txBody>
          <a:bodyPr/>
          <a:lstStyle/>
          <a:p>
            <a:fld id="{50AA8A28-38F2-4261-9DDE-A99877921C56}" type="datetimeFigureOut">
              <a:rPr lang="zh-CN" altLang="en-US" smtClean="0"/>
              <a:t>2024/10/24</a:t>
            </a:fld>
            <a:endParaRPr lang="zh-CN" altLang="en-US"/>
          </a:p>
        </p:txBody>
      </p:sp>
      <p:sp>
        <p:nvSpPr>
          <p:cNvPr id="5" name="页脚占位符 4">
            <a:extLst>
              <a:ext uri="{FF2B5EF4-FFF2-40B4-BE49-F238E27FC236}">
                <a16:creationId xmlns:a16="http://schemas.microsoft.com/office/drawing/2014/main" id="{AF488668-C2CE-7A1C-C97F-EBA01732695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0A0AB8B-4CE8-E70F-54AA-CB3830B6C87E}"/>
              </a:ext>
            </a:extLst>
          </p:cNvPr>
          <p:cNvSpPr>
            <a:spLocks noGrp="1"/>
          </p:cNvSpPr>
          <p:nvPr>
            <p:ph type="sldNum" sz="quarter" idx="12"/>
          </p:nvPr>
        </p:nvSpPr>
        <p:spPr/>
        <p:txBody>
          <a:bodyPr/>
          <a:lstStyle/>
          <a:p>
            <a:fld id="{DC93D61A-AD64-44CE-9381-24E23D195BC5}" type="slidenum">
              <a:rPr lang="zh-CN" altLang="en-US" smtClean="0"/>
              <a:t>‹#›</a:t>
            </a:fld>
            <a:endParaRPr lang="zh-CN" altLang="en-US"/>
          </a:p>
        </p:txBody>
      </p:sp>
    </p:spTree>
    <p:extLst>
      <p:ext uri="{BB962C8B-B14F-4D97-AF65-F5344CB8AC3E}">
        <p14:creationId xmlns:p14="http://schemas.microsoft.com/office/powerpoint/2010/main" val="3777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2C46F1-E99A-9718-0B69-20AFBB59BDC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58F052F-7EE0-AFDD-25FD-3CD5D0C345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AA69709-49E2-903D-5800-86765C660A62}"/>
              </a:ext>
            </a:extLst>
          </p:cNvPr>
          <p:cNvSpPr>
            <a:spLocks noGrp="1"/>
          </p:cNvSpPr>
          <p:nvPr>
            <p:ph type="dt" sz="half" idx="10"/>
          </p:nvPr>
        </p:nvSpPr>
        <p:spPr/>
        <p:txBody>
          <a:bodyPr/>
          <a:lstStyle/>
          <a:p>
            <a:fld id="{50AA8A28-38F2-4261-9DDE-A99877921C56}" type="datetimeFigureOut">
              <a:rPr lang="zh-CN" altLang="en-US" smtClean="0"/>
              <a:t>2024/10/24</a:t>
            </a:fld>
            <a:endParaRPr lang="zh-CN" altLang="en-US"/>
          </a:p>
        </p:txBody>
      </p:sp>
      <p:sp>
        <p:nvSpPr>
          <p:cNvPr id="5" name="页脚占位符 4">
            <a:extLst>
              <a:ext uri="{FF2B5EF4-FFF2-40B4-BE49-F238E27FC236}">
                <a16:creationId xmlns:a16="http://schemas.microsoft.com/office/drawing/2014/main" id="{4C59B93B-A6B1-AADD-F018-4A7FF8997E4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CA8C5FE-8E5B-ED12-71E4-07F3715D9CBE}"/>
              </a:ext>
            </a:extLst>
          </p:cNvPr>
          <p:cNvSpPr>
            <a:spLocks noGrp="1"/>
          </p:cNvSpPr>
          <p:nvPr>
            <p:ph type="sldNum" sz="quarter" idx="12"/>
          </p:nvPr>
        </p:nvSpPr>
        <p:spPr/>
        <p:txBody>
          <a:bodyPr/>
          <a:lstStyle/>
          <a:p>
            <a:fld id="{DC93D61A-AD64-44CE-9381-24E23D195BC5}" type="slidenum">
              <a:rPr lang="zh-CN" altLang="en-US" smtClean="0"/>
              <a:t>‹#›</a:t>
            </a:fld>
            <a:endParaRPr lang="zh-CN" altLang="en-US"/>
          </a:p>
        </p:txBody>
      </p:sp>
    </p:spTree>
    <p:extLst>
      <p:ext uri="{BB962C8B-B14F-4D97-AF65-F5344CB8AC3E}">
        <p14:creationId xmlns:p14="http://schemas.microsoft.com/office/powerpoint/2010/main" val="88012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BE2B91-1704-A40C-86A5-BA4C0BD4D8A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FC833A4-3BB9-F5AB-0C4F-964E9AC256C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A29725E-B2E9-5BED-AE89-67ED6231E8F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28336E8-7187-CA95-61C2-B89C530EA5D2}"/>
              </a:ext>
            </a:extLst>
          </p:cNvPr>
          <p:cNvSpPr>
            <a:spLocks noGrp="1"/>
          </p:cNvSpPr>
          <p:nvPr>
            <p:ph type="dt" sz="half" idx="10"/>
          </p:nvPr>
        </p:nvSpPr>
        <p:spPr/>
        <p:txBody>
          <a:bodyPr/>
          <a:lstStyle/>
          <a:p>
            <a:fld id="{50AA8A28-38F2-4261-9DDE-A99877921C56}" type="datetimeFigureOut">
              <a:rPr lang="zh-CN" altLang="en-US" smtClean="0"/>
              <a:t>2024/10/24</a:t>
            </a:fld>
            <a:endParaRPr lang="zh-CN" altLang="en-US"/>
          </a:p>
        </p:txBody>
      </p:sp>
      <p:sp>
        <p:nvSpPr>
          <p:cNvPr id="6" name="页脚占位符 5">
            <a:extLst>
              <a:ext uri="{FF2B5EF4-FFF2-40B4-BE49-F238E27FC236}">
                <a16:creationId xmlns:a16="http://schemas.microsoft.com/office/drawing/2014/main" id="{EDAAA8EE-83BF-4FA0-2557-174F624F553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B9FBA8-06C6-5F20-9589-58CD82E15179}"/>
              </a:ext>
            </a:extLst>
          </p:cNvPr>
          <p:cNvSpPr>
            <a:spLocks noGrp="1"/>
          </p:cNvSpPr>
          <p:nvPr>
            <p:ph type="sldNum" sz="quarter" idx="12"/>
          </p:nvPr>
        </p:nvSpPr>
        <p:spPr/>
        <p:txBody>
          <a:bodyPr/>
          <a:lstStyle/>
          <a:p>
            <a:fld id="{DC93D61A-AD64-44CE-9381-24E23D195BC5}" type="slidenum">
              <a:rPr lang="zh-CN" altLang="en-US" smtClean="0"/>
              <a:t>‹#›</a:t>
            </a:fld>
            <a:endParaRPr lang="zh-CN" altLang="en-US"/>
          </a:p>
        </p:txBody>
      </p:sp>
    </p:spTree>
    <p:extLst>
      <p:ext uri="{BB962C8B-B14F-4D97-AF65-F5344CB8AC3E}">
        <p14:creationId xmlns:p14="http://schemas.microsoft.com/office/powerpoint/2010/main" val="3119335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5C8E83-5380-CE5A-D4B3-88642C99A0A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84A2E07-03A5-1C89-81A2-7810F206C4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D163E3E-1C02-7D73-FAA6-208B4673E03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E393C84-FB67-F610-1520-EBA5B9E414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0661F71-AA5E-DF64-088A-ACB0EC9CF77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8A9B461-DA48-A6AD-882F-3A8B1B22C414}"/>
              </a:ext>
            </a:extLst>
          </p:cNvPr>
          <p:cNvSpPr>
            <a:spLocks noGrp="1"/>
          </p:cNvSpPr>
          <p:nvPr>
            <p:ph type="dt" sz="half" idx="10"/>
          </p:nvPr>
        </p:nvSpPr>
        <p:spPr/>
        <p:txBody>
          <a:bodyPr/>
          <a:lstStyle/>
          <a:p>
            <a:fld id="{50AA8A28-38F2-4261-9DDE-A99877921C56}" type="datetimeFigureOut">
              <a:rPr lang="zh-CN" altLang="en-US" smtClean="0"/>
              <a:t>2024/10/24</a:t>
            </a:fld>
            <a:endParaRPr lang="zh-CN" altLang="en-US"/>
          </a:p>
        </p:txBody>
      </p:sp>
      <p:sp>
        <p:nvSpPr>
          <p:cNvPr id="8" name="页脚占位符 7">
            <a:extLst>
              <a:ext uri="{FF2B5EF4-FFF2-40B4-BE49-F238E27FC236}">
                <a16:creationId xmlns:a16="http://schemas.microsoft.com/office/drawing/2014/main" id="{BEC40896-DEA0-1420-E35C-BA55EC6F9AD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71BC20B-6436-1C6E-2A59-12877F747864}"/>
              </a:ext>
            </a:extLst>
          </p:cNvPr>
          <p:cNvSpPr>
            <a:spLocks noGrp="1"/>
          </p:cNvSpPr>
          <p:nvPr>
            <p:ph type="sldNum" sz="quarter" idx="12"/>
          </p:nvPr>
        </p:nvSpPr>
        <p:spPr/>
        <p:txBody>
          <a:bodyPr/>
          <a:lstStyle/>
          <a:p>
            <a:fld id="{DC93D61A-AD64-44CE-9381-24E23D195BC5}" type="slidenum">
              <a:rPr lang="zh-CN" altLang="en-US" smtClean="0"/>
              <a:t>‹#›</a:t>
            </a:fld>
            <a:endParaRPr lang="zh-CN" altLang="en-US"/>
          </a:p>
        </p:txBody>
      </p:sp>
    </p:spTree>
    <p:extLst>
      <p:ext uri="{BB962C8B-B14F-4D97-AF65-F5344CB8AC3E}">
        <p14:creationId xmlns:p14="http://schemas.microsoft.com/office/powerpoint/2010/main" val="3844878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6F054A-FB3E-0B1C-C7AB-4233234A384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51E5A6E-1F86-A75E-AF91-0D3E13904941}"/>
              </a:ext>
            </a:extLst>
          </p:cNvPr>
          <p:cNvSpPr>
            <a:spLocks noGrp="1"/>
          </p:cNvSpPr>
          <p:nvPr>
            <p:ph type="dt" sz="half" idx="10"/>
          </p:nvPr>
        </p:nvSpPr>
        <p:spPr/>
        <p:txBody>
          <a:bodyPr/>
          <a:lstStyle/>
          <a:p>
            <a:fld id="{50AA8A28-38F2-4261-9DDE-A99877921C56}" type="datetimeFigureOut">
              <a:rPr lang="zh-CN" altLang="en-US" smtClean="0"/>
              <a:t>2024/10/24</a:t>
            </a:fld>
            <a:endParaRPr lang="zh-CN" altLang="en-US"/>
          </a:p>
        </p:txBody>
      </p:sp>
      <p:sp>
        <p:nvSpPr>
          <p:cNvPr id="4" name="页脚占位符 3">
            <a:extLst>
              <a:ext uri="{FF2B5EF4-FFF2-40B4-BE49-F238E27FC236}">
                <a16:creationId xmlns:a16="http://schemas.microsoft.com/office/drawing/2014/main" id="{B26406D2-A018-E679-7056-FEC38119E86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ECF4DC0-51A1-FD71-5184-B9E4A669665A}"/>
              </a:ext>
            </a:extLst>
          </p:cNvPr>
          <p:cNvSpPr>
            <a:spLocks noGrp="1"/>
          </p:cNvSpPr>
          <p:nvPr>
            <p:ph type="sldNum" sz="quarter" idx="12"/>
          </p:nvPr>
        </p:nvSpPr>
        <p:spPr/>
        <p:txBody>
          <a:bodyPr/>
          <a:lstStyle/>
          <a:p>
            <a:fld id="{DC93D61A-AD64-44CE-9381-24E23D195BC5}" type="slidenum">
              <a:rPr lang="zh-CN" altLang="en-US" smtClean="0"/>
              <a:t>‹#›</a:t>
            </a:fld>
            <a:endParaRPr lang="zh-CN" altLang="en-US"/>
          </a:p>
        </p:txBody>
      </p:sp>
    </p:spTree>
    <p:extLst>
      <p:ext uri="{BB962C8B-B14F-4D97-AF65-F5344CB8AC3E}">
        <p14:creationId xmlns:p14="http://schemas.microsoft.com/office/powerpoint/2010/main" val="3929903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5A02B17-6E7B-E396-E920-9E22B74D424B}"/>
              </a:ext>
            </a:extLst>
          </p:cNvPr>
          <p:cNvSpPr>
            <a:spLocks noGrp="1"/>
          </p:cNvSpPr>
          <p:nvPr>
            <p:ph type="dt" sz="half" idx="10"/>
          </p:nvPr>
        </p:nvSpPr>
        <p:spPr/>
        <p:txBody>
          <a:bodyPr/>
          <a:lstStyle/>
          <a:p>
            <a:fld id="{50AA8A28-38F2-4261-9DDE-A99877921C56}" type="datetimeFigureOut">
              <a:rPr lang="zh-CN" altLang="en-US" smtClean="0"/>
              <a:t>2024/10/24</a:t>
            </a:fld>
            <a:endParaRPr lang="zh-CN" altLang="en-US"/>
          </a:p>
        </p:txBody>
      </p:sp>
      <p:sp>
        <p:nvSpPr>
          <p:cNvPr id="3" name="页脚占位符 2">
            <a:extLst>
              <a:ext uri="{FF2B5EF4-FFF2-40B4-BE49-F238E27FC236}">
                <a16:creationId xmlns:a16="http://schemas.microsoft.com/office/drawing/2014/main" id="{C60F1CE6-0CA5-FE2C-7E02-7D0B127E91C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168B535-8961-459D-5AF7-68B395C08C0A}"/>
              </a:ext>
            </a:extLst>
          </p:cNvPr>
          <p:cNvSpPr>
            <a:spLocks noGrp="1"/>
          </p:cNvSpPr>
          <p:nvPr>
            <p:ph type="sldNum" sz="quarter" idx="12"/>
          </p:nvPr>
        </p:nvSpPr>
        <p:spPr/>
        <p:txBody>
          <a:bodyPr/>
          <a:lstStyle/>
          <a:p>
            <a:fld id="{DC93D61A-AD64-44CE-9381-24E23D195BC5}" type="slidenum">
              <a:rPr lang="zh-CN" altLang="en-US" smtClean="0"/>
              <a:t>‹#›</a:t>
            </a:fld>
            <a:endParaRPr lang="zh-CN" altLang="en-US"/>
          </a:p>
        </p:txBody>
      </p:sp>
    </p:spTree>
    <p:extLst>
      <p:ext uri="{BB962C8B-B14F-4D97-AF65-F5344CB8AC3E}">
        <p14:creationId xmlns:p14="http://schemas.microsoft.com/office/powerpoint/2010/main" val="1003015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4D7A2A-ACEA-235D-75F4-D6964CDBA52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FDD6C93-C777-AB94-C20C-4554E0338D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F9A614B-6DC3-92BA-8366-C7A7EDC8AB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4BB860E-EB26-2082-5D17-7F1EFD12C4D2}"/>
              </a:ext>
            </a:extLst>
          </p:cNvPr>
          <p:cNvSpPr>
            <a:spLocks noGrp="1"/>
          </p:cNvSpPr>
          <p:nvPr>
            <p:ph type="dt" sz="half" idx="10"/>
          </p:nvPr>
        </p:nvSpPr>
        <p:spPr/>
        <p:txBody>
          <a:bodyPr/>
          <a:lstStyle/>
          <a:p>
            <a:fld id="{50AA8A28-38F2-4261-9DDE-A99877921C56}" type="datetimeFigureOut">
              <a:rPr lang="zh-CN" altLang="en-US" smtClean="0"/>
              <a:t>2024/10/24</a:t>
            </a:fld>
            <a:endParaRPr lang="zh-CN" altLang="en-US"/>
          </a:p>
        </p:txBody>
      </p:sp>
      <p:sp>
        <p:nvSpPr>
          <p:cNvPr id="6" name="页脚占位符 5">
            <a:extLst>
              <a:ext uri="{FF2B5EF4-FFF2-40B4-BE49-F238E27FC236}">
                <a16:creationId xmlns:a16="http://schemas.microsoft.com/office/drawing/2014/main" id="{4E0CC51B-CDFC-385C-5E45-9200F38BB89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B10118-56F7-A07E-05EE-5B87CE91296D}"/>
              </a:ext>
            </a:extLst>
          </p:cNvPr>
          <p:cNvSpPr>
            <a:spLocks noGrp="1"/>
          </p:cNvSpPr>
          <p:nvPr>
            <p:ph type="sldNum" sz="quarter" idx="12"/>
          </p:nvPr>
        </p:nvSpPr>
        <p:spPr/>
        <p:txBody>
          <a:bodyPr/>
          <a:lstStyle/>
          <a:p>
            <a:fld id="{DC93D61A-AD64-44CE-9381-24E23D195BC5}" type="slidenum">
              <a:rPr lang="zh-CN" altLang="en-US" smtClean="0"/>
              <a:t>‹#›</a:t>
            </a:fld>
            <a:endParaRPr lang="zh-CN" altLang="en-US"/>
          </a:p>
        </p:txBody>
      </p:sp>
    </p:spTree>
    <p:extLst>
      <p:ext uri="{BB962C8B-B14F-4D97-AF65-F5344CB8AC3E}">
        <p14:creationId xmlns:p14="http://schemas.microsoft.com/office/powerpoint/2010/main" val="1621833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E38EE7-71B5-C320-642C-5727EAA289E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A3286FD-2764-3683-D331-37032345F8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B4E5F97-E69F-C82C-E29E-BC66151A77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637E31D-4C4D-BBA2-3E7A-3CFA407D62F9}"/>
              </a:ext>
            </a:extLst>
          </p:cNvPr>
          <p:cNvSpPr>
            <a:spLocks noGrp="1"/>
          </p:cNvSpPr>
          <p:nvPr>
            <p:ph type="dt" sz="half" idx="10"/>
          </p:nvPr>
        </p:nvSpPr>
        <p:spPr/>
        <p:txBody>
          <a:bodyPr/>
          <a:lstStyle/>
          <a:p>
            <a:fld id="{50AA8A28-38F2-4261-9DDE-A99877921C56}" type="datetimeFigureOut">
              <a:rPr lang="zh-CN" altLang="en-US" smtClean="0"/>
              <a:t>2024/10/24</a:t>
            </a:fld>
            <a:endParaRPr lang="zh-CN" altLang="en-US"/>
          </a:p>
        </p:txBody>
      </p:sp>
      <p:sp>
        <p:nvSpPr>
          <p:cNvPr id="6" name="页脚占位符 5">
            <a:extLst>
              <a:ext uri="{FF2B5EF4-FFF2-40B4-BE49-F238E27FC236}">
                <a16:creationId xmlns:a16="http://schemas.microsoft.com/office/drawing/2014/main" id="{D2A57EFA-56FC-9F24-4270-96B5FD73F0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60CC78B-9058-B773-D679-F4684C7FED0C}"/>
              </a:ext>
            </a:extLst>
          </p:cNvPr>
          <p:cNvSpPr>
            <a:spLocks noGrp="1"/>
          </p:cNvSpPr>
          <p:nvPr>
            <p:ph type="sldNum" sz="quarter" idx="12"/>
          </p:nvPr>
        </p:nvSpPr>
        <p:spPr/>
        <p:txBody>
          <a:bodyPr/>
          <a:lstStyle/>
          <a:p>
            <a:fld id="{DC93D61A-AD64-44CE-9381-24E23D195BC5}" type="slidenum">
              <a:rPr lang="zh-CN" altLang="en-US" smtClean="0"/>
              <a:t>‹#›</a:t>
            </a:fld>
            <a:endParaRPr lang="zh-CN" altLang="en-US"/>
          </a:p>
        </p:txBody>
      </p:sp>
    </p:spTree>
    <p:extLst>
      <p:ext uri="{BB962C8B-B14F-4D97-AF65-F5344CB8AC3E}">
        <p14:creationId xmlns:p14="http://schemas.microsoft.com/office/powerpoint/2010/main" val="3437855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05193C-802D-58D9-F820-48582497D4A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EED22F0-7DEC-8A77-274D-E8EE6A8A1E2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AC548DD-BC52-F981-A587-5FB9E5341956}"/>
              </a:ext>
            </a:extLst>
          </p:cNvPr>
          <p:cNvSpPr>
            <a:spLocks noGrp="1"/>
          </p:cNvSpPr>
          <p:nvPr>
            <p:ph type="dt" sz="half" idx="10"/>
          </p:nvPr>
        </p:nvSpPr>
        <p:spPr/>
        <p:txBody>
          <a:bodyPr/>
          <a:lstStyle/>
          <a:p>
            <a:fld id="{50AA8A28-38F2-4261-9DDE-A99877921C56}" type="datetimeFigureOut">
              <a:rPr lang="zh-CN" altLang="en-US" smtClean="0"/>
              <a:t>2024/10/24</a:t>
            </a:fld>
            <a:endParaRPr lang="zh-CN" altLang="en-US"/>
          </a:p>
        </p:txBody>
      </p:sp>
      <p:sp>
        <p:nvSpPr>
          <p:cNvPr id="5" name="页脚占位符 4">
            <a:extLst>
              <a:ext uri="{FF2B5EF4-FFF2-40B4-BE49-F238E27FC236}">
                <a16:creationId xmlns:a16="http://schemas.microsoft.com/office/drawing/2014/main" id="{B2253140-391B-17B6-00E2-35A6D343AB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36061C2-C220-0440-CF57-7A0B11A3E650}"/>
              </a:ext>
            </a:extLst>
          </p:cNvPr>
          <p:cNvSpPr>
            <a:spLocks noGrp="1"/>
          </p:cNvSpPr>
          <p:nvPr>
            <p:ph type="sldNum" sz="quarter" idx="12"/>
          </p:nvPr>
        </p:nvSpPr>
        <p:spPr/>
        <p:txBody>
          <a:bodyPr/>
          <a:lstStyle/>
          <a:p>
            <a:fld id="{DC93D61A-AD64-44CE-9381-24E23D195BC5}" type="slidenum">
              <a:rPr lang="zh-CN" altLang="en-US" smtClean="0"/>
              <a:t>‹#›</a:t>
            </a:fld>
            <a:endParaRPr lang="zh-CN" altLang="en-US"/>
          </a:p>
        </p:txBody>
      </p:sp>
    </p:spTree>
    <p:extLst>
      <p:ext uri="{BB962C8B-B14F-4D97-AF65-F5344CB8AC3E}">
        <p14:creationId xmlns:p14="http://schemas.microsoft.com/office/powerpoint/2010/main" val="3472820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ACFC46E-8BEA-5891-4D0E-EF20186F992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FEE585D-65BE-F89D-F8EF-BAA583E8200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0B4B68F-5730-BC8B-2698-C18DA3E7CC71}"/>
              </a:ext>
            </a:extLst>
          </p:cNvPr>
          <p:cNvSpPr>
            <a:spLocks noGrp="1"/>
          </p:cNvSpPr>
          <p:nvPr>
            <p:ph type="dt" sz="half" idx="10"/>
          </p:nvPr>
        </p:nvSpPr>
        <p:spPr/>
        <p:txBody>
          <a:bodyPr/>
          <a:lstStyle/>
          <a:p>
            <a:fld id="{50AA8A28-38F2-4261-9DDE-A99877921C56}" type="datetimeFigureOut">
              <a:rPr lang="zh-CN" altLang="en-US" smtClean="0"/>
              <a:t>2024/10/24</a:t>
            </a:fld>
            <a:endParaRPr lang="zh-CN" altLang="en-US"/>
          </a:p>
        </p:txBody>
      </p:sp>
      <p:sp>
        <p:nvSpPr>
          <p:cNvPr id="5" name="页脚占位符 4">
            <a:extLst>
              <a:ext uri="{FF2B5EF4-FFF2-40B4-BE49-F238E27FC236}">
                <a16:creationId xmlns:a16="http://schemas.microsoft.com/office/drawing/2014/main" id="{D520B5EF-9D63-28C2-51E3-1A41E6BEF85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6F1D172-EDE2-0BC6-7F1F-85D2F804D9FC}"/>
              </a:ext>
            </a:extLst>
          </p:cNvPr>
          <p:cNvSpPr>
            <a:spLocks noGrp="1"/>
          </p:cNvSpPr>
          <p:nvPr>
            <p:ph type="sldNum" sz="quarter" idx="12"/>
          </p:nvPr>
        </p:nvSpPr>
        <p:spPr/>
        <p:txBody>
          <a:bodyPr/>
          <a:lstStyle/>
          <a:p>
            <a:fld id="{DC93D61A-AD64-44CE-9381-24E23D195BC5}" type="slidenum">
              <a:rPr lang="zh-CN" altLang="en-US" smtClean="0"/>
              <a:t>‹#›</a:t>
            </a:fld>
            <a:endParaRPr lang="zh-CN" altLang="en-US"/>
          </a:p>
        </p:txBody>
      </p:sp>
    </p:spTree>
    <p:extLst>
      <p:ext uri="{BB962C8B-B14F-4D97-AF65-F5344CB8AC3E}">
        <p14:creationId xmlns:p14="http://schemas.microsoft.com/office/powerpoint/2010/main" val="730325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5E7B1E1-9759-1A7A-20F0-7E3BEC801D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7540D44-FDE6-0250-28C1-072A8A3B10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581E55-9E31-6CFC-01BA-00237E1CCE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A8A28-38F2-4261-9DDE-A99877921C56}" type="datetimeFigureOut">
              <a:rPr lang="zh-CN" altLang="en-US" smtClean="0"/>
              <a:t>2024/10/24</a:t>
            </a:fld>
            <a:endParaRPr lang="zh-CN" altLang="en-US"/>
          </a:p>
        </p:txBody>
      </p:sp>
      <p:sp>
        <p:nvSpPr>
          <p:cNvPr id="5" name="页脚占位符 4">
            <a:extLst>
              <a:ext uri="{FF2B5EF4-FFF2-40B4-BE49-F238E27FC236}">
                <a16:creationId xmlns:a16="http://schemas.microsoft.com/office/drawing/2014/main" id="{C23890FC-42CF-3BED-4603-7672E2B257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D120528-1E7A-D2C8-0312-21058C45D7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93D61A-AD64-44CE-9381-24E23D195BC5}" type="slidenum">
              <a:rPr lang="zh-CN" altLang="en-US" smtClean="0"/>
              <a:t>‹#›</a:t>
            </a:fld>
            <a:endParaRPr lang="zh-CN" altLang="en-US"/>
          </a:p>
        </p:txBody>
      </p:sp>
    </p:spTree>
    <p:extLst>
      <p:ext uri="{BB962C8B-B14F-4D97-AF65-F5344CB8AC3E}">
        <p14:creationId xmlns:p14="http://schemas.microsoft.com/office/powerpoint/2010/main" val="2945529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ush2021@mail.sustech.edu.cn\shhlu@mail.ustc.edu.cn"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henglab.eee.sustech.edu.cn/EE205/main.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wmf"/><Relationship Id="rId7" Type="http://schemas.openxmlformats.org/officeDocument/2006/relationships/image" Target="../media/image8.png"/><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4.png"/><Relationship Id="rId4" Type="http://schemas.openxmlformats.org/officeDocument/2006/relationships/image" Target="../media/image6.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oleObject" Target="../embeddings/oleObject1.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18.wmf"/><Relationship Id="rId2" Type="http://schemas.openxmlformats.org/officeDocument/2006/relationships/image" Target="../media/image13.png"/><Relationship Id="rId16" Type="http://schemas.openxmlformats.org/officeDocument/2006/relationships/image" Target="../media/image19.wmf"/><Relationship Id="rId1" Type="http://schemas.openxmlformats.org/officeDocument/2006/relationships/slideLayout" Target="../slideLayouts/slideLayout2.xml"/><Relationship Id="rId6" Type="http://schemas.openxmlformats.org/officeDocument/2006/relationships/image" Target="../media/image15.wmf"/><Relationship Id="rId11" Type="http://schemas.openxmlformats.org/officeDocument/2006/relationships/oleObject" Target="../embeddings/oleObject6.bin"/><Relationship Id="rId5" Type="http://schemas.openxmlformats.org/officeDocument/2006/relationships/oleObject" Target="../embeddings/oleObject3.bin"/><Relationship Id="rId15" Type="http://schemas.openxmlformats.org/officeDocument/2006/relationships/oleObject" Target="../embeddings/oleObject7.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5.bin"/><Relationship Id="rId14" Type="http://schemas.openxmlformats.org/officeDocument/2006/relationships/image" Target="../media/image5.wmf"/></Relationships>
</file>

<file path=ppt/slides/_rels/slide10.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13.bin"/><Relationship Id="rId18" Type="http://schemas.openxmlformats.org/officeDocument/2006/relationships/image" Target="../media/image28.wmf"/><Relationship Id="rId3" Type="http://schemas.openxmlformats.org/officeDocument/2006/relationships/oleObject" Target="../embeddings/oleObject8.bin"/><Relationship Id="rId21" Type="http://schemas.openxmlformats.org/officeDocument/2006/relationships/oleObject" Target="../embeddings/oleObject17.bin"/><Relationship Id="rId7" Type="http://schemas.openxmlformats.org/officeDocument/2006/relationships/oleObject" Target="../embeddings/oleObject10.bin"/><Relationship Id="rId12" Type="http://schemas.openxmlformats.org/officeDocument/2006/relationships/image" Target="../media/image25.wmf"/><Relationship Id="rId17" Type="http://schemas.openxmlformats.org/officeDocument/2006/relationships/oleObject" Target="../embeddings/oleObject15.bin"/><Relationship Id="rId2" Type="http://schemas.openxmlformats.org/officeDocument/2006/relationships/image" Target="../media/image20.png"/><Relationship Id="rId16" Type="http://schemas.openxmlformats.org/officeDocument/2006/relationships/image" Target="../media/image27.wmf"/><Relationship Id="rId20" Type="http://schemas.openxmlformats.org/officeDocument/2006/relationships/image" Target="../media/image29.wmf"/><Relationship Id="rId1" Type="http://schemas.openxmlformats.org/officeDocument/2006/relationships/slideLayout" Target="../slideLayouts/slideLayout2.xml"/><Relationship Id="rId6" Type="http://schemas.openxmlformats.org/officeDocument/2006/relationships/image" Target="../media/image22.wmf"/><Relationship Id="rId11" Type="http://schemas.openxmlformats.org/officeDocument/2006/relationships/oleObject" Target="../embeddings/oleObject12.bin"/><Relationship Id="rId24" Type="http://schemas.openxmlformats.org/officeDocument/2006/relationships/image" Target="../media/image31.wmf"/><Relationship Id="rId5" Type="http://schemas.openxmlformats.org/officeDocument/2006/relationships/oleObject" Target="../embeddings/oleObject9.bin"/><Relationship Id="rId15" Type="http://schemas.openxmlformats.org/officeDocument/2006/relationships/oleObject" Target="../embeddings/oleObject14.bin"/><Relationship Id="rId23" Type="http://schemas.openxmlformats.org/officeDocument/2006/relationships/oleObject" Target="../embeddings/oleObject18.bin"/><Relationship Id="rId10" Type="http://schemas.openxmlformats.org/officeDocument/2006/relationships/image" Target="../media/image24.wmf"/><Relationship Id="rId19" Type="http://schemas.openxmlformats.org/officeDocument/2006/relationships/oleObject" Target="../embeddings/oleObject16.bin"/><Relationship Id="rId4" Type="http://schemas.openxmlformats.org/officeDocument/2006/relationships/image" Target="../media/image21.wmf"/><Relationship Id="rId9" Type="http://schemas.openxmlformats.org/officeDocument/2006/relationships/oleObject" Target="../embeddings/oleObject11.bin"/><Relationship Id="rId14" Type="http://schemas.openxmlformats.org/officeDocument/2006/relationships/image" Target="../media/image26.wmf"/><Relationship Id="rId22" Type="http://schemas.openxmlformats.org/officeDocument/2006/relationships/image" Target="../media/image30.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37.wmf"/><Relationship Id="rId3" Type="http://schemas.openxmlformats.org/officeDocument/2006/relationships/image" Target="../media/image32.png"/><Relationship Id="rId7" Type="http://schemas.openxmlformats.org/officeDocument/2006/relationships/image" Target="../media/image34.wmf"/><Relationship Id="rId12" Type="http://schemas.openxmlformats.org/officeDocument/2006/relationships/oleObject" Target="../embeddings/oleObject23.bin"/><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36.wmf"/><Relationship Id="rId5" Type="http://schemas.openxmlformats.org/officeDocument/2006/relationships/image" Target="../media/image33.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35.wmf"/><Relationship Id="rId14" Type="http://schemas.openxmlformats.org/officeDocument/2006/relationships/oleObject" Target="../embeddings/oleObject24.bin"/></Relationships>
</file>

<file path=ppt/slides/_rels/slide12.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30.bin"/><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43.wmf"/><Relationship Id="rId2" Type="http://schemas.openxmlformats.org/officeDocument/2006/relationships/image" Target="../media/image38.png"/><Relationship Id="rId16" Type="http://schemas.openxmlformats.org/officeDocument/2006/relationships/image" Target="../media/image45.wmf"/><Relationship Id="rId1" Type="http://schemas.openxmlformats.org/officeDocument/2006/relationships/slideLayout" Target="../slideLayouts/slideLayout2.xml"/><Relationship Id="rId6" Type="http://schemas.openxmlformats.org/officeDocument/2006/relationships/image" Target="../media/image40.wmf"/><Relationship Id="rId11" Type="http://schemas.openxmlformats.org/officeDocument/2006/relationships/oleObject" Target="../embeddings/oleObject29.bin"/><Relationship Id="rId5" Type="http://schemas.openxmlformats.org/officeDocument/2006/relationships/oleObject" Target="../embeddings/oleObject26.bin"/><Relationship Id="rId15" Type="http://schemas.openxmlformats.org/officeDocument/2006/relationships/oleObject" Target="../embeddings/oleObject31.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28.bin"/><Relationship Id="rId14" Type="http://schemas.openxmlformats.org/officeDocument/2006/relationships/image" Target="../media/image44.wmf"/></Relationships>
</file>

<file path=ppt/slides/_rels/slide13.xml.rels><?xml version="1.0" encoding="UTF-8" standalone="yes"?>
<Relationships xmlns="http://schemas.openxmlformats.org/package/2006/relationships"><Relationship Id="rId8" Type="http://schemas.openxmlformats.org/officeDocument/2006/relationships/image" Target="../media/image48.wmf"/><Relationship Id="rId13" Type="http://schemas.openxmlformats.org/officeDocument/2006/relationships/oleObject" Target="../embeddings/oleObject37.bin"/><Relationship Id="rId18" Type="http://schemas.openxmlformats.org/officeDocument/2006/relationships/image" Target="../media/image53.wmf"/><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50.wmf"/><Relationship Id="rId17" Type="http://schemas.openxmlformats.org/officeDocument/2006/relationships/oleObject" Target="../embeddings/oleObject39.bin"/><Relationship Id="rId2" Type="http://schemas.openxmlformats.org/officeDocument/2006/relationships/image" Target="../media/image38.png"/><Relationship Id="rId16" Type="http://schemas.openxmlformats.org/officeDocument/2006/relationships/image" Target="../media/image52.wmf"/><Relationship Id="rId1" Type="http://schemas.openxmlformats.org/officeDocument/2006/relationships/slideLayout" Target="../slideLayouts/slideLayout2.xml"/><Relationship Id="rId6" Type="http://schemas.openxmlformats.org/officeDocument/2006/relationships/image" Target="../media/image47.wmf"/><Relationship Id="rId11" Type="http://schemas.openxmlformats.org/officeDocument/2006/relationships/oleObject" Target="../embeddings/oleObject36.bin"/><Relationship Id="rId5" Type="http://schemas.openxmlformats.org/officeDocument/2006/relationships/oleObject" Target="../embeddings/oleObject33.bin"/><Relationship Id="rId15" Type="http://schemas.openxmlformats.org/officeDocument/2006/relationships/oleObject" Target="../embeddings/oleObject38.bin"/><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35.bin"/><Relationship Id="rId14" Type="http://schemas.openxmlformats.org/officeDocument/2006/relationships/image" Target="../media/image51.wmf"/></Relationships>
</file>

<file path=ppt/slides/_rels/slide14.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59.wmf"/><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6.wmf"/><Relationship Id="rId11" Type="http://schemas.openxmlformats.org/officeDocument/2006/relationships/oleObject" Target="../embeddings/oleObject44.bin"/><Relationship Id="rId5" Type="http://schemas.openxmlformats.org/officeDocument/2006/relationships/oleObject" Target="../embeddings/oleObject41.bin"/><Relationship Id="rId10" Type="http://schemas.openxmlformats.org/officeDocument/2006/relationships/image" Target="../media/image58.wmf"/><Relationship Id="rId4" Type="http://schemas.openxmlformats.org/officeDocument/2006/relationships/image" Target="../media/image55.wmf"/><Relationship Id="rId9" Type="http://schemas.openxmlformats.org/officeDocument/2006/relationships/oleObject" Target="../embeddings/oleObject43.bin"/></Relationships>
</file>

<file path=ppt/slides/_rels/slide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16.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50.bin"/><Relationship Id="rId18" Type="http://schemas.openxmlformats.org/officeDocument/2006/relationships/oleObject" Target="../embeddings/oleObject52.bin"/><Relationship Id="rId3" Type="http://schemas.openxmlformats.org/officeDocument/2006/relationships/image" Target="../media/image64.wmf"/><Relationship Id="rId21" Type="http://schemas.openxmlformats.org/officeDocument/2006/relationships/image" Target="../media/image73.wmf"/><Relationship Id="rId7" Type="http://schemas.openxmlformats.org/officeDocument/2006/relationships/oleObject" Target="../embeddings/oleObject47.bin"/><Relationship Id="rId12" Type="http://schemas.openxmlformats.org/officeDocument/2006/relationships/image" Target="../media/image68.wmf"/><Relationship Id="rId17" Type="http://schemas.openxmlformats.org/officeDocument/2006/relationships/image" Target="../media/image71.png"/><Relationship Id="rId2" Type="http://schemas.openxmlformats.org/officeDocument/2006/relationships/oleObject" Target="../embeddings/oleObject45.bin"/><Relationship Id="rId16" Type="http://schemas.openxmlformats.org/officeDocument/2006/relationships/image" Target="../media/image70.wmf"/><Relationship Id="rId20" Type="http://schemas.openxmlformats.org/officeDocument/2006/relationships/oleObject" Target="../embeddings/oleObject53.bin"/><Relationship Id="rId1" Type="http://schemas.openxmlformats.org/officeDocument/2006/relationships/slideLayout" Target="../slideLayouts/slideLayout2.xml"/><Relationship Id="rId6" Type="http://schemas.openxmlformats.org/officeDocument/2006/relationships/image" Target="../media/image65.wmf"/><Relationship Id="rId11" Type="http://schemas.openxmlformats.org/officeDocument/2006/relationships/oleObject" Target="../embeddings/oleObject49.bin"/><Relationship Id="rId5" Type="http://schemas.openxmlformats.org/officeDocument/2006/relationships/oleObject" Target="../embeddings/oleObject46.bin"/><Relationship Id="rId15" Type="http://schemas.openxmlformats.org/officeDocument/2006/relationships/oleObject" Target="../embeddings/oleObject51.bin"/><Relationship Id="rId10" Type="http://schemas.openxmlformats.org/officeDocument/2006/relationships/image" Target="../media/image67.wmf"/><Relationship Id="rId19" Type="http://schemas.openxmlformats.org/officeDocument/2006/relationships/image" Target="../media/image72.wmf"/><Relationship Id="rId4" Type="http://schemas.openxmlformats.org/officeDocument/2006/relationships/image" Target="../media/image63.png"/><Relationship Id="rId9" Type="http://schemas.openxmlformats.org/officeDocument/2006/relationships/oleObject" Target="../embeddings/oleObject48.bin"/><Relationship Id="rId14" Type="http://schemas.openxmlformats.org/officeDocument/2006/relationships/image" Target="../media/image69.wmf"/></Relationships>
</file>

<file path=ppt/slides/_rels/slide17.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59.bin"/><Relationship Id="rId3" Type="http://schemas.openxmlformats.org/officeDocument/2006/relationships/image" Target="../media/image64.wmf"/><Relationship Id="rId7" Type="http://schemas.openxmlformats.org/officeDocument/2006/relationships/oleObject" Target="../embeddings/oleObject56.bin"/><Relationship Id="rId12" Type="http://schemas.openxmlformats.org/officeDocument/2006/relationships/image" Target="../media/image75.wmf"/><Relationship Id="rId2" Type="http://schemas.openxmlformats.org/officeDocument/2006/relationships/oleObject" Target="../embeddings/oleObject54.bin"/><Relationship Id="rId1" Type="http://schemas.openxmlformats.org/officeDocument/2006/relationships/slideLayout" Target="../slideLayouts/slideLayout2.xml"/><Relationship Id="rId6" Type="http://schemas.openxmlformats.org/officeDocument/2006/relationships/image" Target="../media/image65.wmf"/><Relationship Id="rId11" Type="http://schemas.openxmlformats.org/officeDocument/2006/relationships/oleObject" Target="../embeddings/oleObject58.bin"/><Relationship Id="rId5" Type="http://schemas.openxmlformats.org/officeDocument/2006/relationships/oleObject" Target="../embeddings/oleObject55.bin"/><Relationship Id="rId10" Type="http://schemas.openxmlformats.org/officeDocument/2006/relationships/image" Target="../media/image74.wmf"/><Relationship Id="rId4" Type="http://schemas.openxmlformats.org/officeDocument/2006/relationships/image" Target="../media/image63.png"/><Relationship Id="rId9" Type="http://schemas.openxmlformats.org/officeDocument/2006/relationships/oleObject" Target="../embeddings/oleObject57.bin"/><Relationship Id="rId14" Type="http://schemas.openxmlformats.org/officeDocument/2006/relationships/image" Target="../media/image76.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image" Target="../media/image78.png"/><Relationship Id="rId7" Type="http://schemas.openxmlformats.org/officeDocument/2006/relationships/image" Target="../media/image80.wmf"/><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oleObject" Target="../embeddings/oleObject61.bin"/><Relationship Id="rId5" Type="http://schemas.openxmlformats.org/officeDocument/2006/relationships/image" Target="../media/image79.wmf"/><Relationship Id="rId4" Type="http://schemas.openxmlformats.org/officeDocument/2006/relationships/oleObject" Target="../embeddings/oleObject60.bin"/><Relationship Id="rId9" Type="http://schemas.openxmlformats.org/officeDocument/2006/relationships/image" Target="../media/image81.wmf"/></Relationships>
</file>

<file path=ppt/slides/_rels/slide1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mailto:lush2021@mail.sustech.edu.cn\shhlu@mail.ustc.edu.cn"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2">
            <a:extLst>
              <a:ext uri="{FF2B5EF4-FFF2-40B4-BE49-F238E27FC236}">
                <a16:creationId xmlns:a16="http://schemas.microsoft.com/office/drawing/2014/main" id="{018193E5-3D81-40A3-C8C8-6270FAEBEAD1}"/>
              </a:ext>
            </a:extLst>
          </p:cNvPr>
          <p:cNvSpPr txBox="1"/>
          <p:nvPr/>
        </p:nvSpPr>
        <p:spPr>
          <a:xfrm>
            <a:off x="1168854" y="2260625"/>
            <a:ext cx="9854292" cy="834074"/>
          </a:xfrm>
          <a:prstGeom prst="rect">
            <a:avLst/>
          </a:prstGeom>
          <a:noFill/>
        </p:spPr>
        <p:txBody>
          <a:bodyPr wrap="square" rtlCol="0">
            <a:spAutoFit/>
          </a:bodyPr>
          <a:lstStyle/>
          <a:p>
            <a:pPr lvl="0" algn="ctr">
              <a:lnSpc>
                <a:spcPct val="150000"/>
              </a:lnSpc>
            </a:pPr>
            <a:r>
              <a:rPr lang="en-US" altLang="zh-CN" sz="3600" b="1" dirty="0">
                <a:solidFill>
                  <a:schemeClr val="accent2"/>
                </a:solidFill>
                <a:latin typeface="Tw Cen MT" panose="020B0602020104020603" pitchFamily="34" charset="0"/>
                <a:ea typeface="Verdana" pitchFamily="34" charset="0"/>
                <a:cs typeface="Arial" panose="020B0604020202020204" pitchFamily="34" charset="0"/>
              </a:rPr>
              <a:t>Tutorial Questions </a:t>
            </a:r>
            <a:r>
              <a:rPr lang="zh-CN" altLang="en-US" sz="3600" b="1" dirty="0">
                <a:solidFill>
                  <a:schemeClr val="accent2"/>
                </a:solidFill>
                <a:latin typeface="Tw Cen MT" panose="020B0602020104020603" pitchFamily="34" charset="0"/>
                <a:ea typeface="Verdana" pitchFamily="34" charset="0"/>
                <a:cs typeface="Arial" panose="020B0604020202020204" pitchFamily="34" charset="0"/>
              </a:rPr>
              <a:t>（</a:t>
            </a:r>
            <a:r>
              <a:rPr lang="en-US" altLang="zh-CN" sz="3600" b="1" dirty="0">
                <a:solidFill>
                  <a:schemeClr val="accent2"/>
                </a:solidFill>
                <a:latin typeface="Tw Cen MT" panose="020B0602020104020603" pitchFamily="34" charset="0"/>
                <a:ea typeface="Verdana" pitchFamily="34" charset="0"/>
                <a:cs typeface="Arial" panose="020B0604020202020204" pitchFamily="34" charset="0"/>
              </a:rPr>
              <a:t>Week 7</a:t>
            </a:r>
            <a:r>
              <a:rPr lang="zh-CN" altLang="en-US" sz="3600" b="1" dirty="0">
                <a:solidFill>
                  <a:schemeClr val="accent2"/>
                </a:solidFill>
                <a:latin typeface="Tw Cen MT" panose="020B0602020104020603" pitchFamily="34" charset="0"/>
                <a:ea typeface="Verdana" pitchFamily="34" charset="0"/>
                <a:cs typeface="Arial" panose="020B0604020202020204" pitchFamily="34" charset="0"/>
              </a:rPr>
              <a:t>）</a:t>
            </a:r>
            <a:endParaRPr lang="en-US" altLang="zh-CN" sz="3600" b="1" dirty="0">
              <a:solidFill>
                <a:schemeClr val="accent2"/>
              </a:solidFill>
              <a:latin typeface="Tw Cen MT" panose="020B0602020104020603" pitchFamily="34" charset="0"/>
              <a:ea typeface="Verdana" pitchFamily="34" charset="0"/>
              <a:cs typeface="Arial" panose="020B0604020202020204" pitchFamily="34" charset="0"/>
            </a:endParaRPr>
          </a:p>
        </p:txBody>
      </p:sp>
      <p:pic>
        <p:nvPicPr>
          <p:cNvPr id="5" name="图片 4">
            <a:extLst>
              <a:ext uri="{FF2B5EF4-FFF2-40B4-BE49-F238E27FC236}">
                <a16:creationId xmlns:a16="http://schemas.microsoft.com/office/drawing/2014/main" id="{613348BD-A273-77CF-C53E-2CB929399366}"/>
              </a:ext>
            </a:extLst>
          </p:cNvPr>
          <p:cNvPicPr>
            <a:picLocks noChangeAspect="1"/>
          </p:cNvPicPr>
          <p:nvPr/>
        </p:nvPicPr>
        <p:blipFill rotWithShape="1">
          <a:blip r:embed="rId2"/>
          <a:srcRect b="66695"/>
          <a:stretch/>
        </p:blipFill>
        <p:spPr>
          <a:xfrm>
            <a:off x="2882848" y="612001"/>
            <a:ext cx="5396179" cy="1479319"/>
          </a:xfrm>
          <a:prstGeom prst="rect">
            <a:avLst/>
          </a:prstGeom>
        </p:spPr>
      </p:pic>
      <p:sp>
        <p:nvSpPr>
          <p:cNvPr id="2" name="TextBox 8">
            <a:extLst>
              <a:ext uri="{FF2B5EF4-FFF2-40B4-BE49-F238E27FC236}">
                <a16:creationId xmlns:a16="http://schemas.microsoft.com/office/drawing/2014/main" id="{76B31C4E-9E25-C848-A62A-D13C03793BBA}"/>
              </a:ext>
            </a:extLst>
          </p:cNvPr>
          <p:cNvSpPr txBox="1"/>
          <p:nvPr/>
        </p:nvSpPr>
        <p:spPr>
          <a:xfrm>
            <a:off x="1834929" y="3094699"/>
            <a:ext cx="8001000" cy="1612429"/>
          </a:xfrm>
          <a:prstGeom prst="rect">
            <a:avLst/>
          </a:prstGeom>
          <a:noFill/>
        </p:spPr>
        <p:txBody>
          <a:bodyPr wrap="square" rtlCol="0">
            <a:spAutoFit/>
          </a:bodyPr>
          <a:lstStyle/>
          <a:p>
            <a:pPr algn="ctr"/>
            <a:endParaRPr lang="en-US" sz="2400" baseline="30000" dirty="0">
              <a:solidFill>
                <a:srgbClr val="FF0000"/>
              </a:solidFill>
              <a:latin typeface="Tw Cen MT" panose="020B0602020104020603" pitchFamily="34" charset="0"/>
              <a:cs typeface="Times New Roman" panose="02020603050405020304" pitchFamily="18" charset="0"/>
            </a:endParaRPr>
          </a:p>
          <a:p>
            <a:pPr algn="ctr">
              <a:lnSpc>
                <a:spcPct val="150000"/>
              </a:lnSpc>
            </a:pPr>
            <a:r>
              <a:rPr lang="en-US" sz="2400" dirty="0" err="1">
                <a:latin typeface="Tw Cen MT" panose="020B0602020104020603" pitchFamily="34" charset="0"/>
                <a:cs typeface="Arial" panose="020B0604020202020204" pitchFamily="34" charset="0"/>
              </a:rPr>
              <a:t>Juntao</a:t>
            </a:r>
            <a:r>
              <a:rPr lang="en-US" sz="2400" dirty="0">
                <a:latin typeface="Tw Cen MT" panose="020B0602020104020603" pitchFamily="34" charset="0"/>
                <a:cs typeface="Arial" panose="020B0604020202020204" pitchFamily="34" charset="0"/>
              </a:rPr>
              <a:t> Zhang(</a:t>
            </a:r>
            <a:r>
              <a:rPr lang="zh-CN" altLang="en-US" sz="2000" b="1" dirty="0">
                <a:latin typeface="Tw Cen MT" panose="020B0602020104020603" pitchFamily="34" charset="0"/>
                <a:cs typeface="Arial" panose="020B0604020202020204" pitchFamily="34" charset="0"/>
              </a:rPr>
              <a:t>张峻滔</a:t>
            </a:r>
            <a:r>
              <a:rPr lang="en-US" sz="2400" dirty="0">
                <a:latin typeface="Tw Cen MT" panose="020B0602020104020603" pitchFamily="34" charset="0"/>
                <a:cs typeface="Arial" panose="020B0604020202020204" pitchFamily="34" charset="0"/>
              </a:rPr>
              <a:t>), TA</a:t>
            </a:r>
            <a:endParaRPr lang="en-US" sz="2000" dirty="0">
              <a:latin typeface="Tw Cen MT" panose="020B0602020104020603" pitchFamily="34" charset="0"/>
              <a:cs typeface="Arial" panose="020B0604020202020204" pitchFamily="34" charset="0"/>
            </a:endParaRPr>
          </a:p>
          <a:p>
            <a:pPr algn="ctr"/>
            <a:r>
              <a:rPr lang="en-US" sz="2000" dirty="0">
                <a:latin typeface="Tw Cen MT" panose="020B0602020104020603" pitchFamily="34" charset="0"/>
                <a:cs typeface="Arial" panose="020B0604020202020204" pitchFamily="34" charset="0"/>
              </a:rPr>
              <a:t>Southern University of Science and Technology</a:t>
            </a:r>
          </a:p>
          <a:p>
            <a:pPr algn="ctr">
              <a:lnSpc>
                <a:spcPct val="150000"/>
              </a:lnSpc>
            </a:pPr>
            <a:r>
              <a:rPr lang="en-US" sz="2000" dirty="0">
                <a:latin typeface="Tw Cen MT" panose="020B0602020104020603" pitchFamily="34" charset="0"/>
                <a:cs typeface="Arial" panose="020B0604020202020204" pitchFamily="34" charset="0"/>
              </a:rPr>
              <a:t>Email: 12332164@mail.sustech.edu.cn </a:t>
            </a:r>
            <a:endParaRPr lang="en-US" sz="2000" dirty="0">
              <a:latin typeface="Tw Cen MT" panose="020B0602020104020603" pitchFamily="34" charset="0"/>
              <a:cs typeface="Arial" panose="020B0604020202020204" pitchFamily="34" charset="0"/>
              <a:hlinkClick r:id="rId3"/>
            </a:endParaRPr>
          </a:p>
        </p:txBody>
      </p:sp>
    </p:spTree>
    <p:extLst>
      <p:ext uri="{BB962C8B-B14F-4D97-AF65-F5344CB8AC3E}">
        <p14:creationId xmlns:p14="http://schemas.microsoft.com/office/powerpoint/2010/main" val="3113433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28073D4-946B-0E1F-4469-9EB2E30BEB35}"/>
              </a:ext>
            </a:extLst>
          </p:cNvPr>
          <p:cNvSpPr txBox="1"/>
          <p:nvPr/>
        </p:nvSpPr>
        <p:spPr>
          <a:xfrm>
            <a:off x="129288" y="64988"/>
            <a:ext cx="6425513" cy="492443"/>
          </a:xfrm>
          <a:prstGeom prst="rect">
            <a:avLst/>
          </a:prstGeom>
          <a:noFill/>
        </p:spPr>
        <p:txBody>
          <a:bodyPr wrap="square" rtlCol="0">
            <a:spAutoFit/>
          </a:bodyPr>
          <a:lstStyle/>
          <a:p>
            <a:r>
              <a:rPr lang="en-US" altLang="zh-CN" sz="2600" b="1" dirty="0">
                <a:solidFill>
                  <a:schemeClr val="tx2">
                    <a:lumMod val="75000"/>
                  </a:schemeClr>
                </a:solidFill>
                <a:latin typeface="Tw Cen MT" panose="020B0602020104020603" pitchFamily="34" charset="0"/>
                <a:ea typeface="宋体" panose="02010600030101010101" pitchFamily="2" charset="-122"/>
              </a:rPr>
              <a:t>Outline</a:t>
            </a:r>
            <a:r>
              <a:rPr lang="en-US" altLang="zh-CN" sz="2400" b="1" dirty="0">
                <a:solidFill>
                  <a:schemeClr val="tx2">
                    <a:lumMod val="75000"/>
                  </a:schemeClr>
                </a:solidFill>
                <a:latin typeface="Tw Cen MT" panose="020B0602020104020603" pitchFamily="34" charset="0"/>
                <a:ea typeface="宋体" panose="02010600030101010101" pitchFamily="2" charset="-122"/>
              </a:rPr>
              <a:t> </a:t>
            </a:r>
            <a:endParaRPr lang="zh-CN" altLang="en-US" sz="2400" b="1" dirty="0">
              <a:solidFill>
                <a:schemeClr val="tx2">
                  <a:lumMod val="75000"/>
                </a:schemeClr>
              </a:solidFill>
              <a:latin typeface="Tw Cen MT" panose="020B0602020104020603" pitchFamily="34" charset="0"/>
              <a:ea typeface="宋体" panose="02010600030101010101" pitchFamily="2" charset="-122"/>
            </a:endParaRPr>
          </a:p>
        </p:txBody>
      </p:sp>
      <p:sp>
        <p:nvSpPr>
          <p:cNvPr id="3" name="文本框 2">
            <a:extLst>
              <a:ext uri="{FF2B5EF4-FFF2-40B4-BE49-F238E27FC236}">
                <a16:creationId xmlns:a16="http://schemas.microsoft.com/office/drawing/2014/main" id="{00416E8B-0938-EDD6-E346-522C7F23BBA7}"/>
              </a:ext>
            </a:extLst>
          </p:cNvPr>
          <p:cNvSpPr txBox="1"/>
          <p:nvPr/>
        </p:nvSpPr>
        <p:spPr>
          <a:xfrm>
            <a:off x="482600" y="1003218"/>
            <a:ext cx="11099800" cy="41580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3600" dirty="0">
                <a:latin typeface="Tw Cen MT" panose="020B0602020104020603" pitchFamily="34" charset="0"/>
              </a:rPr>
              <a:t>Review</a:t>
            </a:r>
          </a:p>
          <a:p>
            <a:pPr marL="285750" indent="-285750">
              <a:lnSpc>
                <a:spcPct val="150000"/>
              </a:lnSpc>
              <a:buFont typeface="Arial" panose="020B0604020202020204" pitchFamily="34" charset="0"/>
              <a:buChar char="•"/>
            </a:pPr>
            <a:r>
              <a:rPr lang="en-US" altLang="zh-CN" sz="3600" dirty="0">
                <a:latin typeface="Tw Cen MT" panose="020B0602020104020603" pitchFamily="34" charset="0"/>
              </a:rPr>
              <a:t>Basic Problems with Answers 2.20</a:t>
            </a:r>
          </a:p>
          <a:p>
            <a:pPr marL="285750" indent="-285750">
              <a:lnSpc>
                <a:spcPct val="150000"/>
              </a:lnSpc>
              <a:buFont typeface="Arial" panose="020B0604020202020204" pitchFamily="34" charset="0"/>
              <a:buChar char="•"/>
            </a:pPr>
            <a:r>
              <a:rPr lang="en-US" altLang="zh-CN" sz="3600" dirty="0">
                <a:latin typeface="Tw Cen MT" panose="020B0602020104020603" pitchFamily="34" charset="0"/>
              </a:rPr>
              <a:t>Basic Problems 2.29</a:t>
            </a:r>
          </a:p>
          <a:p>
            <a:pPr marL="285750" indent="-285750">
              <a:lnSpc>
                <a:spcPct val="150000"/>
              </a:lnSpc>
              <a:buFont typeface="Arial" panose="020B0604020202020204" pitchFamily="34" charset="0"/>
              <a:buChar char="•"/>
            </a:pPr>
            <a:r>
              <a:rPr lang="en-US" altLang="zh-CN" sz="3600" dirty="0">
                <a:latin typeface="Tw Cen MT" panose="020B0602020104020603" pitchFamily="34" charset="0"/>
              </a:rPr>
              <a:t>Advanced Problems 2.40, 2.43, 2.47</a:t>
            </a:r>
          </a:p>
          <a:p>
            <a:pPr marL="285750" indent="-285750">
              <a:lnSpc>
                <a:spcPct val="150000"/>
              </a:lnSpc>
              <a:buFont typeface="Arial" panose="020B0604020202020204" pitchFamily="34" charset="0"/>
              <a:buChar char="•"/>
            </a:pPr>
            <a:r>
              <a:rPr lang="en-US" altLang="zh-CN" sz="3600" dirty="0">
                <a:latin typeface="Tw Cen MT" panose="020B0602020104020603" pitchFamily="34" charset="0"/>
              </a:rPr>
              <a:t>Q&amp;A</a:t>
            </a:r>
          </a:p>
        </p:txBody>
      </p:sp>
    </p:spTree>
    <p:extLst>
      <p:ext uri="{BB962C8B-B14F-4D97-AF65-F5344CB8AC3E}">
        <p14:creationId xmlns:p14="http://schemas.microsoft.com/office/powerpoint/2010/main" val="3373573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8EF425-CDC6-84CD-6DC8-6154FE44E9E6}"/>
              </a:ext>
            </a:extLst>
          </p:cNvPr>
          <p:cNvSpPr>
            <a:spLocks noGrp="1"/>
          </p:cNvSpPr>
          <p:nvPr>
            <p:ph type="title"/>
          </p:nvPr>
        </p:nvSpPr>
        <p:spPr>
          <a:xfrm>
            <a:off x="438149" y="374650"/>
            <a:ext cx="11630025" cy="1325563"/>
          </a:xfrm>
        </p:spPr>
        <p:txBody>
          <a:bodyPr>
            <a:normAutofit fontScale="90000"/>
          </a:bodyPr>
          <a:lstStyle/>
          <a:p>
            <a:r>
              <a:rPr lang="en-US" dirty="0">
                <a:hlinkClick r:id="rId2"/>
              </a:rPr>
              <a:t>Waveform Navigation (sustech.edu.cn)</a:t>
            </a:r>
            <a:br>
              <a:rPr lang="en-US" dirty="0"/>
            </a:br>
            <a:r>
              <a:rPr lang="en-US" dirty="0">
                <a:hlinkClick r:id="rId2"/>
              </a:rPr>
              <a:t>https://chenglab.eee.sustech.edu.cn/EE205/main.html</a:t>
            </a:r>
            <a:endParaRPr lang="en-US" dirty="0"/>
          </a:p>
        </p:txBody>
      </p:sp>
      <p:sp>
        <p:nvSpPr>
          <p:cNvPr id="3" name="内容占位符 2">
            <a:extLst>
              <a:ext uri="{FF2B5EF4-FFF2-40B4-BE49-F238E27FC236}">
                <a16:creationId xmlns:a16="http://schemas.microsoft.com/office/drawing/2014/main" id="{B11E6B55-4E19-71FD-D391-4688DB5275AE}"/>
              </a:ext>
            </a:extLst>
          </p:cNvPr>
          <p:cNvSpPr>
            <a:spLocks noGrp="1"/>
          </p:cNvSpPr>
          <p:nvPr>
            <p:ph idx="1"/>
          </p:nvPr>
        </p:nvSpPr>
        <p:spPr/>
        <p:txBody>
          <a:bodyPr/>
          <a:lstStyle/>
          <a:p>
            <a:endParaRPr lang="en-US" dirty="0"/>
          </a:p>
        </p:txBody>
      </p:sp>
      <p:pic>
        <p:nvPicPr>
          <p:cNvPr id="5" name="图片 4">
            <a:extLst>
              <a:ext uri="{FF2B5EF4-FFF2-40B4-BE49-F238E27FC236}">
                <a16:creationId xmlns:a16="http://schemas.microsoft.com/office/drawing/2014/main" id="{84C97474-8005-8290-2124-BCA3D0125163}"/>
              </a:ext>
            </a:extLst>
          </p:cNvPr>
          <p:cNvPicPr>
            <a:picLocks noChangeAspect="1"/>
          </p:cNvPicPr>
          <p:nvPr/>
        </p:nvPicPr>
        <p:blipFill>
          <a:blip r:embed="rId3"/>
          <a:stretch>
            <a:fillRect/>
          </a:stretch>
        </p:blipFill>
        <p:spPr>
          <a:xfrm>
            <a:off x="1552575" y="1825625"/>
            <a:ext cx="9733257" cy="4351338"/>
          </a:xfrm>
          <a:prstGeom prst="rect">
            <a:avLst/>
          </a:prstGeom>
        </p:spPr>
      </p:pic>
    </p:spTree>
    <p:extLst>
      <p:ext uri="{BB962C8B-B14F-4D97-AF65-F5344CB8AC3E}">
        <p14:creationId xmlns:p14="http://schemas.microsoft.com/office/powerpoint/2010/main" val="542316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6F045FB-8406-AB23-3719-CB2191F5E460}"/>
              </a:ext>
            </a:extLst>
          </p:cNvPr>
          <p:cNvPicPr>
            <a:picLocks noChangeAspect="1"/>
          </p:cNvPicPr>
          <p:nvPr/>
        </p:nvPicPr>
        <p:blipFill>
          <a:blip r:embed="rId3"/>
          <a:stretch>
            <a:fillRect/>
          </a:stretch>
        </p:blipFill>
        <p:spPr>
          <a:xfrm>
            <a:off x="1562161" y="512897"/>
            <a:ext cx="8984511" cy="5758412"/>
          </a:xfrm>
          <a:prstGeom prst="rect">
            <a:avLst/>
          </a:prstGeom>
        </p:spPr>
      </p:pic>
    </p:spTree>
    <p:extLst>
      <p:ext uri="{BB962C8B-B14F-4D97-AF65-F5344CB8AC3E}">
        <p14:creationId xmlns:p14="http://schemas.microsoft.com/office/powerpoint/2010/main" val="770133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68A086-01EF-5403-C19C-42EE915BC53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77181" y="723900"/>
            <a:ext cx="9037637"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464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50AC0A8-78FC-357F-D083-B287A0CFA571}"/>
              </a:ext>
            </a:extLst>
          </p:cNvPr>
          <p:cNvSpPr>
            <a:spLocks noChangeArrowheads="1"/>
          </p:cNvSpPr>
          <p:nvPr/>
        </p:nvSpPr>
        <p:spPr bwMode="auto">
          <a:xfrm>
            <a:off x="0" y="-1"/>
            <a:ext cx="3883699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ED45AC28-DA20-9AD5-2173-43B3158FBA51}"/>
              </a:ext>
            </a:extLst>
          </p:cNvPr>
          <p:cNvGraphicFramePr>
            <a:graphicFrameLocks noChangeAspect="1"/>
          </p:cNvGraphicFramePr>
          <p:nvPr>
            <p:extLst>
              <p:ext uri="{D42A27DB-BD31-4B8C-83A1-F6EECF244321}">
                <p14:modId xmlns:p14="http://schemas.microsoft.com/office/powerpoint/2010/main" val="2831827315"/>
              </p:ext>
            </p:extLst>
          </p:nvPr>
        </p:nvGraphicFramePr>
        <p:xfrm>
          <a:off x="9072824" y="3103123"/>
          <a:ext cx="2396971" cy="2852092"/>
        </p:xfrm>
        <a:graphic>
          <a:graphicData uri="http://schemas.openxmlformats.org/presentationml/2006/ole">
            <mc:AlternateContent xmlns:mc="http://schemas.openxmlformats.org/markup-compatibility/2006">
              <mc:Choice xmlns:v="urn:schemas-microsoft-com:vml" Requires="v">
                <p:oleObj name="AxMath" r:id="rId2" imgW="753946" imgH="900054" progId="Equation.AxMath">
                  <p:embed/>
                </p:oleObj>
              </mc:Choice>
              <mc:Fallback>
                <p:oleObj name="AxMath" r:id="rId2" imgW="753946" imgH="900054" progId="Equation.AxMath">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2824" y="3103123"/>
                        <a:ext cx="2396971" cy="2852092"/>
                      </a:xfrm>
                      <a:prstGeom prst="rect">
                        <a:avLst/>
                      </a:prstGeom>
                      <a:noFill/>
                    </p:spPr>
                  </p:pic>
                </p:oleObj>
              </mc:Fallback>
            </mc:AlternateContent>
          </a:graphicData>
        </a:graphic>
      </p:graphicFrame>
      <p:pic>
        <p:nvPicPr>
          <p:cNvPr id="4" name="Picture 2">
            <a:extLst>
              <a:ext uri="{FF2B5EF4-FFF2-40B4-BE49-F238E27FC236}">
                <a16:creationId xmlns:a16="http://schemas.microsoft.com/office/drawing/2014/main" id="{7175D319-CB6E-EBA0-EB33-E58DD651641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7163" y="2388072"/>
            <a:ext cx="7775575" cy="386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C2FCDC5E-37FD-BD5A-9A76-52E18BF2E3C6}"/>
                  </a:ext>
                </a:extLst>
              </p:cNvPr>
              <p:cNvSpPr/>
              <p:nvPr/>
            </p:nvSpPr>
            <p:spPr bwMode="auto">
              <a:xfrm>
                <a:off x="2441197" y="1298735"/>
                <a:ext cx="637563" cy="788565"/>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f>
                        <m:fPr>
                          <m:ctrlPr>
                            <a:rPr kumimoji="0" lang="en-US" altLang="zh-CN" sz="2000" b="0" i="1" u="none" strike="noStrike" cap="none" normalizeH="0" baseline="0" smtClean="0">
                              <a:ln>
                                <a:noFill/>
                              </a:ln>
                              <a:solidFill>
                                <a:schemeClr val="tx1"/>
                              </a:solidFill>
                              <a:effectLst/>
                              <a:latin typeface="Cambria Math" panose="02040503050406030204" pitchFamily="18" charset="0"/>
                              <a:ea typeface="Gulim" pitchFamily="34" charset="-127"/>
                            </a:rPr>
                          </m:ctrlPr>
                        </m:fPr>
                        <m:num>
                          <m:r>
                            <a:rPr kumimoji="0" lang="en-US" altLang="zh-CN" sz="2000" b="0" i="1" u="none" strike="noStrike" cap="none" normalizeH="0" baseline="0" smtClean="0">
                              <a:ln>
                                <a:noFill/>
                              </a:ln>
                              <a:solidFill>
                                <a:schemeClr val="tx1"/>
                              </a:solidFill>
                              <a:effectLst/>
                              <a:latin typeface="Cambria Math" panose="02040503050406030204" pitchFamily="18" charset="0"/>
                              <a:ea typeface="Gulim" pitchFamily="34" charset="-127"/>
                            </a:rPr>
                            <m:t>𝑑</m:t>
                          </m:r>
                        </m:num>
                        <m:den>
                          <m:r>
                            <a:rPr kumimoji="0" lang="en-US" altLang="zh-CN" sz="2000" b="0" i="1" u="none" strike="noStrike" cap="none" normalizeH="0" baseline="0" smtClean="0">
                              <a:ln>
                                <a:noFill/>
                              </a:ln>
                              <a:solidFill>
                                <a:schemeClr val="tx1"/>
                              </a:solidFill>
                              <a:effectLst/>
                              <a:latin typeface="Cambria Math" panose="02040503050406030204" pitchFamily="18" charset="0"/>
                              <a:ea typeface="Gulim" pitchFamily="34" charset="-127"/>
                            </a:rPr>
                            <m:t>𝑑𝑡</m:t>
                          </m:r>
                        </m:den>
                      </m:f>
                    </m:oMath>
                  </m:oMathPara>
                </a14:m>
                <a:endParaRPr kumimoji="0" lang="zh-CN" altLang="en-US" sz="2000" b="0" i="0" u="none" strike="noStrike" cap="none" normalizeH="0" baseline="0" dirty="0">
                  <a:ln>
                    <a:noFill/>
                  </a:ln>
                  <a:solidFill>
                    <a:schemeClr val="tx1"/>
                  </a:solidFill>
                  <a:effectLst/>
                  <a:ea typeface="Gulim" pitchFamily="34" charset="-127"/>
                </a:endParaRPr>
              </a:p>
            </p:txBody>
          </p:sp>
        </mc:Choice>
        <mc:Fallback xmlns="">
          <p:sp>
            <p:nvSpPr>
              <p:cNvPr id="5" name="矩形 4">
                <a:extLst>
                  <a:ext uri="{FF2B5EF4-FFF2-40B4-BE49-F238E27FC236}">
                    <a16:creationId xmlns:a16="http://schemas.microsoft.com/office/drawing/2014/main" id="{C2FCDC5E-37FD-BD5A-9A76-52E18BF2E3C6}"/>
                  </a:ext>
                </a:extLst>
              </p:cNvPr>
              <p:cNvSpPr>
                <a:spLocks noRot="1" noChangeAspect="1" noMove="1" noResize="1" noEditPoints="1" noAdjustHandles="1" noChangeArrowheads="1" noChangeShapeType="1" noTextEdit="1"/>
              </p:cNvSpPr>
              <p:nvPr/>
            </p:nvSpPr>
            <p:spPr bwMode="auto">
              <a:xfrm>
                <a:off x="2441197" y="1298735"/>
                <a:ext cx="637563" cy="788565"/>
              </a:xfrm>
              <a:prstGeom prst="rect">
                <a:avLst/>
              </a:prstGeom>
              <a:blipFill>
                <a:blip r:embed="rId5"/>
                <a:stretch>
                  <a:fillRect/>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C3CC88F-7437-482F-B11F-DFB97EF476E7}"/>
                  </a:ext>
                </a:extLst>
              </p:cNvPr>
              <p:cNvSpPr/>
              <p:nvPr/>
            </p:nvSpPr>
            <p:spPr bwMode="auto">
              <a:xfrm>
                <a:off x="3667388" y="1298734"/>
                <a:ext cx="637563" cy="788565"/>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f>
                        <m:fPr>
                          <m:ctrlPr>
                            <a:rPr kumimoji="0" lang="en-US" altLang="zh-CN" sz="2000" b="0" i="1" u="none" strike="noStrike" cap="none" normalizeH="0" baseline="0" smtClean="0">
                              <a:ln>
                                <a:noFill/>
                              </a:ln>
                              <a:solidFill>
                                <a:schemeClr val="tx1"/>
                              </a:solidFill>
                              <a:effectLst/>
                              <a:latin typeface="Cambria Math" panose="02040503050406030204" pitchFamily="18" charset="0"/>
                              <a:ea typeface="Gulim" pitchFamily="34" charset="-127"/>
                            </a:rPr>
                          </m:ctrlPr>
                        </m:fPr>
                        <m:num>
                          <m:r>
                            <a:rPr kumimoji="0" lang="en-US" altLang="zh-CN" sz="2000" b="0" i="1" u="none" strike="noStrike" cap="none" normalizeH="0" baseline="0" smtClean="0">
                              <a:ln>
                                <a:noFill/>
                              </a:ln>
                              <a:solidFill>
                                <a:schemeClr val="tx1"/>
                              </a:solidFill>
                              <a:effectLst/>
                              <a:latin typeface="Cambria Math" panose="02040503050406030204" pitchFamily="18" charset="0"/>
                              <a:ea typeface="Gulim" pitchFamily="34" charset="-127"/>
                            </a:rPr>
                            <m:t>𝑑</m:t>
                          </m:r>
                        </m:num>
                        <m:den>
                          <m:r>
                            <a:rPr kumimoji="0" lang="en-US" altLang="zh-CN" sz="2000" b="0" i="1" u="none" strike="noStrike" cap="none" normalizeH="0" baseline="0" smtClean="0">
                              <a:ln>
                                <a:noFill/>
                              </a:ln>
                              <a:solidFill>
                                <a:schemeClr val="tx1"/>
                              </a:solidFill>
                              <a:effectLst/>
                              <a:latin typeface="Cambria Math" panose="02040503050406030204" pitchFamily="18" charset="0"/>
                              <a:ea typeface="Gulim" pitchFamily="34" charset="-127"/>
                            </a:rPr>
                            <m:t>𝑑𝑡</m:t>
                          </m:r>
                        </m:den>
                      </m:f>
                    </m:oMath>
                  </m:oMathPara>
                </a14:m>
                <a:endParaRPr kumimoji="0" lang="zh-CN" altLang="en-US" sz="2000" b="0" i="0" u="none" strike="noStrike" cap="none" normalizeH="0" baseline="0" dirty="0">
                  <a:ln>
                    <a:noFill/>
                  </a:ln>
                  <a:solidFill>
                    <a:schemeClr val="tx1"/>
                  </a:solidFill>
                  <a:effectLst/>
                  <a:ea typeface="Gulim" pitchFamily="34" charset="-127"/>
                </a:endParaRPr>
              </a:p>
            </p:txBody>
          </p:sp>
        </mc:Choice>
        <mc:Fallback xmlns="">
          <p:sp>
            <p:nvSpPr>
              <p:cNvPr id="6" name="矩形 5">
                <a:extLst>
                  <a:ext uri="{FF2B5EF4-FFF2-40B4-BE49-F238E27FC236}">
                    <a16:creationId xmlns:a16="http://schemas.microsoft.com/office/drawing/2014/main" id="{CC3CC88F-7437-482F-B11F-DFB97EF476E7}"/>
                  </a:ext>
                </a:extLst>
              </p:cNvPr>
              <p:cNvSpPr>
                <a:spLocks noRot="1" noChangeAspect="1" noMove="1" noResize="1" noEditPoints="1" noAdjustHandles="1" noChangeArrowheads="1" noChangeShapeType="1" noTextEdit="1"/>
              </p:cNvSpPr>
              <p:nvPr/>
            </p:nvSpPr>
            <p:spPr bwMode="auto">
              <a:xfrm>
                <a:off x="3667388" y="1298734"/>
                <a:ext cx="637563" cy="788565"/>
              </a:xfrm>
              <a:prstGeom prst="rect">
                <a:avLst/>
              </a:prstGeom>
              <a:blipFill>
                <a:blip r:embed="rId6"/>
                <a:stretch>
                  <a:fillRect/>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DC80BDE-49B9-7A64-9BE2-59D0442D8959}"/>
                  </a:ext>
                </a:extLst>
              </p:cNvPr>
              <p:cNvSpPr/>
              <p:nvPr/>
            </p:nvSpPr>
            <p:spPr bwMode="auto">
              <a:xfrm>
                <a:off x="5856915" y="1298733"/>
                <a:ext cx="637563" cy="788565"/>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14:m>
                  <m:oMathPara xmlns:m="http://schemas.openxmlformats.org/officeDocument/2006/math">
                    <m:oMathParaPr>
                      <m:jc m:val="centerGroup"/>
                    </m:oMathParaPr>
                    <m:oMath xmlns:m="http://schemas.openxmlformats.org/officeDocument/2006/math">
                      <m:f>
                        <m:fPr>
                          <m:ctrlPr>
                            <a:rPr kumimoji="0" lang="en-US" altLang="zh-CN" sz="2000" b="0" i="1" u="none" strike="noStrike" cap="none" normalizeH="0" baseline="0" smtClean="0">
                              <a:ln>
                                <a:noFill/>
                              </a:ln>
                              <a:solidFill>
                                <a:schemeClr val="tx1"/>
                              </a:solidFill>
                              <a:effectLst/>
                              <a:latin typeface="Cambria Math" panose="02040503050406030204" pitchFamily="18" charset="0"/>
                              <a:ea typeface="Gulim" pitchFamily="34" charset="-127"/>
                            </a:rPr>
                          </m:ctrlPr>
                        </m:fPr>
                        <m:num>
                          <m:r>
                            <a:rPr kumimoji="0" lang="en-US" altLang="zh-CN" sz="2000" b="0" i="1" u="none" strike="noStrike" cap="none" normalizeH="0" baseline="0" smtClean="0">
                              <a:ln>
                                <a:noFill/>
                              </a:ln>
                              <a:solidFill>
                                <a:schemeClr val="tx1"/>
                              </a:solidFill>
                              <a:effectLst/>
                              <a:latin typeface="Cambria Math" panose="02040503050406030204" pitchFamily="18" charset="0"/>
                              <a:ea typeface="Gulim" pitchFamily="34" charset="-127"/>
                            </a:rPr>
                            <m:t>𝑑</m:t>
                          </m:r>
                        </m:num>
                        <m:den>
                          <m:r>
                            <a:rPr kumimoji="0" lang="en-US" altLang="zh-CN" sz="2000" b="0" i="1" u="none" strike="noStrike" cap="none" normalizeH="0" baseline="0" smtClean="0">
                              <a:ln>
                                <a:noFill/>
                              </a:ln>
                              <a:solidFill>
                                <a:schemeClr val="tx1"/>
                              </a:solidFill>
                              <a:effectLst/>
                              <a:latin typeface="Cambria Math" panose="02040503050406030204" pitchFamily="18" charset="0"/>
                              <a:ea typeface="Gulim" pitchFamily="34" charset="-127"/>
                            </a:rPr>
                            <m:t>𝑑𝑡</m:t>
                          </m:r>
                        </m:den>
                      </m:f>
                    </m:oMath>
                  </m:oMathPara>
                </a14:m>
                <a:endParaRPr kumimoji="0" lang="zh-CN" altLang="en-US" sz="2000" b="0" i="0" u="none" strike="noStrike" cap="none" normalizeH="0" baseline="0" dirty="0">
                  <a:ln>
                    <a:noFill/>
                  </a:ln>
                  <a:solidFill>
                    <a:schemeClr val="tx1"/>
                  </a:solidFill>
                  <a:effectLst/>
                  <a:ea typeface="Gulim" pitchFamily="34" charset="-127"/>
                </a:endParaRPr>
              </a:p>
            </p:txBody>
          </p:sp>
        </mc:Choice>
        <mc:Fallback xmlns="">
          <p:sp>
            <p:nvSpPr>
              <p:cNvPr id="7" name="矩形 6">
                <a:extLst>
                  <a:ext uri="{FF2B5EF4-FFF2-40B4-BE49-F238E27FC236}">
                    <a16:creationId xmlns:a16="http://schemas.microsoft.com/office/drawing/2014/main" id="{DDC80BDE-49B9-7A64-9BE2-59D0442D8959}"/>
                  </a:ext>
                </a:extLst>
              </p:cNvPr>
              <p:cNvSpPr>
                <a:spLocks noRot="1" noChangeAspect="1" noMove="1" noResize="1" noEditPoints="1" noAdjustHandles="1" noChangeArrowheads="1" noChangeShapeType="1" noTextEdit="1"/>
              </p:cNvSpPr>
              <p:nvPr/>
            </p:nvSpPr>
            <p:spPr bwMode="auto">
              <a:xfrm>
                <a:off x="5856915" y="1298733"/>
                <a:ext cx="637563" cy="788565"/>
              </a:xfrm>
              <a:prstGeom prst="rect">
                <a:avLst/>
              </a:prstGeom>
              <a:blipFill>
                <a:blip r:embed="rId7"/>
                <a:stretch>
                  <a:fillRect/>
                </a:stretch>
              </a:blipFill>
              <a:ln w="9525" cap="flat" cmpd="sng" algn="ctr">
                <a:solidFill>
                  <a:schemeClr val="tx1"/>
                </a:solidFill>
                <a:prstDash val="solid"/>
                <a:round/>
                <a:headEnd type="none" w="med" len="med"/>
                <a:tailEnd type="none" w="med" len="med"/>
              </a:ln>
              <a:effectLst/>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8C7A1DF8-26CD-C333-C8EF-2F92999529E0}"/>
              </a:ext>
            </a:extLst>
          </p:cNvPr>
          <p:cNvCxnSpPr>
            <a:endCxn id="5" idx="1"/>
          </p:cNvCxnSpPr>
          <p:nvPr/>
        </p:nvCxnSpPr>
        <p:spPr bwMode="auto">
          <a:xfrm>
            <a:off x="1770077" y="1693018"/>
            <a:ext cx="67112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 name="直接箭头连接符 8">
            <a:extLst>
              <a:ext uri="{FF2B5EF4-FFF2-40B4-BE49-F238E27FC236}">
                <a16:creationId xmlns:a16="http://schemas.microsoft.com/office/drawing/2014/main" id="{6EBFBF45-AD70-9CB3-13F0-2B94310F2674}"/>
              </a:ext>
            </a:extLst>
          </p:cNvPr>
          <p:cNvCxnSpPr>
            <a:stCxn id="5" idx="3"/>
            <a:endCxn id="6" idx="1"/>
          </p:cNvCxnSpPr>
          <p:nvPr/>
        </p:nvCxnSpPr>
        <p:spPr bwMode="auto">
          <a:xfrm flipV="1">
            <a:off x="3078760" y="1693017"/>
            <a:ext cx="588628" cy="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直接箭头连接符 9">
            <a:extLst>
              <a:ext uri="{FF2B5EF4-FFF2-40B4-BE49-F238E27FC236}">
                <a16:creationId xmlns:a16="http://schemas.microsoft.com/office/drawing/2014/main" id="{1CC5EF92-E904-93F6-20D7-A1A427480018}"/>
              </a:ext>
            </a:extLst>
          </p:cNvPr>
          <p:cNvCxnSpPr>
            <a:stCxn id="6" idx="3"/>
          </p:cNvCxnSpPr>
          <p:nvPr/>
        </p:nvCxnSpPr>
        <p:spPr bwMode="auto">
          <a:xfrm flipV="1">
            <a:off x="4304951" y="1693015"/>
            <a:ext cx="459996" cy="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 name="直接箭头连接符 10">
            <a:extLst>
              <a:ext uri="{FF2B5EF4-FFF2-40B4-BE49-F238E27FC236}">
                <a16:creationId xmlns:a16="http://schemas.microsoft.com/office/drawing/2014/main" id="{B527672F-4DB2-54CD-9F11-0824AB769926}"/>
              </a:ext>
            </a:extLst>
          </p:cNvPr>
          <p:cNvCxnSpPr/>
          <p:nvPr/>
        </p:nvCxnSpPr>
        <p:spPr bwMode="auto">
          <a:xfrm flipV="1">
            <a:off x="5396919" y="1693015"/>
            <a:ext cx="459996" cy="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直接箭头连接符 11">
            <a:extLst>
              <a:ext uri="{FF2B5EF4-FFF2-40B4-BE49-F238E27FC236}">
                <a16:creationId xmlns:a16="http://schemas.microsoft.com/office/drawing/2014/main" id="{63B8260A-ACCA-4AD1-BE6D-40F8E38BA330}"/>
              </a:ext>
            </a:extLst>
          </p:cNvPr>
          <p:cNvCxnSpPr/>
          <p:nvPr/>
        </p:nvCxnSpPr>
        <p:spPr bwMode="auto">
          <a:xfrm flipV="1">
            <a:off x="6494478" y="1701404"/>
            <a:ext cx="459996" cy="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3" name="文本框 12">
            <a:extLst>
              <a:ext uri="{FF2B5EF4-FFF2-40B4-BE49-F238E27FC236}">
                <a16:creationId xmlns:a16="http://schemas.microsoft.com/office/drawing/2014/main" id="{5231760F-040E-1D24-32A6-B9CCD1C11609}"/>
              </a:ext>
            </a:extLst>
          </p:cNvPr>
          <p:cNvSpPr txBox="1"/>
          <p:nvPr/>
        </p:nvSpPr>
        <p:spPr>
          <a:xfrm>
            <a:off x="4780620" y="1303195"/>
            <a:ext cx="595035" cy="584775"/>
          </a:xfrm>
          <a:prstGeom prst="rect">
            <a:avLst/>
          </a:prstGeom>
          <a:noFill/>
        </p:spPr>
        <p:txBody>
          <a:bodyPr wrap="none" rtlCol="0">
            <a:spAutoFit/>
          </a:bodyPr>
          <a:lstStyle/>
          <a:p>
            <a:r>
              <a:rPr lang="en-US" altLang="zh-CN" dirty="0"/>
              <a:t>…</a:t>
            </a:r>
            <a:endParaRPr lang="zh-CN" altLang="en-US" dirty="0"/>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6854C84B-B3A1-2983-8280-FB1F875EEC60}"/>
                  </a:ext>
                </a:extLst>
              </p:cNvPr>
              <p:cNvSpPr txBox="1"/>
              <p:nvPr/>
            </p:nvSpPr>
            <p:spPr>
              <a:xfrm>
                <a:off x="685800" y="1409016"/>
                <a:ext cx="104067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m:oMathPara>
                </a14:m>
                <a:endParaRPr lang="zh-CN" altLang="en-US" dirty="0"/>
              </a:p>
            </p:txBody>
          </p:sp>
        </mc:Choice>
        <mc:Fallback xmlns="">
          <p:sp>
            <p:nvSpPr>
              <p:cNvPr id="14" name="文本框 13">
                <a:extLst>
                  <a:ext uri="{FF2B5EF4-FFF2-40B4-BE49-F238E27FC236}">
                    <a16:creationId xmlns:a16="http://schemas.microsoft.com/office/drawing/2014/main" id="{6854C84B-B3A1-2983-8280-FB1F875EEC60}"/>
                  </a:ext>
                </a:extLst>
              </p:cNvPr>
              <p:cNvSpPr txBox="1">
                <a:spLocks noRot="1" noChangeAspect="1" noMove="1" noResize="1" noEditPoints="1" noAdjustHandles="1" noChangeArrowheads="1" noChangeShapeType="1" noTextEdit="1"/>
              </p:cNvSpPr>
              <p:nvPr/>
            </p:nvSpPr>
            <p:spPr>
              <a:xfrm>
                <a:off x="685800" y="1409016"/>
                <a:ext cx="1040670" cy="58477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D3FE7958-52FE-E2AA-AF39-5F03FF05829F}"/>
                  </a:ext>
                </a:extLst>
              </p:cNvPr>
              <p:cNvSpPr txBox="1"/>
              <p:nvPr/>
            </p:nvSpPr>
            <p:spPr>
              <a:xfrm>
                <a:off x="7100180" y="1079025"/>
                <a:ext cx="1507849" cy="104804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𝑑</m:t>
                              </m:r>
                            </m:e>
                            <m:sup>
                              <m:r>
                                <a:rPr lang="en-US" altLang="zh-CN" b="0" i="1" smtClean="0">
                                  <a:latin typeface="Cambria Math" panose="02040503050406030204" pitchFamily="18" charset="0"/>
                                </a:rPr>
                                <m:t>𝑛</m:t>
                              </m:r>
                            </m:sup>
                          </m:sSup>
                          <m:r>
                            <a:rPr lang="en-US" altLang="zh-CN" b="0" i="1" smtClean="0">
                              <a:latin typeface="Cambria Math" panose="02040503050406030204" pitchFamily="18" charset="0"/>
                            </a:rPr>
                            <m:t>𝑥</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num>
                        <m:den>
                          <m:r>
                            <a:rPr lang="en-US" altLang="zh-CN" b="0" i="1" smtClean="0">
                              <a:latin typeface="Cambria Math" panose="02040503050406030204" pitchFamily="18" charset="0"/>
                            </a:rPr>
                            <m:t>𝑑</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b="0" i="1" smtClean="0">
                                  <a:latin typeface="Cambria Math" panose="02040503050406030204" pitchFamily="18" charset="0"/>
                                </a:rPr>
                                <m:t>𝑛</m:t>
                              </m:r>
                            </m:sup>
                          </m:sSup>
                        </m:den>
                      </m:f>
                    </m:oMath>
                  </m:oMathPara>
                </a14:m>
                <a:endParaRPr lang="zh-CN" altLang="en-US" dirty="0"/>
              </a:p>
            </p:txBody>
          </p:sp>
        </mc:Choice>
        <mc:Fallback xmlns="">
          <p:sp>
            <p:nvSpPr>
              <p:cNvPr id="15" name="文本框 14">
                <a:extLst>
                  <a:ext uri="{FF2B5EF4-FFF2-40B4-BE49-F238E27FC236}">
                    <a16:creationId xmlns:a16="http://schemas.microsoft.com/office/drawing/2014/main" id="{D3FE7958-52FE-E2AA-AF39-5F03FF05829F}"/>
                  </a:ext>
                </a:extLst>
              </p:cNvPr>
              <p:cNvSpPr txBox="1">
                <a:spLocks noRot="1" noChangeAspect="1" noMove="1" noResize="1" noEditPoints="1" noAdjustHandles="1" noChangeArrowheads="1" noChangeShapeType="1" noTextEdit="1"/>
              </p:cNvSpPr>
              <p:nvPr/>
            </p:nvSpPr>
            <p:spPr>
              <a:xfrm>
                <a:off x="7100180" y="1079025"/>
                <a:ext cx="1507849" cy="1048044"/>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39142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8A5D3492-B289-7918-642A-1FFD74259E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8156" y="876300"/>
            <a:ext cx="8675687"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7736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FA2BAFD-643C-B9B5-6748-584B135ACBE2}"/>
              </a:ext>
            </a:extLst>
          </p:cNvPr>
          <p:cNvPicPr>
            <a:picLocks noChangeAspect="1"/>
          </p:cNvPicPr>
          <p:nvPr/>
        </p:nvPicPr>
        <p:blipFill>
          <a:blip r:embed="rId2"/>
          <a:stretch>
            <a:fillRect/>
          </a:stretch>
        </p:blipFill>
        <p:spPr>
          <a:xfrm>
            <a:off x="1095632" y="518794"/>
            <a:ext cx="9193587" cy="5612999"/>
          </a:xfrm>
          <a:prstGeom prst="rect">
            <a:avLst/>
          </a:prstGeom>
        </p:spPr>
      </p:pic>
    </p:spTree>
    <p:extLst>
      <p:ext uri="{BB962C8B-B14F-4D97-AF65-F5344CB8AC3E}">
        <p14:creationId xmlns:p14="http://schemas.microsoft.com/office/powerpoint/2010/main" val="4111471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8CA7A43-C070-C63D-E185-C31AEF000D9D}"/>
              </a:ext>
            </a:extLst>
          </p:cNvPr>
          <p:cNvPicPr>
            <a:picLocks noChangeAspect="1"/>
          </p:cNvPicPr>
          <p:nvPr/>
        </p:nvPicPr>
        <p:blipFill rotWithShape="1">
          <a:blip r:embed="rId2"/>
          <a:srcRect t="1919"/>
          <a:stretch/>
        </p:blipFill>
        <p:spPr>
          <a:xfrm>
            <a:off x="1837942" y="664545"/>
            <a:ext cx="7407232" cy="2509754"/>
          </a:xfrm>
          <a:prstGeom prst="rect">
            <a:avLst/>
          </a:prstGeom>
        </p:spPr>
      </p:pic>
      <p:graphicFrame>
        <p:nvGraphicFramePr>
          <p:cNvPr id="4" name="对象 3">
            <a:extLst>
              <a:ext uri="{FF2B5EF4-FFF2-40B4-BE49-F238E27FC236}">
                <a16:creationId xmlns:a16="http://schemas.microsoft.com/office/drawing/2014/main" id="{9254C629-8331-1312-4DC3-2AFFAE31F28B}"/>
              </a:ext>
            </a:extLst>
          </p:cNvPr>
          <p:cNvGraphicFramePr>
            <a:graphicFrameLocks noChangeAspect="1"/>
          </p:cNvGraphicFramePr>
          <p:nvPr>
            <p:extLst>
              <p:ext uri="{D42A27DB-BD31-4B8C-83A1-F6EECF244321}">
                <p14:modId xmlns:p14="http://schemas.microsoft.com/office/powerpoint/2010/main" val="3324895880"/>
              </p:ext>
            </p:extLst>
          </p:nvPr>
        </p:nvGraphicFramePr>
        <p:xfrm>
          <a:off x="696060" y="3116191"/>
          <a:ext cx="5388861" cy="787137"/>
        </p:xfrm>
        <a:graphic>
          <a:graphicData uri="http://schemas.openxmlformats.org/presentationml/2006/ole">
            <mc:AlternateContent xmlns:mc="http://schemas.openxmlformats.org/markup-compatibility/2006">
              <mc:Choice xmlns:v="urn:schemas-microsoft-com:vml" Requires="v">
                <p:oleObj name="Equation" r:id="rId3" imgW="2260440" imgH="330120" progId="Equation.DSMT4">
                  <p:embed/>
                </p:oleObj>
              </mc:Choice>
              <mc:Fallback>
                <p:oleObj name="Equation" r:id="rId3" imgW="2260440" imgH="330120" progId="Equation.DSMT4">
                  <p:embed/>
                  <p:pic>
                    <p:nvPicPr>
                      <p:cNvPr id="0" name=""/>
                      <p:cNvPicPr/>
                      <p:nvPr/>
                    </p:nvPicPr>
                    <p:blipFill>
                      <a:blip r:embed="rId4"/>
                      <a:stretch>
                        <a:fillRect/>
                      </a:stretch>
                    </p:blipFill>
                    <p:spPr>
                      <a:xfrm>
                        <a:off x="696060" y="3116191"/>
                        <a:ext cx="5388861" cy="787137"/>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7DD34E9C-F4C7-3718-A370-4286C3C03917}"/>
              </a:ext>
            </a:extLst>
          </p:cNvPr>
          <p:cNvGraphicFramePr>
            <a:graphicFrameLocks noChangeAspect="1"/>
          </p:cNvGraphicFramePr>
          <p:nvPr>
            <p:extLst>
              <p:ext uri="{D42A27DB-BD31-4B8C-83A1-F6EECF244321}">
                <p14:modId xmlns:p14="http://schemas.microsoft.com/office/powerpoint/2010/main" val="2035816123"/>
              </p:ext>
            </p:extLst>
          </p:nvPr>
        </p:nvGraphicFramePr>
        <p:xfrm>
          <a:off x="6146800" y="3352800"/>
          <a:ext cx="914400" cy="198438"/>
        </p:xfrm>
        <a:graphic>
          <a:graphicData uri="http://schemas.openxmlformats.org/presentationml/2006/ole">
            <mc:AlternateContent xmlns:mc="http://schemas.openxmlformats.org/markup-compatibility/2006">
              <mc:Choice xmlns:v="urn:schemas-microsoft-com:vml" Requires="v">
                <p:oleObj name="Equation" r:id="rId5" imgW="914400" imgH="198720" progId="Equation.DSMT4">
                  <p:embed/>
                </p:oleObj>
              </mc:Choice>
              <mc:Fallback>
                <p:oleObj name="Equation" r:id="rId5" imgW="914400" imgH="198720" progId="Equation.DSMT4">
                  <p:embed/>
                  <p:pic>
                    <p:nvPicPr>
                      <p:cNvPr id="0" name=""/>
                      <p:cNvPicPr/>
                      <p:nvPr/>
                    </p:nvPicPr>
                    <p:blipFill>
                      <a:blip r:embed="rId6"/>
                      <a:stretch>
                        <a:fillRect/>
                      </a:stretch>
                    </p:blipFill>
                    <p:spPr>
                      <a:xfrm>
                        <a:off x="6146800" y="3352800"/>
                        <a:ext cx="914400" cy="198438"/>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05C7C38F-DE44-80A6-67C1-A2B341E98112}"/>
              </a:ext>
            </a:extLst>
          </p:cNvPr>
          <p:cNvGraphicFramePr>
            <a:graphicFrameLocks noChangeAspect="1"/>
          </p:cNvGraphicFramePr>
          <p:nvPr>
            <p:extLst>
              <p:ext uri="{D42A27DB-BD31-4B8C-83A1-F6EECF244321}">
                <p14:modId xmlns:p14="http://schemas.microsoft.com/office/powerpoint/2010/main" val="3906003224"/>
              </p:ext>
            </p:extLst>
          </p:nvPr>
        </p:nvGraphicFramePr>
        <p:xfrm>
          <a:off x="803113" y="3972303"/>
          <a:ext cx="7175500" cy="787400"/>
        </p:xfrm>
        <a:graphic>
          <a:graphicData uri="http://schemas.openxmlformats.org/presentationml/2006/ole">
            <mc:AlternateContent xmlns:mc="http://schemas.openxmlformats.org/markup-compatibility/2006">
              <mc:Choice xmlns:v="urn:schemas-microsoft-com:vml" Requires="v">
                <p:oleObj name="Equation" r:id="rId7" imgW="3009600" imgH="330120" progId="Equation.DSMT4">
                  <p:embed/>
                </p:oleObj>
              </mc:Choice>
              <mc:Fallback>
                <p:oleObj name="Equation" r:id="rId7" imgW="3009600" imgH="330120" progId="Equation.DSMT4">
                  <p:embed/>
                  <p:pic>
                    <p:nvPicPr>
                      <p:cNvPr id="4" name="对象 3">
                        <a:extLst>
                          <a:ext uri="{FF2B5EF4-FFF2-40B4-BE49-F238E27FC236}">
                            <a16:creationId xmlns:a16="http://schemas.microsoft.com/office/drawing/2014/main" id="{9254C629-8331-1312-4DC3-2AFFAE31F28B}"/>
                          </a:ext>
                        </a:extLst>
                      </p:cNvPr>
                      <p:cNvPicPr/>
                      <p:nvPr/>
                    </p:nvPicPr>
                    <p:blipFill>
                      <a:blip r:embed="rId8"/>
                      <a:stretch>
                        <a:fillRect/>
                      </a:stretch>
                    </p:blipFill>
                    <p:spPr>
                      <a:xfrm>
                        <a:off x="803113" y="3972303"/>
                        <a:ext cx="7175500" cy="7874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D50C0C1D-03C9-F076-8B9F-0708B896AED8}"/>
              </a:ext>
            </a:extLst>
          </p:cNvPr>
          <p:cNvGraphicFramePr>
            <a:graphicFrameLocks noChangeAspect="1"/>
          </p:cNvGraphicFramePr>
          <p:nvPr>
            <p:extLst>
              <p:ext uri="{D42A27DB-BD31-4B8C-83A1-F6EECF244321}">
                <p14:modId xmlns:p14="http://schemas.microsoft.com/office/powerpoint/2010/main" val="462874426"/>
              </p:ext>
            </p:extLst>
          </p:nvPr>
        </p:nvGraphicFramePr>
        <p:xfrm>
          <a:off x="7978613" y="4137080"/>
          <a:ext cx="574675" cy="423862"/>
        </p:xfrm>
        <a:graphic>
          <a:graphicData uri="http://schemas.openxmlformats.org/presentationml/2006/ole">
            <mc:AlternateContent xmlns:mc="http://schemas.openxmlformats.org/markup-compatibility/2006">
              <mc:Choice xmlns:v="urn:schemas-microsoft-com:vml" Requires="v">
                <p:oleObj name="Equation" r:id="rId9" imgW="241200" imgH="177480" progId="Equation.DSMT4">
                  <p:embed/>
                </p:oleObj>
              </mc:Choice>
              <mc:Fallback>
                <p:oleObj name="Equation" r:id="rId9" imgW="241200" imgH="177480" progId="Equation.DSMT4">
                  <p:embed/>
                  <p:pic>
                    <p:nvPicPr>
                      <p:cNvPr id="6" name="对象 5">
                        <a:extLst>
                          <a:ext uri="{FF2B5EF4-FFF2-40B4-BE49-F238E27FC236}">
                            <a16:creationId xmlns:a16="http://schemas.microsoft.com/office/drawing/2014/main" id="{05C7C38F-DE44-80A6-67C1-A2B341E98112}"/>
                          </a:ext>
                        </a:extLst>
                      </p:cNvPr>
                      <p:cNvPicPr/>
                      <p:nvPr/>
                    </p:nvPicPr>
                    <p:blipFill>
                      <a:blip r:embed="rId10"/>
                      <a:stretch>
                        <a:fillRect/>
                      </a:stretch>
                    </p:blipFill>
                    <p:spPr>
                      <a:xfrm>
                        <a:off x="7978613" y="4137080"/>
                        <a:ext cx="574675" cy="423862"/>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03B2E048-CD30-5AD9-0C7E-A6AE96C00AC2}"/>
              </a:ext>
            </a:extLst>
          </p:cNvPr>
          <p:cNvGraphicFramePr>
            <a:graphicFrameLocks noChangeAspect="1"/>
          </p:cNvGraphicFramePr>
          <p:nvPr>
            <p:extLst>
              <p:ext uri="{D42A27DB-BD31-4B8C-83A1-F6EECF244321}">
                <p14:modId xmlns:p14="http://schemas.microsoft.com/office/powerpoint/2010/main" val="2772503383"/>
              </p:ext>
            </p:extLst>
          </p:nvPr>
        </p:nvGraphicFramePr>
        <p:xfrm>
          <a:off x="760405" y="5029442"/>
          <a:ext cx="6781800" cy="787400"/>
        </p:xfrm>
        <a:graphic>
          <a:graphicData uri="http://schemas.openxmlformats.org/presentationml/2006/ole">
            <mc:AlternateContent xmlns:mc="http://schemas.openxmlformats.org/markup-compatibility/2006">
              <mc:Choice xmlns:v="urn:schemas-microsoft-com:vml" Requires="v">
                <p:oleObj name="Equation" r:id="rId11" imgW="2844720" imgH="330120" progId="Equation.DSMT4">
                  <p:embed/>
                </p:oleObj>
              </mc:Choice>
              <mc:Fallback>
                <p:oleObj name="Equation" r:id="rId11" imgW="2844720" imgH="330120" progId="Equation.DSMT4">
                  <p:embed/>
                  <p:pic>
                    <p:nvPicPr>
                      <p:cNvPr id="6" name="对象 5">
                        <a:extLst>
                          <a:ext uri="{FF2B5EF4-FFF2-40B4-BE49-F238E27FC236}">
                            <a16:creationId xmlns:a16="http://schemas.microsoft.com/office/drawing/2014/main" id="{05C7C38F-DE44-80A6-67C1-A2B341E98112}"/>
                          </a:ext>
                        </a:extLst>
                      </p:cNvPr>
                      <p:cNvPicPr/>
                      <p:nvPr/>
                    </p:nvPicPr>
                    <p:blipFill>
                      <a:blip r:embed="rId12"/>
                      <a:stretch>
                        <a:fillRect/>
                      </a:stretch>
                    </p:blipFill>
                    <p:spPr>
                      <a:xfrm>
                        <a:off x="760405" y="5029442"/>
                        <a:ext cx="6781800" cy="7874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1C82AE0E-E456-CD22-77CB-EE5434D5D71E}"/>
              </a:ext>
            </a:extLst>
          </p:cNvPr>
          <p:cNvGraphicFramePr>
            <a:graphicFrameLocks noChangeAspect="1"/>
          </p:cNvGraphicFramePr>
          <p:nvPr>
            <p:extLst>
              <p:ext uri="{D42A27DB-BD31-4B8C-83A1-F6EECF244321}">
                <p14:modId xmlns:p14="http://schemas.microsoft.com/office/powerpoint/2010/main" val="4115182735"/>
              </p:ext>
            </p:extLst>
          </p:nvPr>
        </p:nvGraphicFramePr>
        <p:xfrm>
          <a:off x="9413387" y="1793288"/>
          <a:ext cx="1710333" cy="2035079"/>
        </p:xfrm>
        <a:graphic>
          <a:graphicData uri="http://schemas.openxmlformats.org/presentationml/2006/ole">
            <mc:AlternateContent xmlns:mc="http://schemas.openxmlformats.org/markup-compatibility/2006">
              <mc:Choice xmlns:v="urn:schemas-microsoft-com:vml" Requires="v">
                <p:oleObj name="AxMath" r:id="rId13" imgW="753946" imgH="900054" progId="Equation.AxMath">
                  <p:embed/>
                </p:oleObj>
              </mc:Choice>
              <mc:Fallback>
                <p:oleObj name="AxMath" r:id="rId13" imgW="753946" imgH="900054" progId="Equation.AxMath">
                  <p:embed/>
                  <p:pic>
                    <p:nvPicPr>
                      <p:cNvPr id="3" name="对象 2">
                        <a:extLst>
                          <a:ext uri="{FF2B5EF4-FFF2-40B4-BE49-F238E27FC236}">
                            <a16:creationId xmlns:a16="http://schemas.microsoft.com/office/drawing/2014/main" id="{ED45AC28-DA20-9AD5-2173-43B3158FBA5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413387" y="1793288"/>
                        <a:ext cx="1710333" cy="2035079"/>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675ADD33-B2FD-12BB-AC8A-BF0D8B91064A}"/>
              </a:ext>
            </a:extLst>
          </p:cNvPr>
          <p:cNvGraphicFramePr>
            <a:graphicFrameLocks noChangeAspect="1"/>
          </p:cNvGraphicFramePr>
          <p:nvPr>
            <p:extLst>
              <p:ext uri="{D42A27DB-BD31-4B8C-83A1-F6EECF244321}">
                <p14:modId xmlns:p14="http://schemas.microsoft.com/office/powerpoint/2010/main" val="184535687"/>
              </p:ext>
            </p:extLst>
          </p:nvPr>
        </p:nvGraphicFramePr>
        <p:xfrm>
          <a:off x="3951919" y="5785518"/>
          <a:ext cx="8053388" cy="787400"/>
        </p:xfrm>
        <a:graphic>
          <a:graphicData uri="http://schemas.openxmlformats.org/presentationml/2006/ole">
            <mc:AlternateContent xmlns:mc="http://schemas.openxmlformats.org/markup-compatibility/2006">
              <mc:Choice xmlns:v="urn:schemas-microsoft-com:vml" Requires="v">
                <p:oleObj name="Equation" r:id="rId15" imgW="3377880" imgH="330120" progId="Equation.DSMT4">
                  <p:embed/>
                </p:oleObj>
              </mc:Choice>
              <mc:Fallback>
                <p:oleObj name="Equation" r:id="rId15" imgW="3377880" imgH="330120" progId="Equation.DSMT4">
                  <p:embed/>
                  <p:pic>
                    <p:nvPicPr>
                      <p:cNvPr id="8" name="对象 7">
                        <a:extLst>
                          <a:ext uri="{FF2B5EF4-FFF2-40B4-BE49-F238E27FC236}">
                            <a16:creationId xmlns:a16="http://schemas.microsoft.com/office/drawing/2014/main" id="{03B2E048-CD30-5AD9-0C7E-A6AE96C00AC2}"/>
                          </a:ext>
                        </a:extLst>
                      </p:cNvPr>
                      <p:cNvPicPr/>
                      <p:nvPr/>
                    </p:nvPicPr>
                    <p:blipFill>
                      <a:blip r:embed="rId16"/>
                      <a:stretch>
                        <a:fillRect/>
                      </a:stretch>
                    </p:blipFill>
                    <p:spPr>
                      <a:xfrm>
                        <a:off x="3951919" y="5785518"/>
                        <a:ext cx="8053388" cy="787400"/>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217E7DCB-7E3B-CCC2-483F-97650769441C}"/>
              </a:ext>
            </a:extLst>
          </p:cNvPr>
          <p:cNvSpPr txBox="1"/>
          <p:nvPr/>
        </p:nvSpPr>
        <p:spPr>
          <a:xfrm>
            <a:off x="268684" y="3325093"/>
            <a:ext cx="568171" cy="369332"/>
          </a:xfrm>
          <a:prstGeom prst="rect">
            <a:avLst/>
          </a:prstGeom>
          <a:noFill/>
        </p:spPr>
        <p:txBody>
          <a:bodyPr wrap="square" rtlCol="0">
            <a:spAutoFit/>
          </a:bodyPr>
          <a:lstStyle/>
          <a:p>
            <a:r>
              <a:rPr lang="en-US" dirty="0"/>
              <a:t>(a)</a:t>
            </a:r>
          </a:p>
        </p:txBody>
      </p:sp>
      <p:sp>
        <p:nvSpPr>
          <p:cNvPr id="12" name="文本框 11">
            <a:extLst>
              <a:ext uri="{FF2B5EF4-FFF2-40B4-BE49-F238E27FC236}">
                <a16:creationId xmlns:a16="http://schemas.microsoft.com/office/drawing/2014/main" id="{2B437E8A-8A88-C6AC-219B-F75AA843B052}"/>
              </a:ext>
            </a:extLst>
          </p:cNvPr>
          <p:cNvSpPr txBox="1"/>
          <p:nvPr/>
        </p:nvSpPr>
        <p:spPr>
          <a:xfrm>
            <a:off x="268684" y="4164345"/>
            <a:ext cx="568171" cy="369332"/>
          </a:xfrm>
          <a:prstGeom prst="rect">
            <a:avLst/>
          </a:prstGeom>
          <a:noFill/>
        </p:spPr>
        <p:txBody>
          <a:bodyPr wrap="square" rtlCol="0">
            <a:spAutoFit/>
          </a:bodyPr>
          <a:lstStyle/>
          <a:p>
            <a:r>
              <a:rPr lang="en-US" dirty="0"/>
              <a:t>(b)</a:t>
            </a:r>
          </a:p>
        </p:txBody>
      </p:sp>
      <p:sp>
        <p:nvSpPr>
          <p:cNvPr id="13" name="文本框 12">
            <a:extLst>
              <a:ext uri="{FF2B5EF4-FFF2-40B4-BE49-F238E27FC236}">
                <a16:creationId xmlns:a16="http://schemas.microsoft.com/office/drawing/2014/main" id="{B35806C3-955F-5916-1853-9B622B1D80C4}"/>
              </a:ext>
            </a:extLst>
          </p:cNvPr>
          <p:cNvSpPr txBox="1"/>
          <p:nvPr/>
        </p:nvSpPr>
        <p:spPr>
          <a:xfrm>
            <a:off x="268684" y="5273864"/>
            <a:ext cx="568171" cy="369332"/>
          </a:xfrm>
          <a:prstGeom prst="rect">
            <a:avLst/>
          </a:prstGeom>
          <a:noFill/>
        </p:spPr>
        <p:txBody>
          <a:bodyPr wrap="square" rtlCol="0">
            <a:spAutoFit/>
          </a:bodyPr>
          <a:lstStyle/>
          <a:p>
            <a:r>
              <a:rPr lang="en-US" dirty="0"/>
              <a:t>(c)</a:t>
            </a:r>
          </a:p>
        </p:txBody>
      </p:sp>
    </p:spTree>
    <p:extLst>
      <p:ext uri="{BB962C8B-B14F-4D97-AF65-F5344CB8AC3E}">
        <p14:creationId xmlns:p14="http://schemas.microsoft.com/office/powerpoint/2010/main" val="128019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98AFFAD-8841-F54E-4C86-6F2AAD59D3B4}"/>
              </a:ext>
            </a:extLst>
          </p:cNvPr>
          <p:cNvPicPr>
            <a:picLocks noChangeAspect="1"/>
          </p:cNvPicPr>
          <p:nvPr/>
        </p:nvPicPr>
        <p:blipFill rotWithShape="1">
          <a:blip r:embed="rId2"/>
          <a:srcRect t="7747" b="10534"/>
          <a:stretch/>
        </p:blipFill>
        <p:spPr>
          <a:xfrm>
            <a:off x="64744" y="741404"/>
            <a:ext cx="11760752" cy="2108887"/>
          </a:xfrm>
          <a:prstGeom prst="rect">
            <a:avLst/>
          </a:prstGeom>
        </p:spPr>
      </p:pic>
      <p:graphicFrame>
        <p:nvGraphicFramePr>
          <p:cNvPr id="4" name="对象 3">
            <a:extLst>
              <a:ext uri="{FF2B5EF4-FFF2-40B4-BE49-F238E27FC236}">
                <a16:creationId xmlns:a16="http://schemas.microsoft.com/office/drawing/2014/main" id="{987AE698-BA32-0DA6-3B42-924603289800}"/>
              </a:ext>
            </a:extLst>
          </p:cNvPr>
          <p:cNvGraphicFramePr>
            <a:graphicFrameLocks noChangeAspect="1"/>
          </p:cNvGraphicFramePr>
          <p:nvPr>
            <p:extLst>
              <p:ext uri="{D42A27DB-BD31-4B8C-83A1-F6EECF244321}">
                <p14:modId xmlns:p14="http://schemas.microsoft.com/office/powerpoint/2010/main" val="228733044"/>
              </p:ext>
            </p:extLst>
          </p:nvPr>
        </p:nvGraphicFramePr>
        <p:xfrm>
          <a:off x="1452237" y="3267644"/>
          <a:ext cx="2299323" cy="322712"/>
        </p:xfrm>
        <a:graphic>
          <a:graphicData uri="http://schemas.openxmlformats.org/presentationml/2006/ole">
            <mc:AlternateContent xmlns:mc="http://schemas.openxmlformats.org/markup-compatibility/2006">
              <mc:Choice xmlns:v="urn:schemas-microsoft-com:vml" Requires="v">
                <p:oleObj name="Equation" r:id="rId3" imgW="1447560" imgH="203040" progId="Equation.DSMT4">
                  <p:embed/>
                </p:oleObj>
              </mc:Choice>
              <mc:Fallback>
                <p:oleObj name="Equation" r:id="rId3" imgW="1447560" imgH="203040" progId="Equation.DSMT4">
                  <p:embed/>
                  <p:pic>
                    <p:nvPicPr>
                      <p:cNvPr id="0" name=""/>
                      <p:cNvPicPr/>
                      <p:nvPr/>
                    </p:nvPicPr>
                    <p:blipFill>
                      <a:blip r:embed="rId4"/>
                      <a:stretch>
                        <a:fillRect/>
                      </a:stretch>
                    </p:blipFill>
                    <p:spPr>
                      <a:xfrm>
                        <a:off x="1452237" y="3267644"/>
                        <a:ext cx="2299323" cy="322712"/>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A280BDA2-46B6-5F3E-A259-675A3DF5F867}"/>
              </a:ext>
            </a:extLst>
          </p:cNvPr>
          <p:cNvSpPr txBox="1"/>
          <p:nvPr/>
        </p:nvSpPr>
        <p:spPr>
          <a:xfrm>
            <a:off x="463993" y="3221024"/>
            <a:ext cx="568171" cy="369332"/>
          </a:xfrm>
          <a:prstGeom prst="rect">
            <a:avLst/>
          </a:prstGeom>
          <a:noFill/>
        </p:spPr>
        <p:txBody>
          <a:bodyPr wrap="square" rtlCol="0">
            <a:spAutoFit/>
          </a:bodyPr>
          <a:lstStyle/>
          <a:p>
            <a:r>
              <a:rPr lang="en-US" dirty="0"/>
              <a:t>(a)</a:t>
            </a:r>
          </a:p>
        </p:txBody>
      </p:sp>
      <p:graphicFrame>
        <p:nvGraphicFramePr>
          <p:cNvPr id="6" name="对象 5">
            <a:extLst>
              <a:ext uri="{FF2B5EF4-FFF2-40B4-BE49-F238E27FC236}">
                <a16:creationId xmlns:a16="http://schemas.microsoft.com/office/drawing/2014/main" id="{7B3BA469-5EBD-A2DF-6687-ACDCD86D230A}"/>
              </a:ext>
            </a:extLst>
          </p:cNvPr>
          <p:cNvGraphicFramePr>
            <a:graphicFrameLocks noChangeAspect="1"/>
          </p:cNvGraphicFramePr>
          <p:nvPr>
            <p:extLst>
              <p:ext uri="{D42A27DB-BD31-4B8C-83A1-F6EECF244321}">
                <p14:modId xmlns:p14="http://schemas.microsoft.com/office/powerpoint/2010/main" val="3502383504"/>
              </p:ext>
            </p:extLst>
          </p:nvPr>
        </p:nvGraphicFramePr>
        <p:xfrm>
          <a:off x="1452237" y="3866421"/>
          <a:ext cx="1593850" cy="282575"/>
        </p:xfrm>
        <a:graphic>
          <a:graphicData uri="http://schemas.openxmlformats.org/presentationml/2006/ole">
            <mc:AlternateContent xmlns:mc="http://schemas.openxmlformats.org/markup-compatibility/2006">
              <mc:Choice xmlns:v="urn:schemas-microsoft-com:vml" Requires="v">
                <p:oleObj name="Equation" r:id="rId5" imgW="1002960" imgH="177480" progId="Equation.DSMT4">
                  <p:embed/>
                </p:oleObj>
              </mc:Choice>
              <mc:Fallback>
                <p:oleObj name="Equation" r:id="rId5" imgW="1002960" imgH="177480" progId="Equation.DSMT4">
                  <p:embed/>
                  <p:pic>
                    <p:nvPicPr>
                      <p:cNvPr id="4" name="对象 3">
                        <a:extLst>
                          <a:ext uri="{FF2B5EF4-FFF2-40B4-BE49-F238E27FC236}">
                            <a16:creationId xmlns:a16="http://schemas.microsoft.com/office/drawing/2014/main" id="{987AE698-BA32-0DA6-3B42-924603289800}"/>
                          </a:ext>
                        </a:extLst>
                      </p:cNvPr>
                      <p:cNvPicPr/>
                      <p:nvPr/>
                    </p:nvPicPr>
                    <p:blipFill>
                      <a:blip r:embed="rId6"/>
                      <a:stretch>
                        <a:fillRect/>
                      </a:stretch>
                    </p:blipFill>
                    <p:spPr>
                      <a:xfrm>
                        <a:off x="1452237" y="3866421"/>
                        <a:ext cx="1593850" cy="282575"/>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00A0A61E-6DF7-C21A-A5D8-6C50F4638618}"/>
              </a:ext>
            </a:extLst>
          </p:cNvPr>
          <p:cNvSpPr txBox="1"/>
          <p:nvPr/>
        </p:nvSpPr>
        <p:spPr>
          <a:xfrm>
            <a:off x="463992" y="3998367"/>
            <a:ext cx="568171" cy="369332"/>
          </a:xfrm>
          <a:prstGeom prst="rect">
            <a:avLst/>
          </a:prstGeom>
          <a:noFill/>
        </p:spPr>
        <p:txBody>
          <a:bodyPr wrap="square" rtlCol="0">
            <a:spAutoFit/>
          </a:bodyPr>
          <a:lstStyle/>
          <a:p>
            <a:r>
              <a:rPr lang="en-US" dirty="0"/>
              <a:t>(b)</a:t>
            </a:r>
          </a:p>
        </p:txBody>
      </p:sp>
      <p:graphicFrame>
        <p:nvGraphicFramePr>
          <p:cNvPr id="8" name="对象 7">
            <a:extLst>
              <a:ext uri="{FF2B5EF4-FFF2-40B4-BE49-F238E27FC236}">
                <a16:creationId xmlns:a16="http://schemas.microsoft.com/office/drawing/2014/main" id="{598919F7-03AE-123A-363C-57DB4C1E3C14}"/>
              </a:ext>
            </a:extLst>
          </p:cNvPr>
          <p:cNvGraphicFramePr>
            <a:graphicFrameLocks noChangeAspect="1"/>
          </p:cNvGraphicFramePr>
          <p:nvPr>
            <p:extLst>
              <p:ext uri="{D42A27DB-BD31-4B8C-83A1-F6EECF244321}">
                <p14:modId xmlns:p14="http://schemas.microsoft.com/office/powerpoint/2010/main" val="171327931"/>
              </p:ext>
            </p:extLst>
          </p:nvPr>
        </p:nvGraphicFramePr>
        <p:xfrm>
          <a:off x="1454270" y="4262438"/>
          <a:ext cx="2540000" cy="323850"/>
        </p:xfrm>
        <a:graphic>
          <a:graphicData uri="http://schemas.openxmlformats.org/presentationml/2006/ole">
            <mc:AlternateContent xmlns:mc="http://schemas.openxmlformats.org/markup-compatibility/2006">
              <mc:Choice xmlns:v="urn:schemas-microsoft-com:vml" Requires="v">
                <p:oleObj name="Equation" r:id="rId7" imgW="1600200" imgH="203040" progId="Equation.DSMT4">
                  <p:embed/>
                </p:oleObj>
              </mc:Choice>
              <mc:Fallback>
                <p:oleObj name="Equation" r:id="rId7" imgW="1600200" imgH="203040" progId="Equation.DSMT4">
                  <p:embed/>
                  <p:pic>
                    <p:nvPicPr>
                      <p:cNvPr id="4" name="对象 3">
                        <a:extLst>
                          <a:ext uri="{FF2B5EF4-FFF2-40B4-BE49-F238E27FC236}">
                            <a16:creationId xmlns:a16="http://schemas.microsoft.com/office/drawing/2014/main" id="{987AE698-BA32-0DA6-3B42-924603289800}"/>
                          </a:ext>
                        </a:extLst>
                      </p:cNvPr>
                      <p:cNvPicPr/>
                      <p:nvPr/>
                    </p:nvPicPr>
                    <p:blipFill>
                      <a:blip r:embed="rId8"/>
                      <a:stretch>
                        <a:fillRect/>
                      </a:stretch>
                    </p:blipFill>
                    <p:spPr>
                      <a:xfrm>
                        <a:off x="1454270" y="4262438"/>
                        <a:ext cx="2540000" cy="32385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6CB1584A-5ADC-89D3-9932-88AFB47B97AC}"/>
              </a:ext>
            </a:extLst>
          </p:cNvPr>
          <p:cNvGraphicFramePr>
            <a:graphicFrameLocks noChangeAspect="1"/>
          </p:cNvGraphicFramePr>
          <p:nvPr>
            <p:extLst>
              <p:ext uri="{D42A27DB-BD31-4B8C-83A1-F6EECF244321}">
                <p14:modId xmlns:p14="http://schemas.microsoft.com/office/powerpoint/2010/main" val="3941210198"/>
              </p:ext>
            </p:extLst>
          </p:nvPr>
        </p:nvGraphicFramePr>
        <p:xfrm>
          <a:off x="4821238" y="2973388"/>
          <a:ext cx="3306762" cy="804862"/>
        </p:xfrm>
        <a:graphic>
          <a:graphicData uri="http://schemas.openxmlformats.org/presentationml/2006/ole">
            <mc:AlternateContent xmlns:mc="http://schemas.openxmlformats.org/markup-compatibility/2006">
              <mc:Choice xmlns:v="urn:schemas-microsoft-com:vml" Requires="v">
                <p:oleObj name="Equation" r:id="rId9" imgW="2082600" imgH="507960" progId="Equation.DSMT4">
                  <p:embed/>
                </p:oleObj>
              </mc:Choice>
              <mc:Fallback>
                <p:oleObj name="Equation" r:id="rId9" imgW="2082600" imgH="507960" progId="Equation.DSMT4">
                  <p:embed/>
                  <p:pic>
                    <p:nvPicPr>
                      <p:cNvPr id="4" name="对象 3">
                        <a:extLst>
                          <a:ext uri="{FF2B5EF4-FFF2-40B4-BE49-F238E27FC236}">
                            <a16:creationId xmlns:a16="http://schemas.microsoft.com/office/drawing/2014/main" id="{987AE698-BA32-0DA6-3B42-924603289800}"/>
                          </a:ext>
                        </a:extLst>
                      </p:cNvPr>
                      <p:cNvPicPr/>
                      <p:nvPr/>
                    </p:nvPicPr>
                    <p:blipFill>
                      <a:blip r:embed="rId10"/>
                      <a:stretch>
                        <a:fillRect/>
                      </a:stretch>
                    </p:blipFill>
                    <p:spPr>
                      <a:xfrm>
                        <a:off x="4821238" y="2973388"/>
                        <a:ext cx="3306762" cy="80486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9AE4F47C-1FDA-5FA4-9C07-386B610DF0EE}"/>
              </a:ext>
            </a:extLst>
          </p:cNvPr>
          <p:cNvGraphicFramePr>
            <a:graphicFrameLocks noChangeAspect="1"/>
          </p:cNvGraphicFramePr>
          <p:nvPr>
            <p:extLst>
              <p:ext uri="{D42A27DB-BD31-4B8C-83A1-F6EECF244321}">
                <p14:modId xmlns:p14="http://schemas.microsoft.com/office/powerpoint/2010/main" val="1435117267"/>
              </p:ext>
            </p:extLst>
          </p:nvPr>
        </p:nvGraphicFramePr>
        <p:xfrm>
          <a:off x="4795838" y="3776663"/>
          <a:ext cx="3506787" cy="804862"/>
        </p:xfrm>
        <a:graphic>
          <a:graphicData uri="http://schemas.openxmlformats.org/presentationml/2006/ole">
            <mc:AlternateContent xmlns:mc="http://schemas.openxmlformats.org/markup-compatibility/2006">
              <mc:Choice xmlns:v="urn:schemas-microsoft-com:vml" Requires="v">
                <p:oleObj name="Equation" r:id="rId11" imgW="2209680" imgH="507960" progId="Equation.DSMT4">
                  <p:embed/>
                </p:oleObj>
              </mc:Choice>
              <mc:Fallback>
                <p:oleObj name="Equation" r:id="rId11" imgW="2209680" imgH="507960" progId="Equation.DSMT4">
                  <p:embed/>
                  <p:pic>
                    <p:nvPicPr>
                      <p:cNvPr id="9" name="对象 8">
                        <a:extLst>
                          <a:ext uri="{FF2B5EF4-FFF2-40B4-BE49-F238E27FC236}">
                            <a16:creationId xmlns:a16="http://schemas.microsoft.com/office/drawing/2014/main" id="{6CB1584A-5ADC-89D3-9932-88AFB47B97AC}"/>
                          </a:ext>
                        </a:extLst>
                      </p:cNvPr>
                      <p:cNvPicPr/>
                      <p:nvPr/>
                    </p:nvPicPr>
                    <p:blipFill>
                      <a:blip r:embed="rId12"/>
                      <a:stretch>
                        <a:fillRect/>
                      </a:stretch>
                    </p:blipFill>
                    <p:spPr>
                      <a:xfrm>
                        <a:off x="4795838" y="3776663"/>
                        <a:ext cx="3506787" cy="804862"/>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F7E542AA-1B36-D96B-C818-EDB9E344D7EE}"/>
              </a:ext>
            </a:extLst>
          </p:cNvPr>
          <p:cNvSpPr txBox="1"/>
          <p:nvPr/>
        </p:nvSpPr>
        <p:spPr>
          <a:xfrm>
            <a:off x="463992" y="4925650"/>
            <a:ext cx="568171" cy="369332"/>
          </a:xfrm>
          <a:prstGeom prst="rect">
            <a:avLst/>
          </a:prstGeom>
          <a:noFill/>
        </p:spPr>
        <p:txBody>
          <a:bodyPr wrap="square" rtlCol="0">
            <a:spAutoFit/>
          </a:bodyPr>
          <a:lstStyle/>
          <a:p>
            <a:r>
              <a:rPr lang="en-US" dirty="0"/>
              <a:t>(c)</a:t>
            </a:r>
          </a:p>
        </p:txBody>
      </p:sp>
      <p:graphicFrame>
        <p:nvGraphicFramePr>
          <p:cNvPr id="13" name="对象 12">
            <a:extLst>
              <a:ext uri="{FF2B5EF4-FFF2-40B4-BE49-F238E27FC236}">
                <a16:creationId xmlns:a16="http://schemas.microsoft.com/office/drawing/2014/main" id="{74AF3097-F823-6FC7-8FD7-D60D0BCD9270}"/>
              </a:ext>
            </a:extLst>
          </p:cNvPr>
          <p:cNvGraphicFramePr>
            <a:graphicFrameLocks noChangeAspect="1"/>
          </p:cNvGraphicFramePr>
          <p:nvPr>
            <p:extLst>
              <p:ext uri="{D42A27DB-BD31-4B8C-83A1-F6EECF244321}">
                <p14:modId xmlns:p14="http://schemas.microsoft.com/office/powerpoint/2010/main" val="2814678926"/>
              </p:ext>
            </p:extLst>
          </p:nvPr>
        </p:nvGraphicFramePr>
        <p:xfrm>
          <a:off x="1452237" y="4816575"/>
          <a:ext cx="1998662" cy="282575"/>
        </p:xfrm>
        <a:graphic>
          <a:graphicData uri="http://schemas.openxmlformats.org/presentationml/2006/ole">
            <mc:AlternateContent xmlns:mc="http://schemas.openxmlformats.org/markup-compatibility/2006">
              <mc:Choice xmlns:v="urn:schemas-microsoft-com:vml" Requires="v">
                <p:oleObj name="Equation" r:id="rId13" imgW="1257120" imgH="177480" progId="Equation.DSMT4">
                  <p:embed/>
                </p:oleObj>
              </mc:Choice>
              <mc:Fallback>
                <p:oleObj name="Equation" r:id="rId13" imgW="1257120" imgH="177480" progId="Equation.DSMT4">
                  <p:embed/>
                  <p:pic>
                    <p:nvPicPr>
                      <p:cNvPr id="6" name="对象 5">
                        <a:extLst>
                          <a:ext uri="{FF2B5EF4-FFF2-40B4-BE49-F238E27FC236}">
                            <a16:creationId xmlns:a16="http://schemas.microsoft.com/office/drawing/2014/main" id="{7B3BA469-5EBD-A2DF-6687-ACDCD86D230A}"/>
                          </a:ext>
                        </a:extLst>
                      </p:cNvPr>
                      <p:cNvPicPr/>
                      <p:nvPr/>
                    </p:nvPicPr>
                    <p:blipFill>
                      <a:blip r:embed="rId14"/>
                      <a:stretch>
                        <a:fillRect/>
                      </a:stretch>
                    </p:blipFill>
                    <p:spPr>
                      <a:xfrm>
                        <a:off x="1452237" y="4816575"/>
                        <a:ext cx="1998662" cy="282575"/>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D38D627B-B138-32F9-39CD-8BCF035C57A5}"/>
              </a:ext>
            </a:extLst>
          </p:cNvPr>
          <p:cNvGraphicFramePr>
            <a:graphicFrameLocks noChangeAspect="1"/>
          </p:cNvGraphicFramePr>
          <p:nvPr>
            <p:extLst>
              <p:ext uri="{D42A27DB-BD31-4B8C-83A1-F6EECF244321}">
                <p14:modId xmlns:p14="http://schemas.microsoft.com/office/powerpoint/2010/main" val="2468166098"/>
              </p:ext>
            </p:extLst>
          </p:nvPr>
        </p:nvGraphicFramePr>
        <p:xfrm>
          <a:off x="1139825" y="5207000"/>
          <a:ext cx="3165475" cy="323850"/>
        </p:xfrm>
        <a:graphic>
          <a:graphicData uri="http://schemas.openxmlformats.org/presentationml/2006/ole">
            <mc:AlternateContent xmlns:mc="http://schemas.openxmlformats.org/markup-compatibility/2006">
              <mc:Choice xmlns:v="urn:schemas-microsoft-com:vml" Requires="v">
                <p:oleObj name="Equation" r:id="rId15" imgW="1993680" imgH="203040" progId="Equation.DSMT4">
                  <p:embed/>
                </p:oleObj>
              </mc:Choice>
              <mc:Fallback>
                <p:oleObj name="Equation" r:id="rId15" imgW="1993680" imgH="203040" progId="Equation.DSMT4">
                  <p:embed/>
                  <p:pic>
                    <p:nvPicPr>
                      <p:cNvPr id="8" name="对象 7">
                        <a:extLst>
                          <a:ext uri="{FF2B5EF4-FFF2-40B4-BE49-F238E27FC236}">
                            <a16:creationId xmlns:a16="http://schemas.microsoft.com/office/drawing/2014/main" id="{598919F7-03AE-123A-363C-57DB4C1E3C14}"/>
                          </a:ext>
                        </a:extLst>
                      </p:cNvPr>
                      <p:cNvPicPr/>
                      <p:nvPr/>
                    </p:nvPicPr>
                    <p:blipFill>
                      <a:blip r:embed="rId16"/>
                      <a:stretch>
                        <a:fillRect/>
                      </a:stretch>
                    </p:blipFill>
                    <p:spPr>
                      <a:xfrm>
                        <a:off x="1139825" y="5207000"/>
                        <a:ext cx="3165475" cy="32385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CE171383-613A-B31D-EF8A-A8A4DAE64E3A}"/>
              </a:ext>
            </a:extLst>
          </p:cNvPr>
          <p:cNvGraphicFramePr>
            <a:graphicFrameLocks noChangeAspect="1"/>
          </p:cNvGraphicFramePr>
          <p:nvPr>
            <p:extLst>
              <p:ext uri="{D42A27DB-BD31-4B8C-83A1-F6EECF244321}">
                <p14:modId xmlns:p14="http://schemas.microsoft.com/office/powerpoint/2010/main" val="1438905041"/>
              </p:ext>
            </p:extLst>
          </p:nvPr>
        </p:nvGraphicFramePr>
        <p:xfrm>
          <a:off x="4776788" y="4581525"/>
          <a:ext cx="3546475" cy="804863"/>
        </p:xfrm>
        <a:graphic>
          <a:graphicData uri="http://schemas.openxmlformats.org/presentationml/2006/ole">
            <mc:AlternateContent xmlns:mc="http://schemas.openxmlformats.org/markup-compatibility/2006">
              <mc:Choice xmlns:v="urn:schemas-microsoft-com:vml" Requires="v">
                <p:oleObj name="Equation" r:id="rId17" imgW="2234880" imgH="507960" progId="Equation.DSMT4">
                  <p:embed/>
                </p:oleObj>
              </mc:Choice>
              <mc:Fallback>
                <p:oleObj name="Equation" r:id="rId17" imgW="2234880" imgH="507960" progId="Equation.DSMT4">
                  <p:embed/>
                  <p:pic>
                    <p:nvPicPr>
                      <p:cNvPr id="10" name="对象 9">
                        <a:extLst>
                          <a:ext uri="{FF2B5EF4-FFF2-40B4-BE49-F238E27FC236}">
                            <a16:creationId xmlns:a16="http://schemas.microsoft.com/office/drawing/2014/main" id="{9AE4F47C-1FDA-5FA4-9C07-386B610DF0EE}"/>
                          </a:ext>
                        </a:extLst>
                      </p:cNvPr>
                      <p:cNvPicPr/>
                      <p:nvPr/>
                    </p:nvPicPr>
                    <p:blipFill>
                      <a:blip r:embed="rId18"/>
                      <a:stretch>
                        <a:fillRect/>
                      </a:stretch>
                    </p:blipFill>
                    <p:spPr>
                      <a:xfrm>
                        <a:off x="4776788" y="4581525"/>
                        <a:ext cx="3546475" cy="804863"/>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48493D2A-D639-2CBE-B82E-F58C19A48123}"/>
              </a:ext>
            </a:extLst>
          </p:cNvPr>
          <p:cNvSpPr txBox="1"/>
          <p:nvPr/>
        </p:nvSpPr>
        <p:spPr>
          <a:xfrm>
            <a:off x="468523" y="5809409"/>
            <a:ext cx="568171" cy="369332"/>
          </a:xfrm>
          <a:prstGeom prst="rect">
            <a:avLst/>
          </a:prstGeom>
          <a:noFill/>
        </p:spPr>
        <p:txBody>
          <a:bodyPr wrap="square" rtlCol="0">
            <a:spAutoFit/>
          </a:bodyPr>
          <a:lstStyle/>
          <a:p>
            <a:r>
              <a:rPr lang="en-US" dirty="0"/>
              <a:t>(d)</a:t>
            </a:r>
          </a:p>
        </p:txBody>
      </p:sp>
      <p:graphicFrame>
        <p:nvGraphicFramePr>
          <p:cNvPr id="17" name="对象 16">
            <a:extLst>
              <a:ext uri="{FF2B5EF4-FFF2-40B4-BE49-F238E27FC236}">
                <a16:creationId xmlns:a16="http://schemas.microsoft.com/office/drawing/2014/main" id="{11F42632-40E7-B3D5-7254-C38BC7757FB4}"/>
              </a:ext>
            </a:extLst>
          </p:cNvPr>
          <p:cNvGraphicFramePr>
            <a:graphicFrameLocks noChangeAspect="1"/>
          </p:cNvGraphicFramePr>
          <p:nvPr>
            <p:extLst>
              <p:ext uri="{D42A27DB-BD31-4B8C-83A1-F6EECF244321}">
                <p14:modId xmlns:p14="http://schemas.microsoft.com/office/powerpoint/2010/main" val="2802787097"/>
              </p:ext>
            </p:extLst>
          </p:nvPr>
        </p:nvGraphicFramePr>
        <p:xfrm>
          <a:off x="1452237" y="5725660"/>
          <a:ext cx="1836737" cy="282575"/>
        </p:xfrm>
        <a:graphic>
          <a:graphicData uri="http://schemas.openxmlformats.org/presentationml/2006/ole">
            <mc:AlternateContent xmlns:mc="http://schemas.openxmlformats.org/markup-compatibility/2006">
              <mc:Choice xmlns:v="urn:schemas-microsoft-com:vml" Requires="v">
                <p:oleObj name="Equation" r:id="rId19" imgW="1155600" imgH="177480" progId="Equation.DSMT4">
                  <p:embed/>
                </p:oleObj>
              </mc:Choice>
              <mc:Fallback>
                <p:oleObj name="Equation" r:id="rId19" imgW="1155600" imgH="177480" progId="Equation.DSMT4">
                  <p:embed/>
                  <p:pic>
                    <p:nvPicPr>
                      <p:cNvPr id="13" name="对象 12">
                        <a:extLst>
                          <a:ext uri="{FF2B5EF4-FFF2-40B4-BE49-F238E27FC236}">
                            <a16:creationId xmlns:a16="http://schemas.microsoft.com/office/drawing/2014/main" id="{74AF3097-F823-6FC7-8FD7-D60D0BCD9270}"/>
                          </a:ext>
                        </a:extLst>
                      </p:cNvPr>
                      <p:cNvPicPr/>
                      <p:nvPr/>
                    </p:nvPicPr>
                    <p:blipFill>
                      <a:blip r:embed="rId20"/>
                      <a:stretch>
                        <a:fillRect/>
                      </a:stretch>
                    </p:blipFill>
                    <p:spPr>
                      <a:xfrm>
                        <a:off x="1452237" y="5725660"/>
                        <a:ext cx="1836737" cy="282575"/>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618F9DEE-75FF-FCAD-1750-E91DF353693D}"/>
              </a:ext>
            </a:extLst>
          </p:cNvPr>
          <p:cNvGraphicFramePr>
            <a:graphicFrameLocks noChangeAspect="1"/>
          </p:cNvGraphicFramePr>
          <p:nvPr>
            <p:extLst>
              <p:ext uri="{D42A27DB-BD31-4B8C-83A1-F6EECF244321}">
                <p14:modId xmlns:p14="http://schemas.microsoft.com/office/powerpoint/2010/main" val="1637716749"/>
              </p:ext>
            </p:extLst>
          </p:nvPr>
        </p:nvGraphicFramePr>
        <p:xfrm>
          <a:off x="1331104" y="6041007"/>
          <a:ext cx="2541588" cy="323850"/>
        </p:xfrm>
        <a:graphic>
          <a:graphicData uri="http://schemas.openxmlformats.org/presentationml/2006/ole">
            <mc:AlternateContent xmlns:mc="http://schemas.openxmlformats.org/markup-compatibility/2006">
              <mc:Choice xmlns:v="urn:schemas-microsoft-com:vml" Requires="v">
                <p:oleObj name="Equation" r:id="rId21" imgW="1600200" imgH="203040" progId="Equation.DSMT4">
                  <p:embed/>
                </p:oleObj>
              </mc:Choice>
              <mc:Fallback>
                <p:oleObj name="Equation" r:id="rId21" imgW="1600200" imgH="203040" progId="Equation.DSMT4">
                  <p:embed/>
                  <p:pic>
                    <p:nvPicPr>
                      <p:cNvPr id="14" name="对象 13">
                        <a:extLst>
                          <a:ext uri="{FF2B5EF4-FFF2-40B4-BE49-F238E27FC236}">
                            <a16:creationId xmlns:a16="http://schemas.microsoft.com/office/drawing/2014/main" id="{D38D627B-B138-32F9-39CD-8BCF035C57A5}"/>
                          </a:ext>
                        </a:extLst>
                      </p:cNvPr>
                      <p:cNvPicPr/>
                      <p:nvPr/>
                    </p:nvPicPr>
                    <p:blipFill>
                      <a:blip r:embed="rId22"/>
                      <a:stretch>
                        <a:fillRect/>
                      </a:stretch>
                    </p:blipFill>
                    <p:spPr>
                      <a:xfrm>
                        <a:off x="1331104" y="6041007"/>
                        <a:ext cx="2541588" cy="323850"/>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D1DD7ABA-0769-0BB3-0BFF-2C6645E589DA}"/>
              </a:ext>
            </a:extLst>
          </p:cNvPr>
          <p:cNvGraphicFramePr>
            <a:graphicFrameLocks noChangeAspect="1"/>
          </p:cNvGraphicFramePr>
          <p:nvPr>
            <p:extLst>
              <p:ext uri="{D42A27DB-BD31-4B8C-83A1-F6EECF244321}">
                <p14:modId xmlns:p14="http://schemas.microsoft.com/office/powerpoint/2010/main" val="1250579160"/>
              </p:ext>
            </p:extLst>
          </p:nvPr>
        </p:nvGraphicFramePr>
        <p:xfrm>
          <a:off x="4964113" y="5559425"/>
          <a:ext cx="3124200" cy="804863"/>
        </p:xfrm>
        <a:graphic>
          <a:graphicData uri="http://schemas.openxmlformats.org/presentationml/2006/ole">
            <mc:AlternateContent xmlns:mc="http://schemas.openxmlformats.org/markup-compatibility/2006">
              <mc:Choice xmlns:v="urn:schemas-microsoft-com:vml" Requires="v">
                <p:oleObj name="Equation" r:id="rId23" imgW="1968480" imgH="507960" progId="Equation.DSMT4">
                  <p:embed/>
                </p:oleObj>
              </mc:Choice>
              <mc:Fallback>
                <p:oleObj name="Equation" r:id="rId23" imgW="1968480" imgH="507960" progId="Equation.DSMT4">
                  <p:embed/>
                  <p:pic>
                    <p:nvPicPr>
                      <p:cNvPr id="15" name="对象 14">
                        <a:extLst>
                          <a:ext uri="{FF2B5EF4-FFF2-40B4-BE49-F238E27FC236}">
                            <a16:creationId xmlns:a16="http://schemas.microsoft.com/office/drawing/2014/main" id="{CE171383-613A-B31D-EF8A-A8A4DAE64E3A}"/>
                          </a:ext>
                        </a:extLst>
                      </p:cNvPr>
                      <p:cNvPicPr/>
                      <p:nvPr/>
                    </p:nvPicPr>
                    <p:blipFill>
                      <a:blip r:embed="rId24"/>
                      <a:stretch>
                        <a:fillRect/>
                      </a:stretch>
                    </p:blipFill>
                    <p:spPr>
                      <a:xfrm>
                        <a:off x="4964113" y="5559425"/>
                        <a:ext cx="3124200" cy="804863"/>
                      </a:xfrm>
                      <a:prstGeom prst="rect">
                        <a:avLst/>
                      </a:prstGeom>
                    </p:spPr>
                  </p:pic>
                </p:oleObj>
              </mc:Fallback>
            </mc:AlternateContent>
          </a:graphicData>
        </a:graphic>
      </p:graphicFrame>
    </p:spTree>
    <p:extLst>
      <p:ext uri="{BB962C8B-B14F-4D97-AF65-F5344CB8AC3E}">
        <p14:creationId xmlns:p14="http://schemas.microsoft.com/office/powerpoint/2010/main" val="181860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2"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98AFFAD-8841-F54E-4C86-6F2AAD59D3B4}"/>
              </a:ext>
            </a:extLst>
          </p:cNvPr>
          <p:cNvPicPr>
            <a:picLocks noChangeAspect="1"/>
          </p:cNvPicPr>
          <p:nvPr/>
        </p:nvPicPr>
        <p:blipFill rotWithShape="1">
          <a:blip r:embed="rId2"/>
          <a:srcRect t="7747" b="10534"/>
          <a:stretch/>
        </p:blipFill>
        <p:spPr>
          <a:xfrm>
            <a:off x="64744" y="741404"/>
            <a:ext cx="11760752" cy="2108887"/>
          </a:xfrm>
          <a:prstGeom prst="rect">
            <a:avLst/>
          </a:prstGeom>
        </p:spPr>
      </p:pic>
      <p:pic>
        <p:nvPicPr>
          <p:cNvPr id="3" name="图片 2">
            <a:extLst>
              <a:ext uri="{FF2B5EF4-FFF2-40B4-BE49-F238E27FC236}">
                <a16:creationId xmlns:a16="http://schemas.microsoft.com/office/drawing/2014/main" id="{AE8C6E0D-5F64-9146-80DC-545D167132F8}"/>
              </a:ext>
            </a:extLst>
          </p:cNvPr>
          <p:cNvPicPr>
            <a:picLocks noChangeAspect="1"/>
          </p:cNvPicPr>
          <p:nvPr/>
        </p:nvPicPr>
        <p:blipFill>
          <a:blip r:embed="rId3"/>
          <a:stretch>
            <a:fillRect/>
          </a:stretch>
        </p:blipFill>
        <p:spPr>
          <a:xfrm>
            <a:off x="774195" y="1516076"/>
            <a:ext cx="6532128" cy="1548726"/>
          </a:xfrm>
          <a:prstGeom prst="rect">
            <a:avLst/>
          </a:prstGeom>
        </p:spPr>
      </p:pic>
      <p:graphicFrame>
        <p:nvGraphicFramePr>
          <p:cNvPr id="5" name="对象 4">
            <a:extLst>
              <a:ext uri="{FF2B5EF4-FFF2-40B4-BE49-F238E27FC236}">
                <a16:creationId xmlns:a16="http://schemas.microsoft.com/office/drawing/2014/main" id="{20E093A8-7869-8C01-4A16-8B4D0145DC31}"/>
              </a:ext>
            </a:extLst>
          </p:cNvPr>
          <p:cNvGraphicFramePr>
            <a:graphicFrameLocks noChangeAspect="1"/>
          </p:cNvGraphicFramePr>
          <p:nvPr>
            <p:extLst>
              <p:ext uri="{D42A27DB-BD31-4B8C-83A1-F6EECF244321}">
                <p14:modId xmlns:p14="http://schemas.microsoft.com/office/powerpoint/2010/main" val="2048643900"/>
              </p:ext>
            </p:extLst>
          </p:nvPr>
        </p:nvGraphicFramePr>
        <p:xfrm>
          <a:off x="1331913" y="3267075"/>
          <a:ext cx="2541587" cy="323850"/>
        </p:xfrm>
        <a:graphic>
          <a:graphicData uri="http://schemas.openxmlformats.org/presentationml/2006/ole">
            <mc:AlternateContent xmlns:mc="http://schemas.openxmlformats.org/markup-compatibility/2006">
              <mc:Choice xmlns:v="urn:schemas-microsoft-com:vml" Requires="v">
                <p:oleObj name="Equation" r:id="rId4" imgW="1600200" imgH="203040" progId="Equation.DSMT4">
                  <p:embed/>
                </p:oleObj>
              </mc:Choice>
              <mc:Fallback>
                <p:oleObj name="Equation" r:id="rId4" imgW="1600200" imgH="203040" progId="Equation.DSMT4">
                  <p:embed/>
                  <p:pic>
                    <p:nvPicPr>
                      <p:cNvPr id="4" name="对象 3">
                        <a:extLst>
                          <a:ext uri="{FF2B5EF4-FFF2-40B4-BE49-F238E27FC236}">
                            <a16:creationId xmlns:a16="http://schemas.microsoft.com/office/drawing/2014/main" id="{987AE698-BA32-0DA6-3B42-924603289800}"/>
                          </a:ext>
                        </a:extLst>
                      </p:cNvPr>
                      <p:cNvPicPr/>
                      <p:nvPr/>
                    </p:nvPicPr>
                    <p:blipFill>
                      <a:blip r:embed="rId5"/>
                      <a:stretch>
                        <a:fillRect/>
                      </a:stretch>
                    </p:blipFill>
                    <p:spPr>
                      <a:xfrm>
                        <a:off x="1331913" y="3267075"/>
                        <a:ext cx="2541587" cy="323850"/>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DA6D964D-3B6B-D61C-53AA-F0947EC5E28C}"/>
              </a:ext>
            </a:extLst>
          </p:cNvPr>
          <p:cNvSpPr txBox="1"/>
          <p:nvPr/>
        </p:nvSpPr>
        <p:spPr>
          <a:xfrm>
            <a:off x="463993" y="3221024"/>
            <a:ext cx="568171" cy="369332"/>
          </a:xfrm>
          <a:prstGeom prst="rect">
            <a:avLst/>
          </a:prstGeom>
          <a:noFill/>
        </p:spPr>
        <p:txBody>
          <a:bodyPr wrap="square" rtlCol="0">
            <a:spAutoFit/>
          </a:bodyPr>
          <a:lstStyle/>
          <a:p>
            <a:r>
              <a:rPr lang="en-US" dirty="0"/>
              <a:t>(e)</a:t>
            </a:r>
          </a:p>
        </p:txBody>
      </p:sp>
      <p:sp>
        <p:nvSpPr>
          <p:cNvPr id="8" name="文本框 7">
            <a:extLst>
              <a:ext uri="{FF2B5EF4-FFF2-40B4-BE49-F238E27FC236}">
                <a16:creationId xmlns:a16="http://schemas.microsoft.com/office/drawing/2014/main" id="{EAD3E479-93BF-5A95-709D-FDF0ADDAEB99}"/>
              </a:ext>
            </a:extLst>
          </p:cNvPr>
          <p:cNvSpPr txBox="1"/>
          <p:nvPr/>
        </p:nvSpPr>
        <p:spPr>
          <a:xfrm>
            <a:off x="463992" y="3998367"/>
            <a:ext cx="568171" cy="369332"/>
          </a:xfrm>
          <a:prstGeom prst="rect">
            <a:avLst/>
          </a:prstGeom>
          <a:noFill/>
        </p:spPr>
        <p:txBody>
          <a:bodyPr wrap="square" rtlCol="0">
            <a:spAutoFit/>
          </a:bodyPr>
          <a:lstStyle/>
          <a:p>
            <a:r>
              <a:rPr lang="en-US" dirty="0"/>
              <a:t>(f)</a:t>
            </a:r>
          </a:p>
        </p:txBody>
      </p:sp>
      <p:graphicFrame>
        <p:nvGraphicFramePr>
          <p:cNvPr id="10" name="对象 9">
            <a:extLst>
              <a:ext uri="{FF2B5EF4-FFF2-40B4-BE49-F238E27FC236}">
                <a16:creationId xmlns:a16="http://schemas.microsoft.com/office/drawing/2014/main" id="{8343F763-A32C-78D2-28C7-94C7AB6FA7CD}"/>
              </a:ext>
            </a:extLst>
          </p:cNvPr>
          <p:cNvGraphicFramePr>
            <a:graphicFrameLocks noChangeAspect="1"/>
          </p:cNvGraphicFramePr>
          <p:nvPr>
            <p:extLst>
              <p:ext uri="{D42A27DB-BD31-4B8C-83A1-F6EECF244321}">
                <p14:modId xmlns:p14="http://schemas.microsoft.com/office/powerpoint/2010/main" val="604582476"/>
              </p:ext>
            </p:extLst>
          </p:nvPr>
        </p:nvGraphicFramePr>
        <p:xfrm>
          <a:off x="4519613" y="3062288"/>
          <a:ext cx="3911600" cy="623887"/>
        </p:xfrm>
        <a:graphic>
          <a:graphicData uri="http://schemas.openxmlformats.org/presentationml/2006/ole">
            <mc:AlternateContent xmlns:mc="http://schemas.openxmlformats.org/markup-compatibility/2006">
              <mc:Choice xmlns:v="urn:schemas-microsoft-com:vml" Requires="v">
                <p:oleObj name="Equation" r:id="rId6" imgW="2463480" imgH="393480" progId="Equation.DSMT4">
                  <p:embed/>
                </p:oleObj>
              </mc:Choice>
              <mc:Fallback>
                <p:oleObj name="Equation" r:id="rId6" imgW="2463480" imgH="393480" progId="Equation.DSMT4">
                  <p:embed/>
                  <p:pic>
                    <p:nvPicPr>
                      <p:cNvPr id="9" name="对象 8">
                        <a:extLst>
                          <a:ext uri="{FF2B5EF4-FFF2-40B4-BE49-F238E27FC236}">
                            <a16:creationId xmlns:a16="http://schemas.microsoft.com/office/drawing/2014/main" id="{6CB1584A-5ADC-89D3-9932-88AFB47B97AC}"/>
                          </a:ext>
                        </a:extLst>
                      </p:cNvPr>
                      <p:cNvPicPr/>
                      <p:nvPr/>
                    </p:nvPicPr>
                    <p:blipFill>
                      <a:blip r:embed="rId7"/>
                      <a:stretch>
                        <a:fillRect/>
                      </a:stretch>
                    </p:blipFill>
                    <p:spPr>
                      <a:xfrm>
                        <a:off x="4519613" y="3062288"/>
                        <a:ext cx="3911600" cy="623887"/>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AA551A3A-C0F0-BE7C-B2D2-8CA9FE9DB313}"/>
              </a:ext>
            </a:extLst>
          </p:cNvPr>
          <p:cNvGraphicFramePr>
            <a:graphicFrameLocks noChangeAspect="1"/>
          </p:cNvGraphicFramePr>
          <p:nvPr>
            <p:extLst>
              <p:ext uri="{D42A27DB-BD31-4B8C-83A1-F6EECF244321}">
                <p14:modId xmlns:p14="http://schemas.microsoft.com/office/powerpoint/2010/main" val="1616113002"/>
              </p:ext>
            </p:extLst>
          </p:nvPr>
        </p:nvGraphicFramePr>
        <p:xfrm>
          <a:off x="4519613" y="3810764"/>
          <a:ext cx="5784850" cy="744538"/>
        </p:xfrm>
        <a:graphic>
          <a:graphicData uri="http://schemas.openxmlformats.org/presentationml/2006/ole">
            <mc:AlternateContent xmlns:mc="http://schemas.openxmlformats.org/markup-compatibility/2006">
              <mc:Choice xmlns:v="urn:schemas-microsoft-com:vml" Requires="v">
                <p:oleObj name="Equation" r:id="rId8" imgW="3644640" imgH="469800" progId="Equation.DSMT4">
                  <p:embed/>
                </p:oleObj>
              </mc:Choice>
              <mc:Fallback>
                <p:oleObj name="Equation" r:id="rId8" imgW="3644640" imgH="469800" progId="Equation.DSMT4">
                  <p:embed/>
                  <p:pic>
                    <p:nvPicPr>
                      <p:cNvPr id="10" name="对象 9">
                        <a:extLst>
                          <a:ext uri="{FF2B5EF4-FFF2-40B4-BE49-F238E27FC236}">
                            <a16:creationId xmlns:a16="http://schemas.microsoft.com/office/drawing/2014/main" id="{9AE4F47C-1FDA-5FA4-9C07-386B610DF0EE}"/>
                          </a:ext>
                        </a:extLst>
                      </p:cNvPr>
                      <p:cNvPicPr/>
                      <p:nvPr/>
                    </p:nvPicPr>
                    <p:blipFill>
                      <a:blip r:embed="rId9"/>
                      <a:stretch>
                        <a:fillRect/>
                      </a:stretch>
                    </p:blipFill>
                    <p:spPr>
                      <a:xfrm>
                        <a:off x="4519613" y="3810764"/>
                        <a:ext cx="5784850" cy="744538"/>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5E79203B-E1ED-5B1B-5105-8C5BE45C4454}"/>
              </a:ext>
            </a:extLst>
          </p:cNvPr>
          <p:cNvSpPr txBox="1"/>
          <p:nvPr/>
        </p:nvSpPr>
        <p:spPr>
          <a:xfrm>
            <a:off x="463992" y="4925650"/>
            <a:ext cx="568171" cy="369332"/>
          </a:xfrm>
          <a:prstGeom prst="rect">
            <a:avLst/>
          </a:prstGeom>
          <a:noFill/>
        </p:spPr>
        <p:txBody>
          <a:bodyPr wrap="square" rtlCol="0">
            <a:spAutoFit/>
          </a:bodyPr>
          <a:lstStyle/>
          <a:p>
            <a:r>
              <a:rPr lang="en-US" dirty="0"/>
              <a:t>(g)</a:t>
            </a:r>
          </a:p>
        </p:txBody>
      </p:sp>
      <p:graphicFrame>
        <p:nvGraphicFramePr>
          <p:cNvPr id="15" name="对象 14">
            <a:extLst>
              <a:ext uri="{FF2B5EF4-FFF2-40B4-BE49-F238E27FC236}">
                <a16:creationId xmlns:a16="http://schemas.microsoft.com/office/drawing/2014/main" id="{18128AF9-18AF-A284-DC86-B8DF80631745}"/>
              </a:ext>
            </a:extLst>
          </p:cNvPr>
          <p:cNvGraphicFramePr>
            <a:graphicFrameLocks noChangeAspect="1"/>
          </p:cNvGraphicFramePr>
          <p:nvPr>
            <p:extLst>
              <p:ext uri="{D42A27DB-BD31-4B8C-83A1-F6EECF244321}">
                <p14:modId xmlns:p14="http://schemas.microsoft.com/office/powerpoint/2010/main" val="3286825062"/>
              </p:ext>
            </p:extLst>
          </p:nvPr>
        </p:nvGraphicFramePr>
        <p:xfrm>
          <a:off x="4559233" y="4804598"/>
          <a:ext cx="3548063" cy="523875"/>
        </p:xfrm>
        <a:graphic>
          <a:graphicData uri="http://schemas.openxmlformats.org/presentationml/2006/ole">
            <mc:AlternateContent xmlns:mc="http://schemas.openxmlformats.org/markup-compatibility/2006">
              <mc:Choice xmlns:v="urn:schemas-microsoft-com:vml" Requires="v">
                <p:oleObj name="Equation" r:id="rId10" imgW="2234880" imgH="330120" progId="Equation.DSMT4">
                  <p:embed/>
                </p:oleObj>
              </mc:Choice>
              <mc:Fallback>
                <p:oleObj name="Equation" r:id="rId10" imgW="2234880" imgH="330120" progId="Equation.DSMT4">
                  <p:embed/>
                  <p:pic>
                    <p:nvPicPr>
                      <p:cNvPr id="15" name="对象 14">
                        <a:extLst>
                          <a:ext uri="{FF2B5EF4-FFF2-40B4-BE49-F238E27FC236}">
                            <a16:creationId xmlns:a16="http://schemas.microsoft.com/office/drawing/2014/main" id="{CE171383-613A-B31D-EF8A-A8A4DAE64E3A}"/>
                          </a:ext>
                        </a:extLst>
                      </p:cNvPr>
                      <p:cNvPicPr/>
                      <p:nvPr/>
                    </p:nvPicPr>
                    <p:blipFill>
                      <a:blip r:embed="rId11"/>
                      <a:stretch>
                        <a:fillRect/>
                      </a:stretch>
                    </p:blipFill>
                    <p:spPr>
                      <a:xfrm>
                        <a:off x="4559233" y="4804598"/>
                        <a:ext cx="3548063" cy="523875"/>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961D738E-734E-944A-8107-C24B96085B15}"/>
              </a:ext>
            </a:extLst>
          </p:cNvPr>
          <p:cNvGraphicFramePr>
            <a:graphicFrameLocks noChangeAspect="1"/>
          </p:cNvGraphicFramePr>
          <p:nvPr>
            <p:extLst>
              <p:ext uri="{D42A27DB-BD31-4B8C-83A1-F6EECF244321}">
                <p14:modId xmlns:p14="http://schemas.microsoft.com/office/powerpoint/2010/main" val="330024417"/>
              </p:ext>
            </p:extLst>
          </p:nvPr>
        </p:nvGraphicFramePr>
        <p:xfrm>
          <a:off x="1331913" y="4044987"/>
          <a:ext cx="2299323" cy="322712"/>
        </p:xfrm>
        <a:graphic>
          <a:graphicData uri="http://schemas.openxmlformats.org/presentationml/2006/ole">
            <mc:AlternateContent xmlns:mc="http://schemas.openxmlformats.org/markup-compatibility/2006">
              <mc:Choice xmlns:v="urn:schemas-microsoft-com:vml" Requires="v">
                <p:oleObj name="Equation" r:id="rId12" imgW="1447560" imgH="203040" progId="Equation.DSMT4">
                  <p:embed/>
                </p:oleObj>
              </mc:Choice>
              <mc:Fallback>
                <p:oleObj name="Equation" r:id="rId12" imgW="1447560" imgH="203040" progId="Equation.DSMT4">
                  <p:embed/>
                  <p:pic>
                    <p:nvPicPr>
                      <p:cNvPr id="5" name="对象 4">
                        <a:extLst>
                          <a:ext uri="{FF2B5EF4-FFF2-40B4-BE49-F238E27FC236}">
                            <a16:creationId xmlns:a16="http://schemas.microsoft.com/office/drawing/2014/main" id="{20E093A8-7869-8C01-4A16-8B4D0145DC31}"/>
                          </a:ext>
                        </a:extLst>
                      </p:cNvPr>
                      <p:cNvPicPr/>
                      <p:nvPr/>
                    </p:nvPicPr>
                    <p:blipFill>
                      <a:blip r:embed="rId13"/>
                      <a:stretch>
                        <a:fillRect/>
                      </a:stretch>
                    </p:blipFill>
                    <p:spPr>
                      <a:xfrm>
                        <a:off x="1331913" y="4044987"/>
                        <a:ext cx="2299323" cy="322712"/>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43A4796E-D997-59E6-CA2E-BB10E9371AD4}"/>
              </a:ext>
            </a:extLst>
          </p:cNvPr>
          <p:cNvGraphicFramePr>
            <a:graphicFrameLocks noChangeAspect="1"/>
          </p:cNvGraphicFramePr>
          <p:nvPr>
            <p:extLst>
              <p:ext uri="{D42A27DB-BD31-4B8C-83A1-F6EECF244321}">
                <p14:modId xmlns:p14="http://schemas.microsoft.com/office/powerpoint/2010/main" val="3566713963"/>
              </p:ext>
            </p:extLst>
          </p:nvPr>
        </p:nvGraphicFramePr>
        <p:xfrm>
          <a:off x="1331913" y="4972270"/>
          <a:ext cx="2299323" cy="322712"/>
        </p:xfrm>
        <a:graphic>
          <a:graphicData uri="http://schemas.openxmlformats.org/presentationml/2006/ole">
            <mc:AlternateContent xmlns:mc="http://schemas.openxmlformats.org/markup-compatibility/2006">
              <mc:Choice xmlns:v="urn:schemas-microsoft-com:vml" Requires="v">
                <p:oleObj name="Equation" r:id="rId14" imgW="1447560" imgH="203040" progId="Equation.DSMT4">
                  <p:embed/>
                </p:oleObj>
              </mc:Choice>
              <mc:Fallback>
                <p:oleObj name="Equation" r:id="rId14" imgW="1447560" imgH="203040" progId="Equation.DSMT4">
                  <p:embed/>
                  <p:pic>
                    <p:nvPicPr>
                      <p:cNvPr id="20" name="对象 19">
                        <a:extLst>
                          <a:ext uri="{FF2B5EF4-FFF2-40B4-BE49-F238E27FC236}">
                            <a16:creationId xmlns:a16="http://schemas.microsoft.com/office/drawing/2014/main" id="{961D738E-734E-944A-8107-C24B96085B15}"/>
                          </a:ext>
                        </a:extLst>
                      </p:cNvPr>
                      <p:cNvPicPr/>
                      <p:nvPr/>
                    </p:nvPicPr>
                    <p:blipFill>
                      <a:blip r:embed="rId13"/>
                      <a:stretch>
                        <a:fillRect/>
                      </a:stretch>
                    </p:blipFill>
                    <p:spPr>
                      <a:xfrm>
                        <a:off x="1331913" y="4972270"/>
                        <a:ext cx="2299323" cy="322712"/>
                      </a:xfrm>
                      <a:prstGeom prst="rect">
                        <a:avLst/>
                      </a:prstGeom>
                    </p:spPr>
                  </p:pic>
                </p:oleObj>
              </mc:Fallback>
            </mc:AlternateContent>
          </a:graphicData>
        </a:graphic>
      </p:graphicFrame>
    </p:spTree>
    <p:extLst>
      <p:ext uri="{BB962C8B-B14F-4D97-AF65-F5344CB8AC3E}">
        <p14:creationId xmlns:p14="http://schemas.microsoft.com/office/powerpoint/2010/main" val="1477400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3F8EB8A-FE42-042E-C765-CA2D7F0FB2F9}"/>
              </a:ext>
            </a:extLst>
          </p:cNvPr>
          <p:cNvPicPr>
            <a:picLocks noChangeAspect="1"/>
          </p:cNvPicPr>
          <p:nvPr/>
        </p:nvPicPr>
        <p:blipFill>
          <a:blip r:embed="rId2"/>
          <a:srcRect b="61823"/>
          <a:stretch/>
        </p:blipFill>
        <p:spPr>
          <a:xfrm>
            <a:off x="198866" y="629680"/>
            <a:ext cx="11388169" cy="2086888"/>
          </a:xfrm>
          <a:prstGeom prst="rect">
            <a:avLst/>
          </a:prstGeom>
        </p:spPr>
      </p:pic>
      <p:graphicFrame>
        <p:nvGraphicFramePr>
          <p:cNvPr id="3" name="对象 2">
            <a:extLst>
              <a:ext uri="{FF2B5EF4-FFF2-40B4-BE49-F238E27FC236}">
                <a16:creationId xmlns:a16="http://schemas.microsoft.com/office/drawing/2014/main" id="{8BE146AC-390A-FD35-28D6-D47F36019B5F}"/>
              </a:ext>
            </a:extLst>
          </p:cNvPr>
          <p:cNvGraphicFramePr>
            <a:graphicFrameLocks noChangeAspect="1"/>
          </p:cNvGraphicFramePr>
          <p:nvPr>
            <p:extLst>
              <p:ext uri="{D42A27DB-BD31-4B8C-83A1-F6EECF244321}">
                <p14:modId xmlns:p14="http://schemas.microsoft.com/office/powerpoint/2010/main" val="3814335084"/>
              </p:ext>
            </p:extLst>
          </p:nvPr>
        </p:nvGraphicFramePr>
        <p:xfrm>
          <a:off x="3719513" y="2781300"/>
          <a:ext cx="3657600" cy="514350"/>
        </p:xfrm>
        <a:graphic>
          <a:graphicData uri="http://schemas.openxmlformats.org/presentationml/2006/ole">
            <mc:AlternateContent xmlns:mc="http://schemas.openxmlformats.org/markup-compatibility/2006">
              <mc:Choice xmlns:v="urn:schemas-microsoft-com:vml" Requires="v">
                <p:oleObj name="Equation" r:id="rId3" imgW="2349360" imgH="330120" progId="Equation.DSMT4">
                  <p:embed/>
                </p:oleObj>
              </mc:Choice>
              <mc:Fallback>
                <p:oleObj name="Equation" r:id="rId3" imgW="2349360" imgH="330120" progId="Equation.DSMT4">
                  <p:embed/>
                  <p:pic>
                    <p:nvPicPr>
                      <p:cNvPr id="0" name=""/>
                      <p:cNvPicPr/>
                      <p:nvPr/>
                    </p:nvPicPr>
                    <p:blipFill>
                      <a:blip r:embed="rId4"/>
                      <a:stretch>
                        <a:fillRect/>
                      </a:stretch>
                    </p:blipFill>
                    <p:spPr>
                      <a:xfrm>
                        <a:off x="3719513" y="2781300"/>
                        <a:ext cx="3657600" cy="51435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28B4E279-86C0-D585-6C95-B1F60BEB84CE}"/>
              </a:ext>
            </a:extLst>
          </p:cNvPr>
          <p:cNvGraphicFramePr>
            <a:graphicFrameLocks noChangeAspect="1"/>
          </p:cNvGraphicFramePr>
          <p:nvPr>
            <p:extLst>
              <p:ext uri="{D42A27DB-BD31-4B8C-83A1-F6EECF244321}">
                <p14:modId xmlns:p14="http://schemas.microsoft.com/office/powerpoint/2010/main" val="2587885532"/>
              </p:ext>
            </p:extLst>
          </p:nvPr>
        </p:nvGraphicFramePr>
        <p:xfrm>
          <a:off x="3719513" y="3429000"/>
          <a:ext cx="3954463" cy="514350"/>
        </p:xfrm>
        <a:graphic>
          <a:graphicData uri="http://schemas.openxmlformats.org/presentationml/2006/ole">
            <mc:AlternateContent xmlns:mc="http://schemas.openxmlformats.org/markup-compatibility/2006">
              <mc:Choice xmlns:v="urn:schemas-microsoft-com:vml" Requires="v">
                <p:oleObj name="Equation" r:id="rId5" imgW="2539800" imgH="330120" progId="Equation.DSMT4">
                  <p:embed/>
                </p:oleObj>
              </mc:Choice>
              <mc:Fallback>
                <p:oleObj name="Equation" r:id="rId5" imgW="2539800" imgH="330120" progId="Equation.DSMT4">
                  <p:embed/>
                  <p:pic>
                    <p:nvPicPr>
                      <p:cNvPr id="3" name="对象 2">
                        <a:extLst>
                          <a:ext uri="{FF2B5EF4-FFF2-40B4-BE49-F238E27FC236}">
                            <a16:creationId xmlns:a16="http://schemas.microsoft.com/office/drawing/2014/main" id="{8BE146AC-390A-FD35-28D6-D47F36019B5F}"/>
                          </a:ext>
                        </a:extLst>
                      </p:cNvPr>
                      <p:cNvPicPr/>
                      <p:nvPr/>
                    </p:nvPicPr>
                    <p:blipFill>
                      <a:blip r:embed="rId6"/>
                      <a:stretch>
                        <a:fillRect/>
                      </a:stretch>
                    </p:blipFill>
                    <p:spPr>
                      <a:xfrm>
                        <a:off x="3719513" y="3429000"/>
                        <a:ext cx="3954463" cy="51435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072DB6E8-759B-2246-9C79-D1306ED2E7F7}"/>
              </a:ext>
            </a:extLst>
          </p:cNvPr>
          <p:cNvGraphicFramePr>
            <a:graphicFrameLocks noChangeAspect="1"/>
          </p:cNvGraphicFramePr>
          <p:nvPr>
            <p:extLst>
              <p:ext uri="{D42A27DB-BD31-4B8C-83A1-F6EECF244321}">
                <p14:modId xmlns:p14="http://schemas.microsoft.com/office/powerpoint/2010/main" val="2616041111"/>
              </p:ext>
            </p:extLst>
          </p:nvPr>
        </p:nvGraphicFramePr>
        <p:xfrm>
          <a:off x="5616842" y="3975716"/>
          <a:ext cx="2747962" cy="514350"/>
        </p:xfrm>
        <a:graphic>
          <a:graphicData uri="http://schemas.openxmlformats.org/presentationml/2006/ole">
            <mc:AlternateContent xmlns:mc="http://schemas.openxmlformats.org/markup-compatibility/2006">
              <mc:Choice xmlns:v="urn:schemas-microsoft-com:vml" Requires="v">
                <p:oleObj name="Equation" r:id="rId7" imgW="1765080" imgH="330120" progId="Equation.DSMT4">
                  <p:embed/>
                </p:oleObj>
              </mc:Choice>
              <mc:Fallback>
                <p:oleObj name="Equation" r:id="rId7" imgW="1765080" imgH="330120" progId="Equation.DSMT4">
                  <p:embed/>
                  <p:pic>
                    <p:nvPicPr>
                      <p:cNvPr id="4" name="对象 3">
                        <a:extLst>
                          <a:ext uri="{FF2B5EF4-FFF2-40B4-BE49-F238E27FC236}">
                            <a16:creationId xmlns:a16="http://schemas.microsoft.com/office/drawing/2014/main" id="{28B4E279-86C0-D585-6C95-B1F60BEB84CE}"/>
                          </a:ext>
                        </a:extLst>
                      </p:cNvPr>
                      <p:cNvPicPr/>
                      <p:nvPr/>
                    </p:nvPicPr>
                    <p:blipFill>
                      <a:blip r:embed="rId8"/>
                      <a:stretch>
                        <a:fillRect/>
                      </a:stretch>
                    </p:blipFill>
                    <p:spPr>
                      <a:xfrm>
                        <a:off x="5616842" y="3975716"/>
                        <a:ext cx="2747962" cy="51435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D5EDC9E9-4B4C-AFF4-8983-22373900A7E6}"/>
              </a:ext>
            </a:extLst>
          </p:cNvPr>
          <p:cNvGraphicFramePr>
            <a:graphicFrameLocks noChangeAspect="1"/>
          </p:cNvGraphicFramePr>
          <p:nvPr>
            <p:extLst>
              <p:ext uri="{D42A27DB-BD31-4B8C-83A1-F6EECF244321}">
                <p14:modId xmlns:p14="http://schemas.microsoft.com/office/powerpoint/2010/main" val="2932033576"/>
              </p:ext>
            </p:extLst>
          </p:nvPr>
        </p:nvGraphicFramePr>
        <p:xfrm>
          <a:off x="5616842" y="4522432"/>
          <a:ext cx="1720850" cy="355600"/>
        </p:xfrm>
        <a:graphic>
          <a:graphicData uri="http://schemas.openxmlformats.org/presentationml/2006/ole">
            <mc:AlternateContent xmlns:mc="http://schemas.openxmlformats.org/markup-compatibility/2006">
              <mc:Choice xmlns:v="urn:schemas-microsoft-com:vml" Requires="v">
                <p:oleObj name="Equation" r:id="rId9" imgW="1104840" imgH="228600" progId="Equation.DSMT4">
                  <p:embed/>
                </p:oleObj>
              </mc:Choice>
              <mc:Fallback>
                <p:oleObj name="Equation" r:id="rId9" imgW="1104840" imgH="228600" progId="Equation.DSMT4">
                  <p:embed/>
                  <p:pic>
                    <p:nvPicPr>
                      <p:cNvPr id="5" name="对象 4">
                        <a:extLst>
                          <a:ext uri="{FF2B5EF4-FFF2-40B4-BE49-F238E27FC236}">
                            <a16:creationId xmlns:a16="http://schemas.microsoft.com/office/drawing/2014/main" id="{072DB6E8-759B-2246-9C79-D1306ED2E7F7}"/>
                          </a:ext>
                        </a:extLst>
                      </p:cNvPr>
                      <p:cNvPicPr/>
                      <p:nvPr/>
                    </p:nvPicPr>
                    <p:blipFill>
                      <a:blip r:embed="rId10"/>
                      <a:stretch>
                        <a:fillRect/>
                      </a:stretch>
                    </p:blipFill>
                    <p:spPr>
                      <a:xfrm>
                        <a:off x="5616842" y="4522432"/>
                        <a:ext cx="1720850" cy="3556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8C41FEE0-E88E-DD2C-A3F8-886208E31017}"/>
              </a:ext>
            </a:extLst>
          </p:cNvPr>
          <p:cNvGraphicFramePr>
            <a:graphicFrameLocks noChangeAspect="1"/>
          </p:cNvGraphicFramePr>
          <p:nvPr>
            <p:extLst>
              <p:ext uri="{D42A27DB-BD31-4B8C-83A1-F6EECF244321}">
                <p14:modId xmlns:p14="http://schemas.microsoft.com/office/powerpoint/2010/main" val="707261334"/>
              </p:ext>
            </p:extLst>
          </p:nvPr>
        </p:nvGraphicFramePr>
        <p:xfrm>
          <a:off x="8796338" y="4127500"/>
          <a:ext cx="1350962" cy="244475"/>
        </p:xfrm>
        <a:graphic>
          <a:graphicData uri="http://schemas.openxmlformats.org/presentationml/2006/ole">
            <mc:AlternateContent xmlns:mc="http://schemas.openxmlformats.org/markup-compatibility/2006">
              <mc:Choice xmlns:v="urn:schemas-microsoft-com:vml" Requires="v">
                <p:oleObj name="Equation" r:id="rId11" imgW="1117440" imgH="203040" progId="Equation.DSMT4">
                  <p:embed/>
                </p:oleObj>
              </mc:Choice>
              <mc:Fallback>
                <p:oleObj name="Equation" r:id="rId11" imgW="1117440" imgH="203040" progId="Equation.DSMT4">
                  <p:embed/>
                  <p:pic>
                    <p:nvPicPr>
                      <p:cNvPr id="0" name=""/>
                      <p:cNvPicPr/>
                      <p:nvPr/>
                    </p:nvPicPr>
                    <p:blipFill>
                      <a:blip r:embed="rId12"/>
                      <a:stretch>
                        <a:fillRect/>
                      </a:stretch>
                    </p:blipFill>
                    <p:spPr>
                      <a:xfrm>
                        <a:off x="8796338" y="4127500"/>
                        <a:ext cx="1350962" cy="244475"/>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406C2D4A-F32A-9EFD-0B7F-E29CF56EC6E3}"/>
              </a:ext>
            </a:extLst>
          </p:cNvPr>
          <p:cNvGraphicFramePr>
            <a:graphicFrameLocks noChangeAspect="1"/>
          </p:cNvGraphicFramePr>
          <p:nvPr>
            <p:extLst>
              <p:ext uri="{D42A27DB-BD31-4B8C-83A1-F6EECF244321}">
                <p14:modId xmlns:p14="http://schemas.microsoft.com/office/powerpoint/2010/main" val="2299443551"/>
              </p:ext>
            </p:extLst>
          </p:nvPr>
        </p:nvGraphicFramePr>
        <p:xfrm>
          <a:off x="5616842" y="4992763"/>
          <a:ext cx="2276475" cy="355600"/>
        </p:xfrm>
        <a:graphic>
          <a:graphicData uri="http://schemas.openxmlformats.org/presentationml/2006/ole">
            <mc:AlternateContent xmlns:mc="http://schemas.openxmlformats.org/markup-compatibility/2006">
              <mc:Choice xmlns:v="urn:schemas-microsoft-com:vml" Requires="v">
                <p:oleObj name="Equation" r:id="rId13" imgW="1460160" imgH="228600" progId="Equation.DSMT4">
                  <p:embed/>
                </p:oleObj>
              </mc:Choice>
              <mc:Fallback>
                <p:oleObj name="Equation" r:id="rId13" imgW="1460160" imgH="228600" progId="Equation.DSMT4">
                  <p:embed/>
                  <p:pic>
                    <p:nvPicPr>
                      <p:cNvPr id="6" name="对象 5">
                        <a:extLst>
                          <a:ext uri="{FF2B5EF4-FFF2-40B4-BE49-F238E27FC236}">
                            <a16:creationId xmlns:a16="http://schemas.microsoft.com/office/drawing/2014/main" id="{D5EDC9E9-4B4C-AFF4-8983-22373900A7E6}"/>
                          </a:ext>
                        </a:extLst>
                      </p:cNvPr>
                      <p:cNvPicPr/>
                      <p:nvPr/>
                    </p:nvPicPr>
                    <p:blipFill>
                      <a:blip r:embed="rId14"/>
                      <a:stretch>
                        <a:fillRect/>
                      </a:stretch>
                    </p:blipFill>
                    <p:spPr>
                      <a:xfrm>
                        <a:off x="5616842" y="4992763"/>
                        <a:ext cx="2276475" cy="355600"/>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6B2EF23E-ED02-78C5-34AF-316841235211}"/>
              </a:ext>
            </a:extLst>
          </p:cNvPr>
          <p:cNvGraphicFramePr>
            <a:graphicFrameLocks noChangeAspect="1"/>
          </p:cNvGraphicFramePr>
          <p:nvPr>
            <p:extLst>
              <p:ext uri="{D42A27DB-BD31-4B8C-83A1-F6EECF244321}">
                <p14:modId xmlns:p14="http://schemas.microsoft.com/office/powerpoint/2010/main" val="1519925931"/>
              </p:ext>
            </p:extLst>
          </p:nvPr>
        </p:nvGraphicFramePr>
        <p:xfrm>
          <a:off x="3986213" y="5462588"/>
          <a:ext cx="2354262" cy="355600"/>
        </p:xfrm>
        <a:graphic>
          <a:graphicData uri="http://schemas.openxmlformats.org/presentationml/2006/ole">
            <mc:AlternateContent xmlns:mc="http://schemas.openxmlformats.org/markup-compatibility/2006">
              <mc:Choice xmlns:v="urn:schemas-microsoft-com:vml" Requires="v">
                <p:oleObj name="Equation" r:id="rId15" imgW="1511280" imgH="228600" progId="Equation.DSMT4">
                  <p:embed/>
                </p:oleObj>
              </mc:Choice>
              <mc:Fallback>
                <p:oleObj name="Equation" r:id="rId15" imgW="1511280" imgH="228600" progId="Equation.DSMT4">
                  <p:embed/>
                  <p:pic>
                    <p:nvPicPr>
                      <p:cNvPr id="12" name="对象 11">
                        <a:extLst>
                          <a:ext uri="{FF2B5EF4-FFF2-40B4-BE49-F238E27FC236}">
                            <a16:creationId xmlns:a16="http://schemas.microsoft.com/office/drawing/2014/main" id="{406C2D4A-F32A-9EFD-0B7F-E29CF56EC6E3}"/>
                          </a:ext>
                        </a:extLst>
                      </p:cNvPr>
                      <p:cNvPicPr/>
                      <p:nvPr/>
                    </p:nvPicPr>
                    <p:blipFill>
                      <a:blip r:embed="rId16"/>
                      <a:stretch>
                        <a:fillRect/>
                      </a:stretch>
                    </p:blipFill>
                    <p:spPr>
                      <a:xfrm>
                        <a:off x="3986213" y="5462588"/>
                        <a:ext cx="2354262" cy="355600"/>
                      </a:xfrm>
                      <a:prstGeom prst="rect">
                        <a:avLst/>
                      </a:prstGeom>
                    </p:spPr>
                  </p:pic>
                </p:oleObj>
              </mc:Fallback>
            </mc:AlternateContent>
          </a:graphicData>
        </a:graphic>
      </p:graphicFrame>
    </p:spTree>
    <p:extLst>
      <p:ext uri="{BB962C8B-B14F-4D97-AF65-F5344CB8AC3E}">
        <p14:creationId xmlns:p14="http://schemas.microsoft.com/office/powerpoint/2010/main" val="1076101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3F8EB8A-FE42-042E-C765-CA2D7F0FB2F9}"/>
              </a:ext>
            </a:extLst>
          </p:cNvPr>
          <p:cNvPicPr>
            <a:picLocks noChangeAspect="1"/>
          </p:cNvPicPr>
          <p:nvPr/>
        </p:nvPicPr>
        <p:blipFill>
          <a:blip r:embed="rId2"/>
          <a:srcRect t="37853"/>
          <a:stretch/>
        </p:blipFill>
        <p:spPr>
          <a:xfrm>
            <a:off x="110089" y="195309"/>
            <a:ext cx="11388169" cy="3397188"/>
          </a:xfrm>
          <a:prstGeom prst="rect">
            <a:avLst/>
          </a:prstGeom>
        </p:spPr>
      </p:pic>
      <p:pic>
        <p:nvPicPr>
          <p:cNvPr id="3" name="图片 2">
            <a:extLst>
              <a:ext uri="{FF2B5EF4-FFF2-40B4-BE49-F238E27FC236}">
                <a16:creationId xmlns:a16="http://schemas.microsoft.com/office/drawing/2014/main" id="{DE9F6B0B-ED4E-B907-C06E-031B5E2635C0}"/>
              </a:ext>
            </a:extLst>
          </p:cNvPr>
          <p:cNvPicPr>
            <a:picLocks noChangeAspect="1"/>
          </p:cNvPicPr>
          <p:nvPr/>
        </p:nvPicPr>
        <p:blipFill>
          <a:blip r:embed="rId2"/>
          <a:srcRect l="38011" t="11543" r="26987" b="73516"/>
          <a:stretch/>
        </p:blipFill>
        <p:spPr>
          <a:xfrm>
            <a:off x="7332956" y="1393794"/>
            <a:ext cx="3986073" cy="816746"/>
          </a:xfrm>
          <a:prstGeom prst="rect">
            <a:avLst/>
          </a:prstGeom>
        </p:spPr>
      </p:pic>
      <p:graphicFrame>
        <p:nvGraphicFramePr>
          <p:cNvPr id="4" name="对象 3">
            <a:extLst>
              <a:ext uri="{FF2B5EF4-FFF2-40B4-BE49-F238E27FC236}">
                <a16:creationId xmlns:a16="http://schemas.microsoft.com/office/drawing/2014/main" id="{00BBA1E5-142D-FA7A-5C3A-3603D6304331}"/>
              </a:ext>
            </a:extLst>
          </p:cNvPr>
          <p:cNvGraphicFramePr>
            <a:graphicFrameLocks noChangeAspect="1"/>
          </p:cNvGraphicFramePr>
          <p:nvPr>
            <p:extLst>
              <p:ext uri="{D42A27DB-BD31-4B8C-83A1-F6EECF244321}">
                <p14:modId xmlns:p14="http://schemas.microsoft.com/office/powerpoint/2010/main" val="3319763930"/>
              </p:ext>
            </p:extLst>
          </p:nvPr>
        </p:nvGraphicFramePr>
        <p:xfrm>
          <a:off x="1703388" y="3832225"/>
          <a:ext cx="2384425" cy="341313"/>
        </p:xfrm>
        <a:graphic>
          <a:graphicData uri="http://schemas.openxmlformats.org/presentationml/2006/ole">
            <mc:AlternateContent xmlns:mc="http://schemas.openxmlformats.org/markup-compatibility/2006">
              <mc:Choice xmlns:v="urn:schemas-microsoft-com:vml" Requires="v">
                <p:oleObj name="Equation" r:id="rId3" imgW="1422360" imgH="203040" progId="Equation.DSMT4">
                  <p:embed/>
                </p:oleObj>
              </mc:Choice>
              <mc:Fallback>
                <p:oleObj name="Equation" r:id="rId3" imgW="1422360" imgH="203040" progId="Equation.DSMT4">
                  <p:embed/>
                  <p:pic>
                    <p:nvPicPr>
                      <p:cNvPr id="0" name=""/>
                      <p:cNvPicPr/>
                      <p:nvPr/>
                    </p:nvPicPr>
                    <p:blipFill>
                      <a:blip r:embed="rId4"/>
                      <a:stretch>
                        <a:fillRect/>
                      </a:stretch>
                    </p:blipFill>
                    <p:spPr>
                      <a:xfrm>
                        <a:off x="1703388" y="3832225"/>
                        <a:ext cx="2384425" cy="341313"/>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AD2CA204-BFB1-FE4B-F9EC-ABF0D1019C24}"/>
              </a:ext>
            </a:extLst>
          </p:cNvPr>
          <p:cNvGraphicFramePr>
            <a:graphicFrameLocks noChangeAspect="1"/>
          </p:cNvGraphicFramePr>
          <p:nvPr>
            <p:extLst>
              <p:ext uri="{D42A27DB-BD31-4B8C-83A1-F6EECF244321}">
                <p14:modId xmlns:p14="http://schemas.microsoft.com/office/powerpoint/2010/main" val="2560357519"/>
              </p:ext>
            </p:extLst>
          </p:nvPr>
        </p:nvGraphicFramePr>
        <p:xfrm>
          <a:off x="4065973" y="3827097"/>
          <a:ext cx="2724150" cy="339725"/>
        </p:xfrm>
        <a:graphic>
          <a:graphicData uri="http://schemas.openxmlformats.org/presentationml/2006/ole">
            <mc:AlternateContent xmlns:mc="http://schemas.openxmlformats.org/markup-compatibility/2006">
              <mc:Choice xmlns:v="urn:schemas-microsoft-com:vml" Requires="v">
                <p:oleObj name="Equation" r:id="rId5" imgW="1625400" imgH="203040" progId="Equation.DSMT4">
                  <p:embed/>
                </p:oleObj>
              </mc:Choice>
              <mc:Fallback>
                <p:oleObj name="Equation" r:id="rId5" imgW="1625400" imgH="203040" progId="Equation.DSMT4">
                  <p:embed/>
                  <p:pic>
                    <p:nvPicPr>
                      <p:cNvPr id="4" name="对象 3">
                        <a:extLst>
                          <a:ext uri="{FF2B5EF4-FFF2-40B4-BE49-F238E27FC236}">
                            <a16:creationId xmlns:a16="http://schemas.microsoft.com/office/drawing/2014/main" id="{00BBA1E5-142D-FA7A-5C3A-3603D6304331}"/>
                          </a:ext>
                        </a:extLst>
                      </p:cNvPr>
                      <p:cNvPicPr/>
                      <p:nvPr/>
                    </p:nvPicPr>
                    <p:blipFill>
                      <a:blip r:embed="rId6"/>
                      <a:stretch>
                        <a:fillRect/>
                      </a:stretch>
                    </p:blipFill>
                    <p:spPr>
                      <a:xfrm>
                        <a:off x="4065973" y="3827097"/>
                        <a:ext cx="2724150" cy="33972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A2AED8EA-9A4B-E8D9-04AB-7E9E6F3EDCB7}"/>
              </a:ext>
            </a:extLst>
          </p:cNvPr>
          <p:cNvGraphicFramePr>
            <a:graphicFrameLocks noChangeAspect="1"/>
          </p:cNvGraphicFramePr>
          <p:nvPr>
            <p:extLst>
              <p:ext uri="{D42A27DB-BD31-4B8C-83A1-F6EECF244321}">
                <p14:modId xmlns:p14="http://schemas.microsoft.com/office/powerpoint/2010/main" val="2508210117"/>
              </p:ext>
            </p:extLst>
          </p:nvPr>
        </p:nvGraphicFramePr>
        <p:xfrm>
          <a:off x="1724118" y="4177926"/>
          <a:ext cx="4983163" cy="384175"/>
        </p:xfrm>
        <a:graphic>
          <a:graphicData uri="http://schemas.openxmlformats.org/presentationml/2006/ole">
            <mc:AlternateContent xmlns:mc="http://schemas.openxmlformats.org/markup-compatibility/2006">
              <mc:Choice xmlns:v="urn:schemas-microsoft-com:vml" Requires="v">
                <p:oleObj name="Equation" r:id="rId7" imgW="2971800" imgH="228600" progId="Equation.DSMT4">
                  <p:embed/>
                </p:oleObj>
              </mc:Choice>
              <mc:Fallback>
                <p:oleObj name="Equation" r:id="rId7" imgW="2971800" imgH="228600" progId="Equation.DSMT4">
                  <p:embed/>
                  <p:pic>
                    <p:nvPicPr>
                      <p:cNvPr id="4" name="对象 3">
                        <a:extLst>
                          <a:ext uri="{FF2B5EF4-FFF2-40B4-BE49-F238E27FC236}">
                            <a16:creationId xmlns:a16="http://schemas.microsoft.com/office/drawing/2014/main" id="{00BBA1E5-142D-FA7A-5C3A-3603D6304331}"/>
                          </a:ext>
                        </a:extLst>
                      </p:cNvPr>
                      <p:cNvPicPr/>
                      <p:nvPr/>
                    </p:nvPicPr>
                    <p:blipFill>
                      <a:blip r:embed="rId8"/>
                      <a:stretch>
                        <a:fillRect/>
                      </a:stretch>
                    </p:blipFill>
                    <p:spPr>
                      <a:xfrm>
                        <a:off x="1724118" y="4177926"/>
                        <a:ext cx="4983163" cy="384175"/>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E76E305A-6923-84C7-CEB3-E7CC1C4D3F05}"/>
              </a:ext>
            </a:extLst>
          </p:cNvPr>
          <p:cNvGraphicFramePr>
            <a:graphicFrameLocks noChangeAspect="1"/>
          </p:cNvGraphicFramePr>
          <p:nvPr>
            <p:extLst>
              <p:ext uri="{D42A27DB-BD31-4B8C-83A1-F6EECF244321}">
                <p14:modId xmlns:p14="http://schemas.microsoft.com/office/powerpoint/2010/main" val="206867531"/>
              </p:ext>
            </p:extLst>
          </p:nvPr>
        </p:nvGraphicFramePr>
        <p:xfrm>
          <a:off x="660269" y="3522472"/>
          <a:ext cx="3263900" cy="374650"/>
        </p:xfrm>
        <a:graphic>
          <a:graphicData uri="http://schemas.openxmlformats.org/presentationml/2006/ole">
            <mc:AlternateContent xmlns:mc="http://schemas.openxmlformats.org/markup-compatibility/2006">
              <mc:Choice xmlns:v="urn:schemas-microsoft-com:vml" Requires="v">
                <p:oleObj name="Equation" r:id="rId9" imgW="2095200" imgH="241200" progId="Equation.DSMT4">
                  <p:embed/>
                </p:oleObj>
              </mc:Choice>
              <mc:Fallback>
                <p:oleObj name="Equation" r:id="rId9" imgW="2095200" imgH="241200" progId="Equation.DSMT4">
                  <p:embed/>
                  <p:pic>
                    <p:nvPicPr>
                      <p:cNvPr id="13" name="对象 12">
                        <a:extLst>
                          <a:ext uri="{FF2B5EF4-FFF2-40B4-BE49-F238E27FC236}">
                            <a16:creationId xmlns:a16="http://schemas.microsoft.com/office/drawing/2014/main" id="{6B2EF23E-ED02-78C5-34AF-316841235211}"/>
                          </a:ext>
                        </a:extLst>
                      </p:cNvPr>
                      <p:cNvPicPr/>
                      <p:nvPr/>
                    </p:nvPicPr>
                    <p:blipFill>
                      <a:blip r:embed="rId10"/>
                      <a:stretch>
                        <a:fillRect/>
                      </a:stretch>
                    </p:blipFill>
                    <p:spPr>
                      <a:xfrm>
                        <a:off x="660269" y="3522472"/>
                        <a:ext cx="3263900" cy="37465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C2A5A89B-955C-806B-91B3-B5E22D3C2CF1}"/>
              </a:ext>
            </a:extLst>
          </p:cNvPr>
          <p:cNvGraphicFramePr>
            <a:graphicFrameLocks noChangeAspect="1"/>
          </p:cNvGraphicFramePr>
          <p:nvPr>
            <p:extLst>
              <p:ext uri="{D42A27DB-BD31-4B8C-83A1-F6EECF244321}">
                <p14:modId xmlns:p14="http://schemas.microsoft.com/office/powerpoint/2010/main" val="1810469097"/>
              </p:ext>
            </p:extLst>
          </p:nvPr>
        </p:nvGraphicFramePr>
        <p:xfrm>
          <a:off x="2199437" y="4562101"/>
          <a:ext cx="3556000" cy="384175"/>
        </p:xfrm>
        <a:graphic>
          <a:graphicData uri="http://schemas.openxmlformats.org/presentationml/2006/ole">
            <mc:AlternateContent xmlns:mc="http://schemas.openxmlformats.org/markup-compatibility/2006">
              <mc:Choice xmlns:v="urn:schemas-microsoft-com:vml" Requires="v">
                <p:oleObj name="Equation" r:id="rId11" imgW="2120760" imgH="228600" progId="Equation.DSMT4">
                  <p:embed/>
                </p:oleObj>
              </mc:Choice>
              <mc:Fallback>
                <p:oleObj name="Equation" r:id="rId11" imgW="2120760" imgH="228600" progId="Equation.DSMT4">
                  <p:embed/>
                  <p:pic>
                    <p:nvPicPr>
                      <p:cNvPr id="6" name="对象 5">
                        <a:extLst>
                          <a:ext uri="{FF2B5EF4-FFF2-40B4-BE49-F238E27FC236}">
                            <a16:creationId xmlns:a16="http://schemas.microsoft.com/office/drawing/2014/main" id="{A2AED8EA-9A4B-E8D9-04AB-7E9E6F3EDCB7}"/>
                          </a:ext>
                        </a:extLst>
                      </p:cNvPr>
                      <p:cNvPicPr/>
                      <p:nvPr/>
                    </p:nvPicPr>
                    <p:blipFill>
                      <a:blip r:embed="rId12"/>
                      <a:stretch>
                        <a:fillRect/>
                      </a:stretch>
                    </p:blipFill>
                    <p:spPr>
                      <a:xfrm>
                        <a:off x="2199437" y="4562101"/>
                        <a:ext cx="3556000" cy="38417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389B6DCA-24CE-6223-A06D-1B3D7A2BE254}"/>
              </a:ext>
            </a:extLst>
          </p:cNvPr>
          <p:cNvGraphicFramePr>
            <a:graphicFrameLocks noChangeAspect="1"/>
          </p:cNvGraphicFramePr>
          <p:nvPr>
            <p:extLst>
              <p:ext uri="{D42A27DB-BD31-4B8C-83A1-F6EECF244321}">
                <p14:modId xmlns:p14="http://schemas.microsoft.com/office/powerpoint/2010/main" val="670360717"/>
              </p:ext>
            </p:extLst>
          </p:nvPr>
        </p:nvGraphicFramePr>
        <p:xfrm>
          <a:off x="865188" y="4946650"/>
          <a:ext cx="5676900" cy="555625"/>
        </p:xfrm>
        <a:graphic>
          <a:graphicData uri="http://schemas.openxmlformats.org/presentationml/2006/ole">
            <mc:AlternateContent xmlns:mc="http://schemas.openxmlformats.org/markup-compatibility/2006">
              <mc:Choice xmlns:v="urn:schemas-microsoft-com:vml" Requires="v">
                <p:oleObj name="Equation" r:id="rId13" imgW="3390840" imgH="330120" progId="Equation.DSMT4">
                  <p:embed/>
                </p:oleObj>
              </mc:Choice>
              <mc:Fallback>
                <p:oleObj name="Equation" r:id="rId13" imgW="3390840" imgH="330120" progId="Equation.DSMT4">
                  <p:embed/>
                  <p:pic>
                    <p:nvPicPr>
                      <p:cNvPr id="8" name="对象 7">
                        <a:extLst>
                          <a:ext uri="{FF2B5EF4-FFF2-40B4-BE49-F238E27FC236}">
                            <a16:creationId xmlns:a16="http://schemas.microsoft.com/office/drawing/2014/main" id="{C2A5A89B-955C-806B-91B3-B5E22D3C2CF1}"/>
                          </a:ext>
                        </a:extLst>
                      </p:cNvPr>
                      <p:cNvPicPr/>
                      <p:nvPr/>
                    </p:nvPicPr>
                    <p:blipFill>
                      <a:blip r:embed="rId14"/>
                      <a:stretch>
                        <a:fillRect/>
                      </a:stretch>
                    </p:blipFill>
                    <p:spPr>
                      <a:xfrm>
                        <a:off x="865188" y="4946650"/>
                        <a:ext cx="5676900" cy="55562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834510A1-F342-2C0B-C3B3-DC4F4924DFCA}"/>
              </a:ext>
            </a:extLst>
          </p:cNvPr>
          <p:cNvGraphicFramePr>
            <a:graphicFrameLocks noChangeAspect="1"/>
          </p:cNvGraphicFramePr>
          <p:nvPr>
            <p:extLst>
              <p:ext uri="{D42A27DB-BD31-4B8C-83A1-F6EECF244321}">
                <p14:modId xmlns:p14="http://schemas.microsoft.com/office/powerpoint/2010/main" val="3985451801"/>
              </p:ext>
            </p:extLst>
          </p:nvPr>
        </p:nvGraphicFramePr>
        <p:xfrm>
          <a:off x="865188" y="5548979"/>
          <a:ext cx="4152900" cy="384175"/>
        </p:xfrm>
        <a:graphic>
          <a:graphicData uri="http://schemas.openxmlformats.org/presentationml/2006/ole">
            <mc:AlternateContent xmlns:mc="http://schemas.openxmlformats.org/markup-compatibility/2006">
              <mc:Choice xmlns:v="urn:schemas-microsoft-com:vml" Requires="v">
                <p:oleObj name="Equation" r:id="rId15" imgW="2476440" imgH="228600" progId="Equation.DSMT4">
                  <p:embed/>
                </p:oleObj>
              </mc:Choice>
              <mc:Fallback>
                <p:oleObj name="Equation" r:id="rId15" imgW="2476440" imgH="228600" progId="Equation.DSMT4">
                  <p:embed/>
                  <p:pic>
                    <p:nvPicPr>
                      <p:cNvPr id="6" name="对象 5">
                        <a:extLst>
                          <a:ext uri="{FF2B5EF4-FFF2-40B4-BE49-F238E27FC236}">
                            <a16:creationId xmlns:a16="http://schemas.microsoft.com/office/drawing/2014/main" id="{A2AED8EA-9A4B-E8D9-04AB-7E9E6F3EDCB7}"/>
                          </a:ext>
                        </a:extLst>
                      </p:cNvPr>
                      <p:cNvPicPr/>
                      <p:nvPr/>
                    </p:nvPicPr>
                    <p:blipFill>
                      <a:blip r:embed="rId16"/>
                      <a:stretch>
                        <a:fillRect/>
                      </a:stretch>
                    </p:blipFill>
                    <p:spPr>
                      <a:xfrm>
                        <a:off x="865188" y="5548979"/>
                        <a:ext cx="4152900" cy="38417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6790D7A7-B27C-2EFF-9487-E1C9AF251B8A}"/>
              </a:ext>
            </a:extLst>
          </p:cNvPr>
          <p:cNvGraphicFramePr>
            <a:graphicFrameLocks noChangeAspect="1"/>
          </p:cNvGraphicFramePr>
          <p:nvPr>
            <p:extLst>
              <p:ext uri="{D42A27DB-BD31-4B8C-83A1-F6EECF244321}">
                <p14:modId xmlns:p14="http://schemas.microsoft.com/office/powerpoint/2010/main" val="3077722403"/>
              </p:ext>
            </p:extLst>
          </p:nvPr>
        </p:nvGraphicFramePr>
        <p:xfrm>
          <a:off x="4964113" y="5545138"/>
          <a:ext cx="4024312" cy="384175"/>
        </p:xfrm>
        <a:graphic>
          <a:graphicData uri="http://schemas.openxmlformats.org/presentationml/2006/ole">
            <mc:AlternateContent xmlns:mc="http://schemas.openxmlformats.org/markup-compatibility/2006">
              <mc:Choice xmlns:v="urn:schemas-microsoft-com:vml" Requires="v">
                <p:oleObj name="Equation" r:id="rId17" imgW="2400120" imgH="228600" progId="Equation.DSMT4">
                  <p:embed/>
                </p:oleObj>
              </mc:Choice>
              <mc:Fallback>
                <p:oleObj name="Equation" r:id="rId17" imgW="2400120" imgH="228600" progId="Equation.DSMT4">
                  <p:embed/>
                  <p:pic>
                    <p:nvPicPr>
                      <p:cNvPr id="10" name="对象 9">
                        <a:extLst>
                          <a:ext uri="{FF2B5EF4-FFF2-40B4-BE49-F238E27FC236}">
                            <a16:creationId xmlns:a16="http://schemas.microsoft.com/office/drawing/2014/main" id="{834510A1-F342-2C0B-C3B3-DC4F4924DFCA}"/>
                          </a:ext>
                        </a:extLst>
                      </p:cNvPr>
                      <p:cNvPicPr/>
                      <p:nvPr/>
                    </p:nvPicPr>
                    <p:blipFill>
                      <a:blip r:embed="rId18"/>
                      <a:stretch>
                        <a:fillRect/>
                      </a:stretch>
                    </p:blipFill>
                    <p:spPr>
                      <a:xfrm>
                        <a:off x="4964113" y="5545138"/>
                        <a:ext cx="4024312" cy="384175"/>
                      </a:xfrm>
                      <a:prstGeom prst="rect">
                        <a:avLst/>
                      </a:prstGeom>
                    </p:spPr>
                  </p:pic>
                </p:oleObj>
              </mc:Fallback>
            </mc:AlternateContent>
          </a:graphicData>
        </a:graphic>
      </p:graphicFrame>
    </p:spTree>
    <p:extLst>
      <p:ext uri="{BB962C8B-B14F-4D97-AF65-F5344CB8AC3E}">
        <p14:creationId xmlns:p14="http://schemas.microsoft.com/office/powerpoint/2010/main" val="2134541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A78AB43-4AD4-F715-A84B-C8E30B51259A}"/>
              </a:ext>
            </a:extLst>
          </p:cNvPr>
          <p:cNvPicPr>
            <a:picLocks noChangeAspect="1"/>
          </p:cNvPicPr>
          <p:nvPr/>
        </p:nvPicPr>
        <p:blipFill>
          <a:blip r:embed="rId2"/>
          <a:stretch>
            <a:fillRect/>
          </a:stretch>
        </p:blipFill>
        <p:spPr>
          <a:xfrm>
            <a:off x="0" y="557431"/>
            <a:ext cx="11895438" cy="3925228"/>
          </a:xfrm>
          <a:prstGeom prst="rect">
            <a:avLst/>
          </a:prstGeom>
        </p:spPr>
      </p:pic>
      <p:graphicFrame>
        <p:nvGraphicFramePr>
          <p:cNvPr id="3" name="对象 2">
            <a:extLst>
              <a:ext uri="{FF2B5EF4-FFF2-40B4-BE49-F238E27FC236}">
                <a16:creationId xmlns:a16="http://schemas.microsoft.com/office/drawing/2014/main" id="{E50E2E4F-6F34-60E5-5BFD-5F17FEDD0738}"/>
              </a:ext>
            </a:extLst>
          </p:cNvPr>
          <p:cNvGraphicFramePr>
            <a:graphicFrameLocks noChangeAspect="1"/>
          </p:cNvGraphicFramePr>
          <p:nvPr>
            <p:extLst>
              <p:ext uri="{D42A27DB-BD31-4B8C-83A1-F6EECF244321}">
                <p14:modId xmlns:p14="http://schemas.microsoft.com/office/powerpoint/2010/main" val="1643829259"/>
              </p:ext>
            </p:extLst>
          </p:nvPr>
        </p:nvGraphicFramePr>
        <p:xfrm>
          <a:off x="6546850" y="3362325"/>
          <a:ext cx="114300" cy="177800"/>
        </p:xfrm>
        <a:graphic>
          <a:graphicData uri="http://schemas.openxmlformats.org/presentationml/2006/ole">
            <mc:AlternateContent xmlns:mc="http://schemas.openxmlformats.org/markup-compatibility/2006">
              <mc:Choice xmlns:v="urn:schemas-microsoft-com:vml" Requires="v">
                <p:oleObj name="Equation" r:id="rId3" imgW="114120" imgH="177480" progId="Equation.DSMT4">
                  <p:embed/>
                </p:oleObj>
              </mc:Choice>
              <mc:Fallback>
                <p:oleObj name="Equation" r:id="rId3" imgW="114120" imgH="177480" progId="Equation.DSMT4">
                  <p:embed/>
                  <p:pic>
                    <p:nvPicPr>
                      <p:cNvPr id="0" name=""/>
                      <p:cNvPicPr/>
                      <p:nvPr/>
                    </p:nvPicPr>
                    <p:blipFill>
                      <a:blip r:embed="rId4"/>
                      <a:stretch>
                        <a:fillRect/>
                      </a:stretch>
                    </p:blipFill>
                    <p:spPr>
                      <a:xfrm>
                        <a:off x="6546850" y="3362325"/>
                        <a:ext cx="114300" cy="17780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F7872846-6B5B-8BCB-9EBC-F2F093F843A0}"/>
              </a:ext>
            </a:extLst>
          </p:cNvPr>
          <p:cNvGraphicFramePr>
            <a:graphicFrameLocks noChangeAspect="1"/>
          </p:cNvGraphicFramePr>
          <p:nvPr>
            <p:extLst>
              <p:ext uri="{D42A27DB-BD31-4B8C-83A1-F6EECF244321}">
                <p14:modId xmlns:p14="http://schemas.microsoft.com/office/powerpoint/2010/main" val="2450746531"/>
              </p:ext>
            </p:extLst>
          </p:nvPr>
        </p:nvGraphicFramePr>
        <p:xfrm>
          <a:off x="1806145" y="4482659"/>
          <a:ext cx="3044825" cy="514350"/>
        </p:xfrm>
        <a:graphic>
          <a:graphicData uri="http://schemas.openxmlformats.org/presentationml/2006/ole">
            <mc:AlternateContent xmlns:mc="http://schemas.openxmlformats.org/markup-compatibility/2006">
              <mc:Choice xmlns:v="urn:schemas-microsoft-com:vml" Requires="v">
                <p:oleObj name="Equation" r:id="rId5" imgW="1955520" imgH="330120" progId="Equation.DSMT4">
                  <p:embed/>
                </p:oleObj>
              </mc:Choice>
              <mc:Fallback>
                <p:oleObj name="Equation" r:id="rId5" imgW="1955520" imgH="330120" progId="Equation.DSMT4">
                  <p:embed/>
                  <p:pic>
                    <p:nvPicPr>
                      <p:cNvPr id="3" name="对象 2">
                        <a:extLst>
                          <a:ext uri="{FF2B5EF4-FFF2-40B4-BE49-F238E27FC236}">
                            <a16:creationId xmlns:a16="http://schemas.microsoft.com/office/drawing/2014/main" id="{8BE146AC-390A-FD35-28D6-D47F36019B5F}"/>
                          </a:ext>
                        </a:extLst>
                      </p:cNvPr>
                      <p:cNvPicPr/>
                      <p:nvPr/>
                    </p:nvPicPr>
                    <p:blipFill>
                      <a:blip r:embed="rId6"/>
                      <a:stretch>
                        <a:fillRect/>
                      </a:stretch>
                    </p:blipFill>
                    <p:spPr>
                      <a:xfrm>
                        <a:off x="1806145" y="4482659"/>
                        <a:ext cx="3044825" cy="51435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388AE904-DF57-0236-1AC5-70DBF907945A}"/>
              </a:ext>
            </a:extLst>
          </p:cNvPr>
          <p:cNvGraphicFramePr>
            <a:graphicFrameLocks noChangeAspect="1"/>
          </p:cNvGraphicFramePr>
          <p:nvPr>
            <p:extLst>
              <p:ext uri="{D42A27DB-BD31-4B8C-83A1-F6EECF244321}">
                <p14:modId xmlns:p14="http://schemas.microsoft.com/office/powerpoint/2010/main" val="2781071941"/>
              </p:ext>
            </p:extLst>
          </p:nvPr>
        </p:nvGraphicFramePr>
        <p:xfrm>
          <a:off x="1806145" y="4863844"/>
          <a:ext cx="8362951" cy="514350"/>
        </p:xfrm>
        <a:graphic>
          <a:graphicData uri="http://schemas.openxmlformats.org/presentationml/2006/ole">
            <mc:AlternateContent xmlns:mc="http://schemas.openxmlformats.org/markup-compatibility/2006">
              <mc:Choice xmlns:v="urn:schemas-microsoft-com:vml" Requires="v">
                <p:oleObj name="Equation" r:id="rId7" imgW="5371920" imgH="330120" progId="Equation.DSMT4">
                  <p:embed/>
                </p:oleObj>
              </mc:Choice>
              <mc:Fallback>
                <p:oleObj name="Equation" r:id="rId7" imgW="5371920" imgH="330120" progId="Equation.DSMT4">
                  <p:embed/>
                  <p:pic>
                    <p:nvPicPr>
                      <p:cNvPr id="4" name="对象 3">
                        <a:extLst>
                          <a:ext uri="{FF2B5EF4-FFF2-40B4-BE49-F238E27FC236}">
                            <a16:creationId xmlns:a16="http://schemas.microsoft.com/office/drawing/2014/main" id="{F7872846-6B5B-8BCB-9EBC-F2F093F843A0}"/>
                          </a:ext>
                        </a:extLst>
                      </p:cNvPr>
                      <p:cNvPicPr/>
                      <p:nvPr/>
                    </p:nvPicPr>
                    <p:blipFill>
                      <a:blip r:embed="rId8"/>
                      <a:stretch>
                        <a:fillRect/>
                      </a:stretch>
                    </p:blipFill>
                    <p:spPr>
                      <a:xfrm>
                        <a:off x="1806145" y="4863844"/>
                        <a:ext cx="8362951" cy="51435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D2C3AC87-3893-842D-0F49-74A208D1C995}"/>
              </a:ext>
            </a:extLst>
          </p:cNvPr>
          <p:cNvGraphicFramePr>
            <a:graphicFrameLocks noChangeAspect="1"/>
          </p:cNvGraphicFramePr>
          <p:nvPr>
            <p:extLst>
              <p:ext uri="{D42A27DB-BD31-4B8C-83A1-F6EECF244321}">
                <p14:modId xmlns:p14="http://schemas.microsoft.com/office/powerpoint/2010/main" val="2254879700"/>
              </p:ext>
            </p:extLst>
          </p:nvPr>
        </p:nvGraphicFramePr>
        <p:xfrm>
          <a:off x="3515481" y="5378194"/>
          <a:ext cx="6977062" cy="514350"/>
        </p:xfrm>
        <a:graphic>
          <a:graphicData uri="http://schemas.openxmlformats.org/presentationml/2006/ole">
            <mc:AlternateContent xmlns:mc="http://schemas.openxmlformats.org/markup-compatibility/2006">
              <mc:Choice xmlns:v="urn:schemas-microsoft-com:vml" Requires="v">
                <p:oleObj name="Equation" r:id="rId9" imgW="4483080" imgH="330120" progId="Equation.DSMT4">
                  <p:embed/>
                </p:oleObj>
              </mc:Choice>
              <mc:Fallback>
                <p:oleObj name="Equation" r:id="rId9" imgW="4483080" imgH="330120" progId="Equation.DSMT4">
                  <p:embed/>
                  <p:pic>
                    <p:nvPicPr>
                      <p:cNvPr id="5" name="对象 4">
                        <a:extLst>
                          <a:ext uri="{FF2B5EF4-FFF2-40B4-BE49-F238E27FC236}">
                            <a16:creationId xmlns:a16="http://schemas.microsoft.com/office/drawing/2014/main" id="{388AE904-DF57-0236-1AC5-70DBF907945A}"/>
                          </a:ext>
                        </a:extLst>
                      </p:cNvPr>
                      <p:cNvPicPr/>
                      <p:nvPr/>
                    </p:nvPicPr>
                    <p:blipFill>
                      <a:blip r:embed="rId10"/>
                      <a:stretch>
                        <a:fillRect/>
                      </a:stretch>
                    </p:blipFill>
                    <p:spPr>
                      <a:xfrm>
                        <a:off x="3515481" y="5378194"/>
                        <a:ext cx="6977062" cy="51435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DBF50FDE-1A7B-EC7F-DE97-4DD8904CB796}"/>
              </a:ext>
            </a:extLst>
          </p:cNvPr>
          <p:cNvGraphicFramePr>
            <a:graphicFrameLocks noChangeAspect="1"/>
          </p:cNvGraphicFramePr>
          <p:nvPr>
            <p:extLst>
              <p:ext uri="{D42A27DB-BD31-4B8C-83A1-F6EECF244321}">
                <p14:modId xmlns:p14="http://schemas.microsoft.com/office/powerpoint/2010/main" val="1835764273"/>
              </p:ext>
            </p:extLst>
          </p:nvPr>
        </p:nvGraphicFramePr>
        <p:xfrm>
          <a:off x="3753651" y="5903694"/>
          <a:ext cx="1482725" cy="396875"/>
        </p:xfrm>
        <a:graphic>
          <a:graphicData uri="http://schemas.openxmlformats.org/presentationml/2006/ole">
            <mc:AlternateContent xmlns:mc="http://schemas.openxmlformats.org/markup-compatibility/2006">
              <mc:Choice xmlns:v="urn:schemas-microsoft-com:vml" Requires="v">
                <p:oleObj name="Equation" r:id="rId11" imgW="761760" imgH="203040" progId="Equation.DSMT4">
                  <p:embed/>
                </p:oleObj>
              </mc:Choice>
              <mc:Fallback>
                <p:oleObj name="Equation" r:id="rId11" imgW="761760" imgH="203040" progId="Equation.DSMT4">
                  <p:embed/>
                  <p:pic>
                    <p:nvPicPr>
                      <p:cNvPr id="0" name=""/>
                      <p:cNvPicPr/>
                      <p:nvPr/>
                    </p:nvPicPr>
                    <p:blipFill>
                      <a:blip r:embed="rId12"/>
                      <a:stretch>
                        <a:fillRect/>
                      </a:stretch>
                    </p:blipFill>
                    <p:spPr>
                      <a:xfrm>
                        <a:off x="3753651" y="5903694"/>
                        <a:ext cx="1482725" cy="396875"/>
                      </a:xfrm>
                      <a:prstGeom prst="rect">
                        <a:avLst/>
                      </a:prstGeom>
                    </p:spPr>
                  </p:pic>
                </p:oleObj>
              </mc:Fallback>
            </mc:AlternateContent>
          </a:graphicData>
        </a:graphic>
      </p:graphicFrame>
    </p:spTree>
    <p:extLst>
      <p:ext uri="{BB962C8B-B14F-4D97-AF65-F5344CB8AC3E}">
        <p14:creationId xmlns:p14="http://schemas.microsoft.com/office/powerpoint/2010/main" val="161441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B4B858F-B430-0266-EE1D-9EF89B5A252D}"/>
              </a:ext>
            </a:extLst>
          </p:cNvPr>
          <p:cNvPicPr>
            <a:picLocks noChangeAspect="1"/>
          </p:cNvPicPr>
          <p:nvPr/>
        </p:nvPicPr>
        <p:blipFill>
          <a:blip r:embed="rId2"/>
          <a:stretch>
            <a:fillRect/>
          </a:stretch>
        </p:blipFill>
        <p:spPr>
          <a:xfrm>
            <a:off x="117904" y="0"/>
            <a:ext cx="11466380" cy="1507010"/>
          </a:xfrm>
          <a:prstGeom prst="rect">
            <a:avLst/>
          </a:prstGeom>
        </p:spPr>
      </p:pic>
      <p:pic>
        <p:nvPicPr>
          <p:cNvPr id="3" name="图片 2">
            <a:extLst>
              <a:ext uri="{FF2B5EF4-FFF2-40B4-BE49-F238E27FC236}">
                <a16:creationId xmlns:a16="http://schemas.microsoft.com/office/drawing/2014/main" id="{8567DBBF-A1B1-140A-6921-783A04C0883F}"/>
              </a:ext>
            </a:extLst>
          </p:cNvPr>
          <p:cNvPicPr>
            <a:picLocks noChangeAspect="1"/>
          </p:cNvPicPr>
          <p:nvPr/>
        </p:nvPicPr>
        <p:blipFill>
          <a:blip r:embed="rId3"/>
          <a:stretch>
            <a:fillRect/>
          </a:stretch>
        </p:blipFill>
        <p:spPr>
          <a:xfrm>
            <a:off x="363751" y="1507010"/>
            <a:ext cx="4857750" cy="1771650"/>
          </a:xfrm>
          <a:prstGeom prst="rect">
            <a:avLst/>
          </a:prstGeom>
        </p:spPr>
      </p:pic>
      <p:pic>
        <p:nvPicPr>
          <p:cNvPr id="4" name="图片 3">
            <a:extLst>
              <a:ext uri="{FF2B5EF4-FFF2-40B4-BE49-F238E27FC236}">
                <a16:creationId xmlns:a16="http://schemas.microsoft.com/office/drawing/2014/main" id="{7BC31B97-770C-7D59-8D84-301C503B30B5}"/>
              </a:ext>
            </a:extLst>
          </p:cNvPr>
          <p:cNvPicPr>
            <a:picLocks noChangeAspect="1"/>
          </p:cNvPicPr>
          <p:nvPr/>
        </p:nvPicPr>
        <p:blipFill>
          <a:blip r:embed="rId4"/>
          <a:stretch>
            <a:fillRect/>
          </a:stretch>
        </p:blipFill>
        <p:spPr>
          <a:xfrm>
            <a:off x="5221501" y="1344532"/>
            <a:ext cx="6715722" cy="1934128"/>
          </a:xfrm>
          <a:prstGeom prst="rect">
            <a:avLst/>
          </a:prstGeom>
        </p:spPr>
      </p:pic>
      <p:pic>
        <p:nvPicPr>
          <p:cNvPr id="5" name="图片 4">
            <a:extLst>
              <a:ext uri="{FF2B5EF4-FFF2-40B4-BE49-F238E27FC236}">
                <a16:creationId xmlns:a16="http://schemas.microsoft.com/office/drawing/2014/main" id="{880D6F35-EE3E-F7FC-3E60-BA7370953391}"/>
              </a:ext>
            </a:extLst>
          </p:cNvPr>
          <p:cNvPicPr>
            <a:picLocks noChangeAspect="1"/>
          </p:cNvPicPr>
          <p:nvPr/>
        </p:nvPicPr>
        <p:blipFill>
          <a:blip r:embed="rId5"/>
          <a:stretch>
            <a:fillRect/>
          </a:stretch>
        </p:blipFill>
        <p:spPr>
          <a:xfrm>
            <a:off x="117904" y="3218906"/>
            <a:ext cx="10761814" cy="2808571"/>
          </a:xfrm>
          <a:prstGeom prst="rect">
            <a:avLst/>
          </a:prstGeom>
        </p:spPr>
      </p:pic>
    </p:spTree>
    <p:extLst>
      <p:ext uri="{BB962C8B-B14F-4D97-AF65-F5344CB8AC3E}">
        <p14:creationId xmlns:p14="http://schemas.microsoft.com/office/powerpoint/2010/main" val="2827573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1D1628E2-352A-EB52-8517-3DE0E7EBE435}"/>
              </a:ext>
            </a:extLst>
          </p:cNvPr>
          <p:cNvGraphicFramePr>
            <a:graphicFrameLocks noChangeAspect="1"/>
          </p:cNvGraphicFramePr>
          <p:nvPr>
            <p:extLst>
              <p:ext uri="{D42A27DB-BD31-4B8C-83A1-F6EECF244321}">
                <p14:modId xmlns:p14="http://schemas.microsoft.com/office/powerpoint/2010/main" val="2490042542"/>
              </p:ext>
            </p:extLst>
          </p:nvPr>
        </p:nvGraphicFramePr>
        <p:xfrm>
          <a:off x="1434175" y="1424758"/>
          <a:ext cx="1717398" cy="499607"/>
        </p:xfrm>
        <a:graphic>
          <a:graphicData uri="http://schemas.openxmlformats.org/presentationml/2006/ole">
            <mc:AlternateContent xmlns:mc="http://schemas.openxmlformats.org/markup-compatibility/2006">
              <mc:Choice xmlns:v="urn:schemas-microsoft-com:vml" Requires="v">
                <p:oleObj name="Equation" r:id="rId2" imgW="698400" imgH="203040" progId="Equation.DSMT4">
                  <p:embed/>
                </p:oleObj>
              </mc:Choice>
              <mc:Fallback>
                <p:oleObj name="Equation" r:id="rId2" imgW="698400" imgH="203040" progId="Equation.DSMT4">
                  <p:embed/>
                  <p:pic>
                    <p:nvPicPr>
                      <p:cNvPr id="0" name=""/>
                      <p:cNvPicPr/>
                      <p:nvPr/>
                    </p:nvPicPr>
                    <p:blipFill>
                      <a:blip r:embed="rId3"/>
                      <a:stretch>
                        <a:fillRect/>
                      </a:stretch>
                    </p:blipFill>
                    <p:spPr>
                      <a:xfrm>
                        <a:off x="1434175" y="1424758"/>
                        <a:ext cx="1717398" cy="499607"/>
                      </a:xfrm>
                      <a:prstGeom prst="rect">
                        <a:avLst/>
                      </a:prstGeom>
                    </p:spPr>
                  </p:pic>
                </p:oleObj>
              </mc:Fallback>
            </mc:AlternateContent>
          </a:graphicData>
        </a:graphic>
      </p:graphicFrame>
      <p:pic>
        <p:nvPicPr>
          <p:cNvPr id="5" name="图片 4">
            <a:extLst>
              <a:ext uri="{FF2B5EF4-FFF2-40B4-BE49-F238E27FC236}">
                <a16:creationId xmlns:a16="http://schemas.microsoft.com/office/drawing/2014/main" id="{AF7CCC89-B807-EAD6-C401-C0A42648C689}"/>
              </a:ext>
            </a:extLst>
          </p:cNvPr>
          <p:cNvPicPr>
            <a:picLocks noChangeAspect="1"/>
          </p:cNvPicPr>
          <p:nvPr/>
        </p:nvPicPr>
        <p:blipFill>
          <a:blip r:embed="rId4"/>
          <a:srcRect b="64150"/>
          <a:stretch/>
        </p:blipFill>
        <p:spPr>
          <a:xfrm>
            <a:off x="348723" y="324785"/>
            <a:ext cx="10761814" cy="1006865"/>
          </a:xfrm>
          <a:prstGeom prst="rect">
            <a:avLst/>
          </a:prstGeom>
        </p:spPr>
      </p:pic>
      <p:graphicFrame>
        <p:nvGraphicFramePr>
          <p:cNvPr id="6" name="对象 5">
            <a:extLst>
              <a:ext uri="{FF2B5EF4-FFF2-40B4-BE49-F238E27FC236}">
                <a16:creationId xmlns:a16="http://schemas.microsoft.com/office/drawing/2014/main" id="{CE2842B6-F97F-877C-4578-A885EB6D775C}"/>
              </a:ext>
            </a:extLst>
          </p:cNvPr>
          <p:cNvGraphicFramePr>
            <a:graphicFrameLocks noChangeAspect="1"/>
          </p:cNvGraphicFramePr>
          <p:nvPr>
            <p:extLst>
              <p:ext uri="{D42A27DB-BD31-4B8C-83A1-F6EECF244321}">
                <p14:modId xmlns:p14="http://schemas.microsoft.com/office/powerpoint/2010/main" val="954034898"/>
              </p:ext>
            </p:extLst>
          </p:nvPr>
        </p:nvGraphicFramePr>
        <p:xfrm>
          <a:off x="3831145" y="1188786"/>
          <a:ext cx="2716212" cy="971550"/>
        </p:xfrm>
        <a:graphic>
          <a:graphicData uri="http://schemas.openxmlformats.org/presentationml/2006/ole">
            <mc:AlternateContent xmlns:mc="http://schemas.openxmlformats.org/markup-compatibility/2006">
              <mc:Choice xmlns:v="urn:schemas-microsoft-com:vml" Requires="v">
                <p:oleObj name="Equation" r:id="rId5" imgW="1104840" imgH="393480" progId="Equation.DSMT4">
                  <p:embed/>
                </p:oleObj>
              </mc:Choice>
              <mc:Fallback>
                <p:oleObj name="Equation" r:id="rId5" imgW="1104840" imgH="393480" progId="Equation.DSMT4">
                  <p:embed/>
                  <p:pic>
                    <p:nvPicPr>
                      <p:cNvPr id="4" name="对象 3">
                        <a:extLst>
                          <a:ext uri="{FF2B5EF4-FFF2-40B4-BE49-F238E27FC236}">
                            <a16:creationId xmlns:a16="http://schemas.microsoft.com/office/drawing/2014/main" id="{1D1628E2-352A-EB52-8517-3DE0E7EBE435}"/>
                          </a:ext>
                        </a:extLst>
                      </p:cNvPr>
                      <p:cNvPicPr/>
                      <p:nvPr/>
                    </p:nvPicPr>
                    <p:blipFill>
                      <a:blip r:embed="rId6"/>
                      <a:stretch>
                        <a:fillRect/>
                      </a:stretch>
                    </p:blipFill>
                    <p:spPr>
                      <a:xfrm>
                        <a:off x="3831145" y="1188786"/>
                        <a:ext cx="2716212" cy="97155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A50F9A47-69A4-5B19-8B40-DCA9D33EE927}"/>
              </a:ext>
            </a:extLst>
          </p:cNvPr>
          <p:cNvGraphicFramePr>
            <a:graphicFrameLocks noChangeAspect="1"/>
          </p:cNvGraphicFramePr>
          <p:nvPr>
            <p:extLst>
              <p:ext uri="{D42A27DB-BD31-4B8C-83A1-F6EECF244321}">
                <p14:modId xmlns:p14="http://schemas.microsoft.com/office/powerpoint/2010/main" val="256979567"/>
              </p:ext>
            </p:extLst>
          </p:nvPr>
        </p:nvGraphicFramePr>
        <p:xfrm>
          <a:off x="7065234" y="1188786"/>
          <a:ext cx="3527425" cy="973138"/>
        </p:xfrm>
        <a:graphic>
          <a:graphicData uri="http://schemas.openxmlformats.org/presentationml/2006/ole">
            <mc:AlternateContent xmlns:mc="http://schemas.openxmlformats.org/markup-compatibility/2006">
              <mc:Choice xmlns:v="urn:schemas-microsoft-com:vml" Requires="v">
                <p:oleObj name="Equation" r:id="rId7" imgW="1434960" imgH="393480" progId="Equation.DSMT4">
                  <p:embed/>
                </p:oleObj>
              </mc:Choice>
              <mc:Fallback>
                <p:oleObj name="Equation" r:id="rId7" imgW="1434960" imgH="393480" progId="Equation.DSMT4">
                  <p:embed/>
                  <p:pic>
                    <p:nvPicPr>
                      <p:cNvPr id="6" name="对象 5">
                        <a:extLst>
                          <a:ext uri="{FF2B5EF4-FFF2-40B4-BE49-F238E27FC236}">
                            <a16:creationId xmlns:a16="http://schemas.microsoft.com/office/drawing/2014/main" id="{CE2842B6-F97F-877C-4578-A885EB6D775C}"/>
                          </a:ext>
                        </a:extLst>
                      </p:cNvPr>
                      <p:cNvPicPr/>
                      <p:nvPr/>
                    </p:nvPicPr>
                    <p:blipFill>
                      <a:blip r:embed="rId8"/>
                      <a:stretch>
                        <a:fillRect/>
                      </a:stretch>
                    </p:blipFill>
                    <p:spPr>
                      <a:xfrm>
                        <a:off x="7065234" y="1188786"/>
                        <a:ext cx="3527425" cy="97313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FD721F2-44B7-6084-2CA0-DAFFE6D81310}"/>
              </a:ext>
            </a:extLst>
          </p:cNvPr>
          <p:cNvGraphicFramePr>
            <a:graphicFrameLocks noChangeAspect="1"/>
          </p:cNvGraphicFramePr>
          <p:nvPr>
            <p:extLst>
              <p:ext uri="{D42A27DB-BD31-4B8C-83A1-F6EECF244321}">
                <p14:modId xmlns:p14="http://schemas.microsoft.com/office/powerpoint/2010/main" val="535203632"/>
              </p:ext>
            </p:extLst>
          </p:nvPr>
        </p:nvGraphicFramePr>
        <p:xfrm>
          <a:off x="1184276" y="2195651"/>
          <a:ext cx="5944494" cy="818453"/>
        </p:xfrm>
        <a:graphic>
          <a:graphicData uri="http://schemas.openxmlformats.org/presentationml/2006/ole">
            <mc:AlternateContent xmlns:mc="http://schemas.openxmlformats.org/markup-compatibility/2006">
              <mc:Choice xmlns:v="urn:schemas-microsoft-com:vml" Requires="v">
                <p:oleObj name="Equation" r:id="rId9" imgW="3314520" imgH="457200" progId="Equation.DSMT4">
                  <p:embed/>
                </p:oleObj>
              </mc:Choice>
              <mc:Fallback>
                <p:oleObj name="Equation" r:id="rId9" imgW="3314520" imgH="457200" progId="Equation.DSMT4">
                  <p:embed/>
                  <p:pic>
                    <p:nvPicPr>
                      <p:cNvPr id="4" name="对象 3">
                        <a:extLst>
                          <a:ext uri="{FF2B5EF4-FFF2-40B4-BE49-F238E27FC236}">
                            <a16:creationId xmlns:a16="http://schemas.microsoft.com/office/drawing/2014/main" id="{1D1628E2-352A-EB52-8517-3DE0E7EBE435}"/>
                          </a:ext>
                        </a:extLst>
                      </p:cNvPr>
                      <p:cNvPicPr/>
                      <p:nvPr/>
                    </p:nvPicPr>
                    <p:blipFill>
                      <a:blip r:embed="rId10"/>
                      <a:stretch>
                        <a:fillRect/>
                      </a:stretch>
                    </p:blipFill>
                    <p:spPr>
                      <a:xfrm>
                        <a:off x="1184276" y="2195651"/>
                        <a:ext cx="5944494" cy="81845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C40DC685-AF31-B473-D0A7-50689FC3ED8E}"/>
              </a:ext>
            </a:extLst>
          </p:cNvPr>
          <p:cNvGraphicFramePr>
            <a:graphicFrameLocks noChangeAspect="1"/>
          </p:cNvGraphicFramePr>
          <p:nvPr>
            <p:extLst>
              <p:ext uri="{D42A27DB-BD31-4B8C-83A1-F6EECF244321}">
                <p14:modId xmlns:p14="http://schemas.microsoft.com/office/powerpoint/2010/main" val="319324800"/>
              </p:ext>
            </p:extLst>
          </p:nvPr>
        </p:nvGraphicFramePr>
        <p:xfrm>
          <a:off x="1184275" y="3014104"/>
          <a:ext cx="5944495" cy="747820"/>
        </p:xfrm>
        <a:graphic>
          <a:graphicData uri="http://schemas.openxmlformats.org/presentationml/2006/ole">
            <mc:AlternateContent xmlns:mc="http://schemas.openxmlformats.org/markup-compatibility/2006">
              <mc:Choice xmlns:v="urn:schemas-microsoft-com:vml" Requires="v">
                <p:oleObj name="Equation" r:id="rId11" imgW="3124080" imgH="393480" progId="Equation.DSMT4">
                  <p:embed/>
                </p:oleObj>
              </mc:Choice>
              <mc:Fallback>
                <p:oleObj name="Equation" r:id="rId11" imgW="3124080" imgH="393480" progId="Equation.DSMT4">
                  <p:embed/>
                  <p:pic>
                    <p:nvPicPr>
                      <p:cNvPr id="8" name="对象 7">
                        <a:extLst>
                          <a:ext uri="{FF2B5EF4-FFF2-40B4-BE49-F238E27FC236}">
                            <a16:creationId xmlns:a16="http://schemas.microsoft.com/office/drawing/2014/main" id="{6FD721F2-44B7-6084-2CA0-DAFFE6D81310}"/>
                          </a:ext>
                        </a:extLst>
                      </p:cNvPr>
                      <p:cNvPicPr/>
                      <p:nvPr/>
                    </p:nvPicPr>
                    <p:blipFill>
                      <a:blip r:embed="rId12"/>
                      <a:stretch>
                        <a:fillRect/>
                      </a:stretch>
                    </p:blipFill>
                    <p:spPr>
                      <a:xfrm>
                        <a:off x="1184275" y="3014104"/>
                        <a:ext cx="5944495" cy="74782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82429A53-64E0-3677-11B2-2AC09147F20C}"/>
              </a:ext>
            </a:extLst>
          </p:cNvPr>
          <p:cNvGraphicFramePr>
            <a:graphicFrameLocks noChangeAspect="1"/>
          </p:cNvGraphicFramePr>
          <p:nvPr>
            <p:extLst>
              <p:ext uri="{D42A27DB-BD31-4B8C-83A1-F6EECF244321}">
                <p14:modId xmlns:p14="http://schemas.microsoft.com/office/powerpoint/2010/main" val="3518314182"/>
              </p:ext>
            </p:extLst>
          </p:nvPr>
        </p:nvGraphicFramePr>
        <p:xfrm>
          <a:off x="2524712" y="3703898"/>
          <a:ext cx="6290814" cy="702826"/>
        </p:xfrm>
        <a:graphic>
          <a:graphicData uri="http://schemas.openxmlformats.org/presentationml/2006/ole">
            <mc:AlternateContent xmlns:mc="http://schemas.openxmlformats.org/markup-compatibility/2006">
              <mc:Choice xmlns:v="urn:schemas-microsoft-com:vml" Requires="v">
                <p:oleObj name="Equation" r:id="rId13" imgW="3517560" imgH="393480" progId="Equation.DSMT4">
                  <p:embed/>
                </p:oleObj>
              </mc:Choice>
              <mc:Fallback>
                <p:oleObj name="Equation" r:id="rId13" imgW="3517560" imgH="393480" progId="Equation.DSMT4">
                  <p:embed/>
                  <p:pic>
                    <p:nvPicPr>
                      <p:cNvPr id="9" name="对象 8">
                        <a:extLst>
                          <a:ext uri="{FF2B5EF4-FFF2-40B4-BE49-F238E27FC236}">
                            <a16:creationId xmlns:a16="http://schemas.microsoft.com/office/drawing/2014/main" id="{C40DC685-AF31-B473-D0A7-50689FC3ED8E}"/>
                          </a:ext>
                        </a:extLst>
                      </p:cNvPr>
                      <p:cNvPicPr/>
                      <p:nvPr/>
                    </p:nvPicPr>
                    <p:blipFill>
                      <a:blip r:embed="rId14"/>
                      <a:stretch>
                        <a:fillRect/>
                      </a:stretch>
                    </p:blipFill>
                    <p:spPr>
                      <a:xfrm>
                        <a:off x="2524712" y="3703898"/>
                        <a:ext cx="6290814" cy="702826"/>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E452F7BB-6910-24F0-1C40-EB34CC8FAD28}"/>
              </a:ext>
            </a:extLst>
          </p:cNvPr>
          <p:cNvGraphicFramePr>
            <a:graphicFrameLocks noChangeAspect="1"/>
          </p:cNvGraphicFramePr>
          <p:nvPr>
            <p:extLst>
              <p:ext uri="{D42A27DB-BD31-4B8C-83A1-F6EECF244321}">
                <p14:modId xmlns:p14="http://schemas.microsoft.com/office/powerpoint/2010/main" val="2805568453"/>
              </p:ext>
            </p:extLst>
          </p:nvPr>
        </p:nvGraphicFramePr>
        <p:xfrm>
          <a:off x="2555859" y="4406724"/>
          <a:ext cx="5988050" cy="749300"/>
        </p:xfrm>
        <a:graphic>
          <a:graphicData uri="http://schemas.openxmlformats.org/presentationml/2006/ole">
            <mc:AlternateContent xmlns:mc="http://schemas.openxmlformats.org/markup-compatibility/2006">
              <mc:Choice xmlns:v="urn:schemas-microsoft-com:vml" Requires="v">
                <p:oleObj name="Equation" r:id="rId15" imgW="3441600" imgH="431640" progId="Equation.DSMT4">
                  <p:embed/>
                </p:oleObj>
              </mc:Choice>
              <mc:Fallback>
                <p:oleObj name="Equation" r:id="rId15" imgW="3441600" imgH="431640" progId="Equation.DSMT4">
                  <p:embed/>
                  <p:pic>
                    <p:nvPicPr>
                      <p:cNvPr id="10" name="对象 9">
                        <a:extLst>
                          <a:ext uri="{FF2B5EF4-FFF2-40B4-BE49-F238E27FC236}">
                            <a16:creationId xmlns:a16="http://schemas.microsoft.com/office/drawing/2014/main" id="{82429A53-64E0-3677-11B2-2AC09147F20C}"/>
                          </a:ext>
                        </a:extLst>
                      </p:cNvPr>
                      <p:cNvPicPr/>
                      <p:nvPr/>
                    </p:nvPicPr>
                    <p:blipFill>
                      <a:blip r:embed="rId16"/>
                      <a:stretch>
                        <a:fillRect/>
                      </a:stretch>
                    </p:blipFill>
                    <p:spPr>
                      <a:xfrm>
                        <a:off x="2555859" y="4406724"/>
                        <a:ext cx="5988050" cy="749300"/>
                      </a:xfrm>
                      <a:prstGeom prst="rect">
                        <a:avLst/>
                      </a:prstGeom>
                    </p:spPr>
                  </p:pic>
                </p:oleObj>
              </mc:Fallback>
            </mc:AlternateContent>
          </a:graphicData>
        </a:graphic>
      </p:graphicFrame>
      <p:pic>
        <p:nvPicPr>
          <p:cNvPr id="15" name="图片 14">
            <a:extLst>
              <a:ext uri="{FF2B5EF4-FFF2-40B4-BE49-F238E27FC236}">
                <a16:creationId xmlns:a16="http://schemas.microsoft.com/office/drawing/2014/main" id="{0DD2D867-9A65-CD0C-2FD3-04783FF9B881}"/>
              </a:ext>
            </a:extLst>
          </p:cNvPr>
          <p:cNvPicPr>
            <a:picLocks noChangeAspect="1"/>
          </p:cNvPicPr>
          <p:nvPr/>
        </p:nvPicPr>
        <p:blipFill>
          <a:blip r:embed="rId17"/>
          <a:stretch>
            <a:fillRect/>
          </a:stretch>
        </p:blipFill>
        <p:spPr>
          <a:xfrm>
            <a:off x="9201121" y="2035268"/>
            <a:ext cx="2575775" cy="1763594"/>
          </a:xfrm>
          <a:prstGeom prst="rect">
            <a:avLst/>
          </a:prstGeom>
        </p:spPr>
      </p:pic>
      <p:graphicFrame>
        <p:nvGraphicFramePr>
          <p:cNvPr id="17" name="对象 16">
            <a:extLst>
              <a:ext uri="{FF2B5EF4-FFF2-40B4-BE49-F238E27FC236}">
                <a16:creationId xmlns:a16="http://schemas.microsoft.com/office/drawing/2014/main" id="{F84D00D4-E46E-4315-275C-7A01BCDD9BF7}"/>
              </a:ext>
            </a:extLst>
          </p:cNvPr>
          <p:cNvGraphicFramePr>
            <a:graphicFrameLocks noChangeAspect="1"/>
          </p:cNvGraphicFramePr>
          <p:nvPr>
            <p:extLst>
              <p:ext uri="{D42A27DB-BD31-4B8C-83A1-F6EECF244321}">
                <p14:modId xmlns:p14="http://schemas.microsoft.com/office/powerpoint/2010/main" val="327147331"/>
              </p:ext>
            </p:extLst>
          </p:nvPr>
        </p:nvGraphicFramePr>
        <p:xfrm>
          <a:off x="1366837" y="5074122"/>
          <a:ext cx="9458325" cy="814388"/>
        </p:xfrm>
        <a:graphic>
          <a:graphicData uri="http://schemas.openxmlformats.org/presentationml/2006/ole">
            <mc:AlternateContent xmlns:mc="http://schemas.openxmlformats.org/markup-compatibility/2006">
              <mc:Choice xmlns:v="urn:schemas-microsoft-com:vml" Requires="v">
                <p:oleObj name="Equation" r:id="rId18" imgW="5435280" imgH="469800" progId="Equation.DSMT4">
                  <p:embed/>
                </p:oleObj>
              </mc:Choice>
              <mc:Fallback>
                <p:oleObj name="Equation" r:id="rId18" imgW="5435280" imgH="469800" progId="Equation.DSMT4">
                  <p:embed/>
                  <p:pic>
                    <p:nvPicPr>
                      <p:cNvPr id="11" name="对象 10">
                        <a:extLst>
                          <a:ext uri="{FF2B5EF4-FFF2-40B4-BE49-F238E27FC236}">
                            <a16:creationId xmlns:a16="http://schemas.microsoft.com/office/drawing/2014/main" id="{E452F7BB-6910-24F0-1C40-EB34CC8FAD28}"/>
                          </a:ext>
                        </a:extLst>
                      </p:cNvPr>
                      <p:cNvPicPr/>
                      <p:nvPr/>
                    </p:nvPicPr>
                    <p:blipFill>
                      <a:blip r:embed="rId19"/>
                      <a:stretch>
                        <a:fillRect/>
                      </a:stretch>
                    </p:blipFill>
                    <p:spPr>
                      <a:xfrm>
                        <a:off x="1366837" y="5074122"/>
                        <a:ext cx="9458325" cy="814388"/>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68115702-88F4-84B8-07CC-9A0FD9DD146A}"/>
              </a:ext>
            </a:extLst>
          </p:cNvPr>
          <p:cNvGraphicFramePr>
            <a:graphicFrameLocks noChangeAspect="1"/>
          </p:cNvGraphicFramePr>
          <p:nvPr>
            <p:extLst>
              <p:ext uri="{D42A27DB-BD31-4B8C-83A1-F6EECF244321}">
                <p14:modId xmlns:p14="http://schemas.microsoft.com/office/powerpoint/2010/main" val="1924064360"/>
              </p:ext>
            </p:extLst>
          </p:nvPr>
        </p:nvGraphicFramePr>
        <p:xfrm>
          <a:off x="1366837" y="5873283"/>
          <a:ext cx="7667625" cy="682625"/>
        </p:xfrm>
        <a:graphic>
          <a:graphicData uri="http://schemas.openxmlformats.org/presentationml/2006/ole">
            <mc:AlternateContent xmlns:mc="http://schemas.openxmlformats.org/markup-compatibility/2006">
              <mc:Choice xmlns:v="urn:schemas-microsoft-com:vml" Requires="v">
                <p:oleObj name="Equation" r:id="rId20" imgW="4406760" imgH="393480" progId="Equation.DSMT4">
                  <p:embed/>
                </p:oleObj>
              </mc:Choice>
              <mc:Fallback>
                <p:oleObj name="Equation" r:id="rId20" imgW="4406760" imgH="393480" progId="Equation.DSMT4">
                  <p:embed/>
                  <p:pic>
                    <p:nvPicPr>
                      <p:cNvPr id="17" name="对象 16">
                        <a:extLst>
                          <a:ext uri="{FF2B5EF4-FFF2-40B4-BE49-F238E27FC236}">
                            <a16:creationId xmlns:a16="http://schemas.microsoft.com/office/drawing/2014/main" id="{F84D00D4-E46E-4315-275C-7A01BCDD9BF7}"/>
                          </a:ext>
                        </a:extLst>
                      </p:cNvPr>
                      <p:cNvPicPr/>
                      <p:nvPr/>
                    </p:nvPicPr>
                    <p:blipFill>
                      <a:blip r:embed="rId21"/>
                      <a:stretch>
                        <a:fillRect/>
                      </a:stretch>
                    </p:blipFill>
                    <p:spPr>
                      <a:xfrm>
                        <a:off x="1366837" y="5873283"/>
                        <a:ext cx="7667625" cy="682625"/>
                      </a:xfrm>
                      <a:prstGeom prst="rect">
                        <a:avLst/>
                      </a:prstGeom>
                    </p:spPr>
                  </p:pic>
                </p:oleObj>
              </mc:Fallback>
            </mc:AlternateContent>
          </a:graphicData>
        </a:graphic>
      </p:graphicFrame>
    </p:spTree>
    <p:extLst>
      <p:ext uri="{BB962C8B-B14F-4D97-AF65-F5344CB8AC3E}">
        <p14:creationId xmlns:p14="http://schemas.microsoft.com/office/powerpoint/2010/main" val="2567485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1D1628E2-352A-EB52-8517-3DE0E7EBE435}"/>
              </a:ext>
            </a:extLst>
          </p:cNvPr>
          <p:cNvGraphicFramePr>
            <a:graphicFrameLocks noChangeAspect="1"/>
          </p:cNvGraphicFramePr>
          <p:nvPr/>
        </p:nvGraphicFramePr>
        <p:xfrm>
          <a:off x="1434175" y="1424758"/>
          <a:ext cx="1717398" cy="499607"/>
        </p:xfrm>
        <a:graphic>
          <a:graphicData uri="http://schemas.openxmlformats.org/presentationml/2006/ole">
            <mc:AlternateContent xmlns:mc="http://schemas.openxmlformats.org/markup-compatibility/2006">
              <mc:Choice xmlns:v="urn:schemas-microsoft-com:vml" Requires="v">
                <p:oleObj name="Equation" r:id="rId2" imgW="698400" imgH="203040" progId="Equation.DSMT4">
                  <p:embed/>
                </p:oleObj>
              </mc:Choice>
              <mc:Fallback>
                <p:oleObj name="Equation" r:id="rId2" imgW="698400" imgH="203040" progId="Equation.DSMT4">
                  <p:embed/>
                  <p:pic>
                    <p:nvPicPr>
                      <p:cNvPr id="4" name="对象 3">
                        <a:extLst>
                          <a:ext uri="{FF2B5EF4-FFF2-40B4-BE49-F238E27FC236}">
                            <a16:creationId xmlns:a16="http://schemas.microsoft.com/office/drawing/2014/main" id="{1D1628E2-352A-EB52-8517-3DE0E7EBE435}"/>
                          </a:ext>
                        </a:extLst>
                      </p:cNvPr>
                      <p:cNvPicPr/>
                      <p:nvPr/>
                    </p:nvPicPr>
                    <p:blipFill>
                      <a:blip r:embed="rId3"/>
                      <a:stretch>
                        <a:fillRect/>
                      </a:stretch>
                    </p:blipFill>
                    <p:spPr>
                      <a:xfrm>
                        <a:off x="1434175" y="1424758"/>
                        <a:ext cx="1717398" cy="499607"/>
                      </a:xfrm>
                      <a:prstGeom prst="rect">
                        <a:avLst/>
                      </a:prstGeom>
                    </p:spPr>
                  </p:pic>
                </p:oleObj>
              </mc:Fallback>
            </mc:AlternateContent>
          </a:graphicData>
        </a:graphic>
      </p:graphicFrame>
      <p:pic>
        <p:nvPicPr>
          <p:cNvPr id="5" name="图片 4">
            <a:extLst>
              <a:ext uri="{FF2B5EF4-FFF2-40B4-BE49-F238E27FC236}">
                <a16:creationId xmlns:a16="http://schemas.microsoft.com/office/drawing/2014/main" id="{AF7CCC89-B807-EAD6-C401-C0A42648C689}"/>
              </a:ext>
            </a:extLst>
          </p:cNvPr>
          <p:cNvPicPr>
            <a:picLocks noChangeAspect="1"/>
          </p:cNvPicPr>
          <p:nvPr/>
        </p:nvPicPr>
        <p:blipFill>
          <a:blip r:embed="rId4"/>
          <a:srcRect t="35365" b="25641"/>
          <a:stretch/>
        </p:blipFill>
        <p:spPr>
          <a:xfrm>
            <a:off x="415104" y="177185"/>
            <a:ext cx="10761814" cy="1095174"/>
          </a:xfrm>
          <a:prstGeom prst="rect">
            <a:avLst/>
          </a:prstGeom>
        </p:spPr>
      </p:pic>
      <p:graphicFrame>
        <p:nvGraphicFramePr>
          <p:cNvPr id="6" name="对象 5">
            <a:extLst>
              <a:ext uri="{FF2B5EF4-FFF2-40B4-BE49-F238E27FC236}">
                <a16:creationId xmlns:a16="http://schemas.microsoft.com/office/drawing/2014/main" id="{CE2842B6-F97F-877C-4578-A885EB6D775C}"/>
              </a:ext>
            </a:extLst>
          </p:cNvPr>
          <p:cNvGraphicFramePr>
            <a:graphicFrameLocks noChangeAspect="1"/>
          </p:cNvGraphicFramePr>
          <p:nvPr/>
        </p:nvGraphicFramePr>
        <p:xfrm>
          <a:off x="3831145" y="1188786"/>
          <a:ext cx="2716212" cy="971550"/>
        </p:xfrm>
        <a:graphic>
          <a:graphicData uri="http://schemas.openxmlformats.org/presentationml/2006/ole">
            <mc:AlternateContent xmlns:mc="http://schemas.openxmlformats.org/markup-compatibility/2006">
              <mc:Choice xmlns:v="urn:schemas-microsoft-com:vml" Requires="v">
                <p:oleObj name="Equation" r:id="rId5" imgW="1104840" imgH="393480" progId="Equation.DSMT4">
                  <p:embed/>
                </p:oleObj>
              </mc:Choice>
              <mc:Fallback>
                <p:oleObj name="Equation" r:id="rId5" imgW="1104840" imgH="393480" progId="Equation.DSMT4">
                  <p:embed/>
                  <p:pic>
                    <p:nvPicPr>
                      <p:cNvPr id="6" name="对象 5">
                        <a:extLst>
                          <a:ext uri="{FF2B5EF4-FFF2-40B4-BE49-F238E27FC236}">
                            <a16:creationId xmlns:a16="http://schemas.microsoft.com/office/drawing/2014/main" id="{CE2842B6-F97F-877C-4578-A885EB6D775C}"/>
                          </a:ext>
                        </a:extLst>
                      </p:cNvPr>
                      <p:cNvPicPr/>
                      <p:nvPr/>
                    </p:nvPicPr>
                    <p:blipFill>
                      <a:blip r:embed="rId6"/>
                      <a:stretch>
                        <a:fillRect/>
                      </a:stretch>
                    </p:blipFill>
                    <p:spPr>
                      <a:xfrm>
                        <a:off x="3831145" y="1188786"/>
                        <a:ext cx="2716212" cy="97155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A50F9A47-69A4-5B19-8B40-DCA9D33EE927}"/>
              </a:ext>
            </a:extLst>
          </p:cNvPr>
          <p:cNvGraphicFramePr>
            <a:graphicFrameLocks noChangeAspect="1"/>
          </p:cNvGraphicFramePr>
          <p:nvPr>
            <p:extLst>
              <p:ext uri="{D42A27DB-BD31-4B8C-83A1-F6EECF244321}">
                <p14:modId xmlns:p14="http://schemas.microsoft.com/office/powerpoint/2010/main" val="1833770472"/>
              </p:ext>
            </p:extLst>
          </p:nvPr>
        </p:nvGraphicFramePr>
        <p:xfrm>
          <a:off x="7065234" y="1188786"/>
          <a:ext cx="3527425" cy="973138"/>
        </p:xfrm>
        <a:graphic>
          <a:graphicData uri="http://schemas.openxmlformats.org/presentationml/2006/ole">
            <mc:AlternateContent xmlns:mc="http://schemas.openxmlformats.org/markup-compatibility/2006">
              <mc:Choice xmlns:v="urn:schemas-microsoft-com:vml" Requires="v">
                <p:oleObj name="Equation" r:id="rId7" imgW="1434960" imgH="393480" progId="Equation.DSMT4">
                  <p:embed/>
                </p:oleObj>
              </mc:Choice>
              <mc:Fallback>
                <p:oleObj name="Equation" r:id="rId7" imgW="1434960" imgH="393480" progId="Equation.DSMT4">
                  <p:embed/>
                  <p:pic>
                    <p:nvPicPr>
                      <p:cNvPr id="7" name="对象 6">
                        <a:extLst>
                          <a:ext uri="{FF2B5EF4-FFF2-40B4-BE49-F238E27FC236}">
                            <a16:creationId xmlns:a16="http://schemas.microsoft.com/office/drawing/2014/main" id="{A50F9A47-69A4-5B19-8B40-DCA9D33EE927}"/>
                          </a:ext>
                        </a:extLst>
                      </p:cNvPr>
                      <p:cNvPicPr/>
                      <p:nvPr/>
                    </p:nvPicPr>
                    <p:blipFill>
                      <a:blip r:embed="rId8"/>
                      <a:stretch>
                        <a:fillRect/>
                      </a:stretch>
                    </p:blipFill>
                    <p:spPr>
                      <a:xfrm>
                        <a:off x="7065234" y="1188786"/>
                        <a:ext cx="3527425" cy="97313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FD721F2-44B7-6084-2CA0-DAFFE6D81310}"/>
              </a:ext>
            </a:extLst>
          </p:cNvPr>
          <p:cNvGraphicFramePr>
            <a:graphicFrameLocks noChangeAspect="1"/>
          </p:cNvGraphicFramePr>
          <p:nvPr>
            <p:extLst>
              <p:ext uri="{D42A27DB-BD31-4B8C-83A1-F6EECF244321}">
                <p14:modId xmlns:p14="http://schemas.microsoft.com/office/powerpoint/2010/main" val="4191756195"/>
              </p:ext>
            </p:extLst>
          </p:nvPr>
        </p:nvGraphicFramePr>
        <p:xfrm>
          <a:off x="1435100" y="2195513"/>
          <a:ext cx="5443538" cy="819150"/>
        </p:xfrm>
        <a:graphic>
          <a:graphicData uri="http://schemas.openxmlformats.org/presentationml/2006/ole">
            <mc:AlternateContent xmlns:mc="http://schemas.openxmlformats.org/markup-compatibility/2006">
              <mc:Choice xmlns:v="urn:schemas-microsoft-com:vml" Requires="v">
                <p:oleObj name="Equation" r:id="rId9" imgW="3035160" imgH="457200" progId="Equation.DSMT4">
                  <p:embed/>
                </p:oleObj>
              </mc:Choice>
              <mc:Fallback>
                <p:oleObj name="Equation" r:id="rId9" imgW="3035160" imgH="457200" progId="Equation.DSMT4">
                  <p:embed/>
                  <p:pic>
                    <p:nvPicPr>
                      <p:cNvPr id="8" name="对象 7">
                        <a:extLst>
                          <a:ext uri="{FF2B5EF4-FFF2-40B4-BE49-F238E27FC236}">
                            <a16:creationId xmlns:a16="http://schemas.microsoft.com/office/drawing/2014/main" id="{6FD721F2-44B7-6084-2CA0-DAFFE6D81310}"/>
                          </a:ext>
                        </a:extLst>
                      </p:cNvPr>
                      <p:cNvPicPr/>
                      <p:nvPr/>
                    </p:nvPicPr>
                    <p:blipFill>
                      <a:blip r:embed="rId10"/>
                      <a:stretch>
                        <a:fillRect/>
                      </a:stretch>
                    </p:blipFill>
                    <p:spPr>
                      <a:xfrm>
                        <a:off x="1435100" y="2195513"/>
                        <a:ext cx="5443538" cy="81915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E9E8FB5E-9DAB-F8E2-F9A0-66B3842C2164}"/>
              </a:ext>
            </a:extLst>
          </p:cNvPr>
          <p:cNvGraphicFramePr>
            <a:graphicFrameLocks noChangeAspect="1"/>
          </p:cNvGraphicFramePr>
          <p:nvPr>
            <p:extLst>
              <p:ext uri="{D42A27DB-BD31-4B8C-83A1-F6EECF244321}">
                <p14:modId xmlns:p14="http://schemas.microsoft.com/office/powerpoint/2010/main" val="2008171293"/>
              </p:ext>
            </p:extLst>
          </p:nvPr>
        </p:nvGraphicFramePr>
        <p:xfrm>
          <a:off x="3498627" y="2932633"/>
          <a:ext cx="7858724" cy="1333829"/>
        </p:xfrm>
        <a:graphic>
          <a:graphicData uri="http://schemas.openxmlformats.org/presentationml/2006/ole">
            <mc:AlternateContent xmlns:mc="http://schemas.openxmlformats.org/markup-compatibility/2006">
              <mc:Choice xmlns:v="urn:schemas-microsoft-com:vml" Requires="v">
                <p:oleObj name="Equation" r:id="rId11" imgW="4025880" imgH="685800" progId="Equation.DSMT4">
                  <p:embed/>
                </p:oleObj>
              </mc:Choice>
              <mc:Fallback>
                <p:oleObj name="Equation" r:id="rId11" imgW="4025880" imgH="685800" progId="Equation.DSMT4">
                  <p:embed/>
                  <p:pic>
                    <p:nvPicPr>
                      <p:cNvPr id="17" name="对象 16">
                        <a:extLst>
                          <a:ext uri="{FF2B5EF4-FFF2-40B4-BE49-F238E27FC236}">
                            <a16:creationId xmlns:a16="http://schemas.microsoft.com/office/drawing/2014/main" id="{F84D00D4-E46E-4315-275C-7A01BCDD9BF7}"/>
                          </a:ext>
                        </a:extLst>
                      </p:cNvPr>
                      <p:cNvPicPr/>
                      <p:nvPr/>
                    </p:nvPicPr>
                    <p:blipFill>
                      <a:blip r:embed="rId12"/>
                      <a:stretch>
                        <a:fillRect/>
                      </a:stretch>
                    </p:blipFill>
                    <p:spPr>
                      <a:xfrm>
                        <a:off x="3498627" y="2932633"/>
                        <a:ext cx="7858724" cy="1333829"/>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AC48BE36-33DA-7BD0-2C2C-B66B03CEF68E}"/>
              </a:ext>
            </a:extLst>
          </p:cNvPr>
          <p:cNvGraphicFramePr>
            <a:graphicFrameLocks noChangeAspect="1"/>
          </p:cNvGraphicFramePr>
          <p:nvPr>
            <p:extLst>
              <p:ext uri="{D42A27DB-BD31-4B8C-83A1-F6EECF244321}">
                <p14:modId xmlns:p14="http://schemas.microsoft.com/office/powerpoint/2010/main" val="2346448727"/>
              </p:ext>
            </p:extLst>
          </p:nvPr>
        </p:nvGraphicFramePr>
        <p:xfrm>
          <a:off x="1369396" y="4453875"/>
          <a:ext cx="3921695" cy="431763"/>
        </p:xfrm>
        <a:graphic>
          <a:graphicData uri="http://schemas.openxmlformats.org/presentationml/2006/ole">
            <mc:AlternateContent xmlns:mc="http://schemas.openxmlformats.org/markup-compatibility/2006">
              <mc:Choice xmlns:v="urn:schemas-microsoft-com:vml" Requires="v">
                <p:oleObj name="Equation" r:id="rId13" imgW="1841400" imgH="203040" progId="Equation.DSMT4">
                  <p:embed/>
                </p:oleObj>
              </mc:Choice>
              <mc:Fallback>
                <p:oleObj name="Equation" r:id="rId13" imgW="1841400" imgH="203040" progId="Equation.DSMT4">
                  <p:embed/>
                  <p:pic>
                    <p:nvPicPr>
                      <p:cNvPr id="8" name="对象 7">
                        <a:extLst>
                          <a:ext uri="{FF2B5EF4-FFF2-40B4-BE49-F238E27FC236}">
                            <a16:creationId xmlns:a16="http://schemas.microsoft.com/office/drawing/2014/main" id="{6FD721F2-44B7-6084-2CA0-DAFFE6D81310}"/>
                          </a:ext>
                        </a:extLst>
                      </p:cNvPr>
                      <p:cNvPicPr/>
                      <p:nvPr/>
                    </p:nvPicPr>
                    <p:blipFill>
                      <a:blip r:embed="rId14"/>
                      <a:stretch>
                        <a:fillRect/>
                      </a:stretch>
                    </p:blipFill>
                    <p:spPr>
                      <a:xfrm>
                        <a:off x="1369396" y="4453875"/>
                        <a:ext cx="3921695" cy="431763"/>
                      </a:xfrm>
                      <a:prstGeom prst="rect">
                        <a:avLst/>
                      </a:prstGeom>
                    </p:spPr>
                  </p:pic>
                </p:oleObj>
              </mc:Fallback>
            </mc:AlternateContent>
          </a:graphicData>
        </a:graphic>
      </p:graphicFrame>
    </p:spTree>
    <p:extLst>
      <p:ext uri="{BB962C8B-B14F-4D97-AF65-F5344CB8AC3E}">
        <p14:creationId xmlns:p14="http://schemas.microsoft.com/office/powerpoint/2010/main" val="4001930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F7A41ED-8E5B-6BA5-C13F-41DE7D968029}"/>
              </a:ext>
            </a:extLst>
          </p:cNvPr>
          <p:cNvPicPr>
            <a:picLocks noChangeAspect="1"/>
          </p:cNvPicPr>
          <p:nvPr/>
        </p:nvPicPr>
        <p:blipFill rotWithShape="1">
          <a:blip r:embed="rId2"/>
          <a:srcRect t="1151" b="15435"/>
          <a:stretch/>
        </p:blipFill>
        <p:spPr>
          <a:xfrm>
            <a:off x="-1" y="486032"/>
            <a:ext cx="8765059" cy="6349473"/>
          </a:xfrm>
          <a:prstGeom prst="rect">
            <a:avLst/>
          </a:prstGeom>
        </p:spPr>
      </p:pic>
      <p:pic>
        <p:nvPicPr>
          <p:cNvPr id="3" name="图片 2">
            <a:extLst>
              <a:ext uri="{FF2B5EF4-FFF2-40B4-BE49-F238E27FC236}">
                <a16:creationId xmlns:a16="http://schemas.microsoft.com/office/drawing/2014/main" id="{3C245261-19C7-4778-0EC7-BD9DB3A50ADF}"/>
              </a:ext>
            </a:extLst>
          </p:cNvPr>
          <p:cNvPicPr>
            <a:picLocks noChangeAspect="1"/>
          </p:cNvPicPr>
          <p:nvPr/>
        </p:nvPicPr>
        <p:blipFill rotWithShape="1">
          <a:blip r:embed="rId3"/>
          <a:srcRect l="10317" t="940" r="47774" b="-940"/>
          <a:stretch/>
        </p:blipFill>
        <p:spPr>
          <a:xfrm>
            <a:off x="7102818" y="1992014"/>
            <a:ext cx="2770431" cy="1877098"/>
          </a:xfrm>
          <a:prstGeom prst="rect">
            <a:avLst/>
          </a:prstGeom>
        </p:spPr>
      </p:pic>
      <p:graphicFrame>
        <p:nvGraphicFramePr>
          <p:cNvPr id="4" name="对象 3">
            <a:extLst>
              <a:ext uri="{FF2B5EF4-FFF2-40B4-BE49-F238E27FC236}">
                <a16:creationId xmlns:a16="http://schemas.microsoft.com/office/drawing/2014/main" id="{5984D4A7-3AC6-E11F-D01B-C314C1361EDA}"/>
              </a:ext>
            </a:extLst>
          </p:cNvPr>
          <p:cNvGraphicFramePr>
            <a:graphicFrameLocks noChangeAspect="1"/>
          </p:cNvGraphicFramePr>
          <p:nvPr>
            <p:extLst>
              <p:ext uri="{D42A27DB-BD31-4B8C-83A1-F6EECF244321}">
                <p14:modId xmlns:p14="http://schemas.microsoft.com/office/powerpoint/2010/main" val="2470029952"/>
              </p:ext>
            </p:extLst>
          </p:nvPr>
        </p:nvGraphicFramePr>
        <p:xfrm>
          <a:off x="5489609" y="4404022"/>
          <a:ext cx="2202501" cy="485297"/>
        </p:xfrm>
        <a:graphic>
          <a:graphicData uri="http://schemas.openxmlformats.org/presentationml/2006/ole">
            <mc:AlternateContent xmlns:mc="http://schemas.openxmlformats.org/markup-compatibility/2006">
              <mc:Choice xmlns:v="urn:schemas-microsoft-com:vml" Requires="v">
                <p:oleObj name="Equation" r:id="rId4" imgW="1498320" imgH="330120" progId="Equation.DSMT4">
                  <p:embed/>
                </p:oleObj>
              </mc:Choice>
              <mc:Fallback>
                <p:oleObj name="Equation" r:id="rId4" imgW="1498320" imgH="330120" progId="Equation.DSMT4">
                  <p:embed/>
                  <p:pic>
                    <p:nvPicPr>
                      <p:cNvPr id="0" name=""/>
                      <p:cNvPicPr/>
                      <p:nvPr/>
                    </p:nvPicPr>
                    <p:blipFill>
                      <a:blip r:embed="rId5"/>
                      <a:stretch>
                        <a:fillRect/>
                      </a:stretch>
                    </p:blipFill>
                    <p:spPr>
                      <a:xfrm>
                        <a:off x="5489609" y="4404022"/>
                        <a:ext cx="2202501" cy="485297"/>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48D5A10D-1E66-D899-C2DF-B47F2D67C6EB}"/>
              </a:ext>
            </a:extLst>
          </p:cNvPr>
          <p:cNvGraphicFramePr>
            <a:graphicFrameLocks noChangeAspect="1"/>
          </p:cNvGraphicFramePr>
          <p:nvPr>
            <p:extLst>
              <p:ext uri="{D42A27DB-BD31-4B8C-83A1-F6EECF244321}">
                <p14:modId xmlns:p14="http://schemas.microsoft.com/office/powerpoint/2010/main" val="4123386390"/>
              </p:ext>
            </p:extLst>
          </p:nvPr>
        </p:nvGraphicFramePr>
        <p:xfrm>
          <a:off x="5526442" y="4889319"/>
          <a:ext cx="2128837" cy="485775"/>
        </p:xfrm>
        <a:graphic>
          <a:graphicData uri="http://schemas.openxmlformats.org/presentationml/2006/ole">
            <mc:AlternateContent xmlns:mc="http://schemas.openxmlformats.org/markup-compatibility/2006">
              <mc:Choice xmlns:v="urn:schemas-microsoft-com:vml" Requires="v">
                <p:oleObj name="Equation" r:id="rId6" imgW="1447560" imgH="330120" progId="Equation.DSMT4">
                  <p:embed/>
                </p:oleObj>
              </mc:Choice>
              <mc:Fallback>
                <p:oleObj name="Equation" r:id="rId6" imgW="1447560" imgH="330120" progId="Equation.DSMT4">
                  <p:embed/>
                  <p:pic>
                    <p:nvPicPr>
                      <p:cNvPr id="4" name="对象 3">
                        <a:extLst>
                          <a:ext uri="{FF2B5EF4-FFF2-40B4-BE49-F238E27FC236}">
                            <a16:creationId xmlns:a16="http://schemas.microsoft.com/office/drawing/2014/main" id="{5984D4A7-3AC6-E11F-D01B-C314C1361EDA}"/>
                          </a:ext>
                        </a:extLst>
                      </p:cNvPr>
                      <p:cNvPicPr/>
                      <p:nvPr/>
                    </p:nvPicPr>
                    <p:blipFill>
                      <a:blip r:embed="rId7"/>
                      <a:stretch>
                        <a:fillRect/>
                      </a:stretch>
                    </p:blipFill>
                    <p:spPr>
                      <a:xfrm>
                        <a:off x="5526442" y="4889319"/>
                        <a:ext cx="2128837" cy="48577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045FAA4B-DF66-018B-35DC-4FAEC08B215E}"/>
              </a:ext>
            </a:extLst>
          </p:cNvPr>
          <p:cNvGraphicFramePr>
            <a:graphicFrameLocks noChangeAspect="1"/>
          </p:cNvGraphicFramePr>
          <p:nvPr>
            <p:extLst>
              <p:ext uri="{D42A27DB-BD31-4B8C-83A1-F6EECF244321}">
                <p14:modId xmlns:p14="http://schemas.microsoft.com/office/powerpoint/2010/main" val="3100278588"/>
              </p:ext>
            </p:extLst>
          </p:nvPr>
        </p:nvGraphicFramePr>
        <p:xfrm>
          <a:off x="5526442" y="5375094"/>
          <a:ext cx="6200775" cy="485775"/>
        </p:xfrm>
        <a:graphic>
          <a:graphicData uri="http://schemas.openxmlformats.org/presentationml/2006/ole">
            <mc:AlternateContent xmlns:mc="http://schemas.openxmlformats.org/markup-compatibility/2006">
              <mc:Choice xmlns:v="urn:schemas-microsoft-com:vml" Requires="v">
                <p:oleObj name="Equation" r:id="rId8" imgW="4216320" imgH="330120" progId="Equation.DSMT4">
                  <p:embed/>
                </p:oleObj>
              </mc:Choice>
              <mc:Fallback>
                <p:oleObj name="Equation" r:id="rId8" imgW="4216320" imgH="330120" progId="Equation.DSMT4">
                  <p:embed/>
                  <p:pic>
                    <p:nvPicPr>
                      <p:cNvPr id="5" name="对象 4">
                        <a:extLst>
                          <a:ext uri="{FF2B5EF4-FFF2-40B4-BE49-F238E27FC236}">
                            <a16:creationId xmlns:a16="http://schemas.microsoft.com/office/drawing/2014/main" id="{48D5A10D-1E66-D899-C2DF-B47F2D67C6EB}"/>
                          </a:ext>
                        </a:extLst>
                      </p:cNvPr>
                      <p:cNvPicPr/>
                      <p:nvPr/>
                    </p:nvPicPr>
                    <p:blipFill>
                      <a:blip r:embed="rId9"/>
                      <a:stretch>
                        <a:fillRect/>
                      </a:stretch>
                    </p:blipFill>
                    <p:spPr>
                      <a:xfrm>
                        <a:off x="5526442" y="5375094"/>
                        <a:ext cx="6200775" cy="485775"/>
                      </a:xfrm>
                      <a:prstGeom prst="rect">
                        <a:avLst/>
                      </a:prstGeom>
                    </p:spPr>
                  </p:pic>
                </p:oleObj>
              </mc:Fallback>
            </mc:AlternateContent>
          </a:graphicData>
        </a:graphic>
      </p:graphicFrame>
    </p:spTree>
    <p:extLst>
      <p:ext uri="{BB962C8B-B14F-4D97-AF65-F5344CB8AC3E}">
        <p14:creationId xmlns:p14="http://schemas.microsoft.com/office/powerpoint/2010/main" val="125894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79437B-4C99-B221-5DD1-3BC738D9895D}"/>
              </a:ext>
            </a:extLst>
          </p:cNvPr>
          <p:cNvSpPr>
            <a:spLocks noGrp="1"/>
          </p:cNvSpPr>
          <p:nvPr>
            <p:ph type="title"/>
          </p:nvPr>
        </p:nvSpPr>
        <p:spPr/>
        <p:txBody>
          <a:bodyPr/>
          <a:lstStyle/>
          <a:p>
            <a:endParaRPr lang="en-US"/>
          </a:p>
        </p:txBody>
      </p:sp>
      <p:pic>
        <p:nvPicPr>
          <p:cNvPr id="7" name="内容占位符 6">
            <a:extLst>
              <a:ext uri="{FF2B5EF4-FFF2-40B4-BE49-F238E27FC236}">
                <a16:creationId xmlns:a16="http://schemas.microsoft.com/office/drawing/2014/main" id="{38237B70-312C-F904-FA9D-4EFBAA4DC811}"/>
              </a:ext>
            </a:extLst>
          </p:cNvPr>
          <p:cNvPicPr>
            <a:picLocks noGrp="1" noChangeAspect="1"/>
          </p:cNvPicPr>
          <p:nvPr>
            <p:ph idx="1"/>
          </p:nvPr>
        </p:nvPicPr>
        <p:blipFill>
          <a:blip r:embed="rId2"/>
          <a:stretch>
            <a:fillRect/>
          </a:stretch>
        </p:blipFill>
        <p:spPr>
          <a:xfrm>
            <a:off x="5414585" y="706439"/>
            <a:ext cx="6682165" cy="4152799"/>
          </a:xfrm>
        </p:spPr>
      </p:pic>
      <p:pic>
        <p:nvPicPr>
          <p:cNvPr id="5" name="图片 4">
            <a:extLst>
              <a:ext uri="{FF2B5EF4-FFF2-40B4-BE49-F238E27FC236}">
                <a16:creationId xmlns:a16="http://schemas.microsoft.com/office/drawing/2014/main" id="{899A652D-67DC-8260-0E45-231DFDF8E1CD}"/>
              </a:ext>
            </a:extLst>
          </p:cNvPr>
          <p:cNvPicPr>
            <a:picLocks noChangeAspect="1"/>
          </p:cNvPicPr>
          <p:nvPr/>
        </p:nvPicPr>
        <p:blipFill>
          <a:blip r:embed="rId3"/>
          <a:stretch>
            <a:fillRect/>
          </a:stretch>
        </p:blipFill>
        <p:spPr>
          <a:xfrm>
            <a:off x="205528" y="569863"/>
            <a:ext cx="5209057" cy="4425950"/>
          </a:xfrm>
          <a:prstGeom prst="rect">
            <a:avLst/>
          </a:prstGeom>
        </p:spPr>
      </p:pic>
    </p:spTree>
    <p:extLst>
      <p:ext uri="{BB962C8B-B14F-4D97-AF65-F5344CB8AC3E}">
        <p14:creationId xmlns:p14="http://schemas.microsoft.com/office/powerpoint/2010/main" val="2903019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99425E99-AE0C-E42E-3726-8564F0DFD3C3}"/>
              </a:ext>
            </a:extLst>
          </p:cNvPr>
          <p:cNvSpPr txBox="1"/>
          <p:nvPr/>
        </p:nvSpPr>
        <p:spPr>
          <a:xfrm>
            <a:off x="1168854" y="2260625"/>
            <a:ext cx="9854292" cy="1665071"/>
          </a:xfrm>
          <a:prstGeom prst="rect">
            <a:avLst/>
          </a:prstGeom>
          <a:noFill/>
        </p:spPr>
        <p:txBody>
          <a:bodyPr wrap="square" rtlCol="0">
            <a:spAutoFit/>
          </a:bodyPr>
          <a:lstStyle/>
          <a:p>
            <a:pPr lvl="0" algn="ctr">
              <a:lnSpc>
                <a:spcPct val="150000"/>
              </a:lnSpc>
            </a:pPr>
            <a:r>
              <a:rPr lang="en-US" altLang="zh-CN" sz="3600" b="1" dirty="0">
                <a:solidFill>
                  <a:schemeClr val="accent2"/>
                </a:solidFill>
                <a:latin typeface="Tw Cen MT" panose="020B0602020104020603" pitchFamily="34" charset="0"/>
                <a:ea typeface="Verdana" pitchFamily="34" charset="0"/>
                <a:cs typeface="Arial" panose="020B0604020202020204" pitchFamily="34" charset="0"/>
              </a:rPr>
              <a:t>Thanks for Your Attendance</a:t>
            </a:r>
          </a:p>
          <a:p>
            <a:pPr lvl="0" algn="ctr">
              <a:lnSpc>
                <a:spcPct val="150000"/>
              </a:lnSpc>
            </a:pPr>
            <a:r>
              <a:rPr lang="en-US" altLang="zh-CN" sz="3600" b="1">
                <a:solidFill>
                  <a:schemeClr val="accent2"/>
                </a:solidFill>
                <a:latin typeface="Tw Cen MT" panose="020B0602020104020603" pitchFamily="34" charset="0"/>
                <a:ea typeface="Verdana" pitchFamily="34" charset="0"/>
                <a:cs typeface="Arial" panose="020B0604020202020204" pitchFamily="34" charset="0"/>
              </a:rPr>
              <a:t>Q</a:t>
            </a:r>
            <a:r>
              <a:rPr lang="en-US" altLang="zh-CN" sz="3600" b="1" dirty="0">
                <a:solidFill>
                  <a:schemeClr val="accent2"/>
                </a:solidFill>
                <a:latin typeface="Tw Cen MT" panose="020B0602020104020603" pitchFamily="34" charset="0"/>
                <a:ea typeface="Verdana" pitchFamily="34" charset="0"/>
                <a:cs typeface="Arial" panose="020B0604020202020204" pitchFamily="34" charset="0"/>
              </a:rPr>
              <a:t>&amp;A</a:t>
            </a:r>
          </a:p>
        </p:txBody>
      </p:sp>
      <p:pic>
        <p:nvPicPr>
          <p:cNvPr id="3" name="图片 2">
            <a:extLst>
              <a:ext uri="{FF2B5EF4-FFF2-40B4-BE49-F238E27FC236}">
                <a16:creationId xmlns:a16="http://schemas.microsoft.com/office/drawing/2014/main" id="{526405B2-03F3-0A94-882D-4B755347A3B6}"/>
              </a:ext>
            </a:extLst>
          </p:cNvPr>
          <p:cNvPicPr>
            <a:picLocks noChangeAspect="1"/>
          </p:cNvPicPr>
          <p:nvPr/>
        </p:nvPicPr>
        <p:blipFill rotWithShape="1">
          <a:blip r:embed="rId2"/>
          <a:srcRect b="66695"/>
          <a:stretch/>
        </p:blipFill>
        <p:spPr>
          <a:xfrm>
            <a:off x="2882848" y="612001"/>
            <a:ext cx="5396179" cy="1479319"/>
          </a:xfrm>
          <a:prstGeom prst="rect">
            <a:avLst/>
          </a:prstGeom>
        </p:spPr>
      </p:pic>
      <p:sp>
        <p:nvSpPr>
          <p:cNvPr id="4" name="TextBox 8">
            <a:extLst>
              <a:ext uri="{FF2B5EF4-FFF2-40B4-BE49-F238E27FC236}">
                <a16:creationId xmlns:a16="http://schemas.microsoft.com/office/drawing/2014/main" id="{E6772001-1CF9-FF13-78B4-532E67239929}"/>
              </a:ext>
            </a:extLst>
          </p:cNvPr>
          <p:cNvSpPr txBox="1"/>
          <p:nvPr/>
        </p:nvSpPr>
        <p:spPr>
          <a:xfrm>
            <a:off x="2021360" y="4549346"/>
            <a:ext cx="8001000" cy="1612429"/>
          </a:xfrm>
          <a:prstGeom prst="rect">
            <a:avLst/>
          </a:prstGeom>
          <a:noFill/>
        </p:spPr>
        <p:txBody>
          <a:bodyPr wrap="square" rtlCol="0">
            <a:spAutoFit/>
          </a:bodyPr>
          <a:lstStyle/>
          <a:p>
            <a:pPr algn="ctr"/>
            <a:endParaRPr lang="en-US" sz="2400" baseline="30000" dirty="0">
              <a:solidFill>
                <a:srgbClr val="FF0000"/>
              </a:solidFill>
              <a:latin typeface="Tw Cen MT" panose="020B0602020104020603" pitchFamily="34" charset="0"/>
              <a:cs typeface="Times New Roman" panose="02020603050405020304" pitchFamily="18" charset="0"/>
            </a:endParaRPr>
          </a:p>
          <a:p>
            <a:pPr algn="ctr">
              <a:lnSpc>
                <a:spcPct val="150000"/>
              </a:lnSpc>
            </a:pPr>
            <a:r>
              <a:rPr lang="en-US" sz="2400" dirty="0" err="1">
                <a:latin typeface="Tw Cen MT" panose="020B0602020104020603" pitchFamily="34" charset="0"/>
                <a:cs typeface="Arial" panose="020B0604020202020204" pitchFamily="34" charset="0"/>
              </a:rPr>
              <a:t>Juntao</a:t>
            </a:r>
            <a:r>
              <a:rPr lang="en-US" sz="2400" dirty="0">
                <a:latin typeface="Tw Cen MT" panose="020B0602020104020603" pitchFamily="34" charset="0"/>
                <a:cs typeface="Arial" panose="020B0604020202020204" pitchFamily="34" charset="0"/>
              </a:rPr>
              <a:t> Zhang(</a:t>
            </a:r>
            <a:r>
              <a:rPr lang="zh-CN" altLang="en-US" sz="2000" b="1" dirty="0">
                <a:latin typeface="Tw Cen MT" panose="020B0602020104020603" pitchFamily="34" charset="0"/>
                <a:cs typeface="Arial" panose="020B0604020202020204" pitchFamily="34" charset="0"/>
              </a:rPr>
              <a:t>张峻滔</a:t>
            </a:r>
            <a:r>
              <a:rPr lang="en-US" sz="2400" dirty="0">
                <a:latin typeface="Tw Cen MT" panose="020B0602020104020603" pitchFamily="34" charset="0"/>
                <a:cs typeface="Arial" panose="020B0604020202020204" pitchFamily="34" charset="0"/>
              </a:rPr>
              <a:t>), TA</a:t>
            </a:r>
            <a:endParaRPr lang="en-US" sz="2000" dirty="0">
              <a:latin typeface="Tw Cen MT" panose="020B0602020104020603" pitchFamily="34" charset="0"/>
              <a:cs typeface="Arial" panose="020B0604020202020204" pitchFamily="34" charset="0"/>
            </a:endParaRPr>
          </a:p>
          <a:p>
            <a:pPr algn="ctr"/>
            <a:r>
              <a:rPr lang="en-US" sz="2000" dirty="0">
                <a:latin typeface="Tw Cen MT" panose="020B0602020104020603" pitchFamily="34" charset="0"/>
                <a:cs typeface="Arial" panose="020B0604020202020204" pitchFamily="34" charset="0"/>
              </a:rPr>
              <a:t>Southern University of Science and Technology</a:t>
            </a:r>
          </a:p>
          <a:p>
            <a:pPr algn="ctr">
              <a:lnSpc>
                <a:spcPct val="150000"/>
              </a:lnSpc>
            </a:pPr>
            <a:r>
              <a:rPr lang="en-US" sz="2000" dirty="0">
                <a:latin typeface="Tw Cen MT" panose="020B0602020104020603" pitchFamily="34" charset="0"/>
                <a:cs typeface="Arial" panose="020B0604020202020204" pitchFamily="34" charset="0"/>
              </a:rPr>
              <a:t>Email: 12332164@mail.sustech.edu.cn </a:t>
            </a:r>
            <a:endParaRPr lang="en-US" sz="2000" dirty="0">
              <a:latin typeface="Tw Cen MT" panose="020B0602020104020603" pitchFamily="34" charset="0"/>
              <a:cs typeface="Arial" panose="020B0604020202020204" pitchFamily="34" charset="0"/>
              <a:hlinkClick r:id="rId3"/>
            </a:endParaRPr>
          </a:p>
        </p:txBody>
      </p:sp>
    </p:spTree>
    <p:extLst>
      <p:ext uri="{BB962C8B-B14F-4D97-AF65-F5344CB8AC3E}">
        <p14:creationId xmlns:p14="http://schemas.microsoft.com/office/powerpoint/2010/main" val="424553709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4024</TotalTime>
  <Words>203</Words>
  <Application>Microsoft Office PowerPoint</Application>
  <PresentationFormat>宽屏</PresentationFormat>
  <Paragraphs>36</Paragraphs>
  <Slides>20</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20</vt:i4>
      </vt:variant>
    </vt:vector>
  </HeadingPairs>
  <TitlesOfParts>
    <vt:vector size="32" baseType="lpstr">
      <vt:lpstr>-apple-system</vt:lpstr>
      <vt:lpstr>Gulim</vt:lpstr>
      <vt:lpstr>等线</vt:lpstr>
      <vt:lpstr>等线 Light</vt:lpstr>
      <vt:lpstr>Arial</vt:lpstr>
      <vt:lpstr>Calibri</vt:lpstr>
      <vt:lpstr>Cambria Math</vt:lpstr>
      <vt:lpstr>Tw Cen MT</vt:lpstr>
      <vt:lpstr>Office 主题​​</vt:lpstr>
      <vt:lpstr>AxMath</vt:lpstr>
      <vt:lpstr>Equation</vt:lpstr>
      <vt:lpstr>MathType 6.0 Equation</vt:lpstr>
      <vt:lpstr>PowerPoint 演示文稿</vt:lpstr>
      <vt:lpstr>PowerPoint 演示文稿</vt:lpstr>
      <vt:lpstr>Waveform Navigation (sustech.edu.cn) https://chenglab.eee.sustech.edu.cn/EE205/main.html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郑 博文</dc:creator>
  <cp:lastModifiedBy>峻滔 张</cp:lastModifiedBy>
  <cp:revision>11</cp:revision>
  <dcterms:created xsi:type="dcterms:W3CDTF">2022-09-24T13:51:06Z</dcterms:created>
  <dcterms:modified xsi:type="dcterms:W3CDTF">2024-10-24T14:22:19Z</dcterms:modified>
</cp:coreProperties>
</file>