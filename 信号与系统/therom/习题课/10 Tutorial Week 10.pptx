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8"/>
  </p:notesMasterIdLst>
  <p:sldIdLst>
    <p:sldId id="266" r:id="rId4"/>
    <p:sldId id="264" r:id="rId5"/>
    <p:sldId id="267" r:id="rId6"/>
    <p:sldId id="268" r:id="rId7"/>
    <p:sldId id="269" r:id="rId8"/>
    <p:sldId id="270" r:id="rId9"/>
    <p:sldId id="271" r:id="rId10"/>
    <p:sldId id="256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3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120" y="156"/>
      </p:cViewPr>
      <p:guideLst>
        <p:guide orient="horz" pos="221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0A23D-16F8-487C-A73C-2317E17C0C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41CA8-ED7C-412D-B1BC-05957E01BC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2E113-DC6C-4705-A7EA-01C674EB16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E7252-2914-4D5D-A8D3-EF86EC7AFC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hyperlink" Target="mailto:lush2021@mail.sustech.edu.cn\shhlu@mail.ustc.edu.cn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/>
          <p:cNvSpPr txBox="1"/>
          <p:nvPr/>
        </p:nvSpPr>
        <p:spPr>
          <a:xfrm>
            <a:off x="1168854" y="2260625"/>
            <a:ext cx="985429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anose="020B0604030504040204" pitchFamily="34" charset="0"/>
                <a:cs typeface="Arial" panose="020B0604020202020204" pitchFamily="34" charset="0"/>
              </a:rPr>
              <a:t>Tutorial Questions 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anose="020B060403050404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anose="020B0604030504040204" pitchFamily="34" charset="0"/>
                <a:cs typeface="Arial" panose="020B0604020202020204" pitchFamily="34" charset="0"/>
              </a:rPr>
              <a:t>Week 10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anose="020B0604030504040204" pitchFamily="34" charset="0"/>
                <a:cs typeface="Arial" panose="020B0604020202020204" pitchFamily="34" charset="0"/>
              </a:rPr>
              <a:t>）</a:t>
            </a:r>
            <a:endParaRPr lang="en-US" altLang="zh-CN" sz="3600" b="1" dirty="0">
              <a:solidFill>
                <a:schemeClr val="accent2"/>
              </a:solidFill>
              <a:latin typeface="Tw Cen MT" panose="020B0602020104020603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66695"/>
          <a:stretch>
            <a:fillRect/>
          </a:stretch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2" name="TextBox 8"/>
          <p:cNvSpPr txBox="1"/>
          <p:nvPr/>
        </p:nvSpPr>
        <p:spPr>
          <a:xfrm>
            <a:off x="1575992" y="3429000"/>
            <a:ext cx="8001000" cy="1654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Haohao Li (</a:t>
            </a:r>
            <a:r>
              <a:rPr lang="zh-CN" alt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李好好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</a:t>
            </a:r>
            <a:r>
              <a:rPr lang="en-US" altLang="zh-CN" sz="2000" dirty="0">
                <a:latin typeface="Tw Cen MT" panose="020B0602020104020603" pitchFamily="34" charset="0"/>
                <a:cs typeface="Arial" panose="020B0604020202020204" pitchFamily="34" charset="0"/>
                <a:hlinkClick r:id="rId2"/>
              </a:rPr>
              <a:t>12432581</a:t>
            </a: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  <a:hlinkClick r:id="rId2"/>
              </a:rPr>
              <a:t>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6050" y="113289"/>
            <a:ext cx="20970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zh-CN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3048" y="944286"/>
            <a:ext cx="5666738" cy="538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system properties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Causality, Linearity, Time-invariance, Stability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 integral algorithm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algorithm(principle)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shift properties of the Fourier transform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Dirichlet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conditions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discrete-time periodic signal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value, Fourier series coefficients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49786" y="964841"/>
            <a:ext cx="5276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Representations of First-Order Systems Described by Differential and Difference Equations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955" y="782320"/>
            <a:ext cx="7242810" cy="38068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3690" y="2190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Fourier transform integral algorithm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4000" y="4589145"/>
            <a:ext cx="838263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>
                <a:solidFill>
                  <a:srgbClr val="000066"/>
                </a:solidFill>
                <a:latin typeface="Arial-BoldMT"/>
                <a:ea typeface="Arial-BoldMT"/>
              </a:rPr>
              <a:t>frequency response H(ω)  of an LTI system</a:t>
            </a:r>
            <a:r>
              <a:rPr lang="zh-CN" altLang="en-US" sz="2000" b="1">
                <a:solidFill>
                  <a:srgbClr val="000066"/>
                </a:solidFill>
                <a:latin typeface="Arial-BoldMT"/>
                <a:ea typeface="宋体" panose="02010600030101010101" pitchFamily="2" charset="-122"/>
              </a:rPr>
              <a:t>：</a:t>
            </a:r>
            <a:endParaRPr lang="zh-CN" altLang="en-US" sz="2000" b="1">
              <a:solidFill>
                <a:srgbClr val="000066"/>
              </a:solidFill>
              <a:latin typeface="Arial-BoldMT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955" y="5065395"/>
            <a:ext cx="8039100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3690" y="1752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Convolution algorithm(principle)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3065"/>
          <a:stretch>
            <a:fillRect/>
          </a:stretch>
        </p:blipFill>
        <p:spPr>
          <a:xfrm>
            <a:off x="1379220" y="855345"/>
            <a:ext cx="5991225" cy="8032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" y="2642870"/>
            <a:ext cx="5140960" cy="40570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1620" y="2162810"/>
            <a:ext cx="4184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0066"/>
                </a:solidFill>
                <a:latin typeface="Arial-BoldMT"/>
                <a:ea typeface="Arial-BoldMT"/>
              </a:rPr>
              <a:t>Fourier transform 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85" y="2708910"/>
            <a:ext cx="5067300" cy="39255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20740" y="2162810"/>
            <a:ext cx="4184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0066"/>
                </a:solidFill>
                <a:latin typeface="Arial-BoldMT"/>
                <a:ea typeface="Arial-BoldMT"/>
              </a:rPr>
              <a:t>Convolution ：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436880" y="8143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>
                <a:solidFill>
                  <a:srgbClr val="000066"/>
                </a:solidFill>
                <a:latin typeface="Arial-BoldMT"/>
                <a:ea typeface="Arial-BoldMT"/>
              </a:rPr>
              <a:t>Frequency shift</a:t>
            </a:r>
            <a:r>
              <a:rPr lang="zh-CN" altLang="en-US" sz="1600" b="1">
                <a:solidFill>
                  <a:srgbClr val="000066"/>
                </a:solidFill>
                <a:latin typeface="Arial-BoldMT"/>
                <a:ea typeface="宋体" panose="02010600030101010101" pitchFamily="2" charset="-122"/>
              </a:rPr>
              <a:t>：</a:t>
            </a:r>
            <a:endParaRPr lang="zh-CN" altLang="en-US" sz="1600" b="1">
              <a:solidFill>
                <a:srgbClr val="000066"/>
              </a:solidFill>
              <a:latin typeface="Arial-BoldMT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5910" y="193040"/>
            <a:ext cx="85490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Frequency shift properties of the Fourier transform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540" y="1548765"/>
            <a:ext cx="7251065" cy="21005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36880" y="37668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Dirichlet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conditions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1990" y="4344670"/>
            <a:ext cx="102108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signal must be continuous or have only a finite number of first-class discontinuities in a cycle.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buAutoNum type="arabicPeriod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maxima and minimum should be limited in a week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During the week, the signal is absolutely accumulative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1620" y="2190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discrete-time periodic signal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933450"/>
            <a:ext cx="8934450" cy="2495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880" y="3575685"/>
            <a:ext cx="7343775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rcRect r="26757"/>
          <a:stretch>
            <a:fillRect/>
          </a:stretch>
        </p:blipFill>
        <p:spPr>
          <a:xfrm>
            <a:off x="1254760" y="1226820"/>
            <a:ext cx="7642225" cy="42240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0985" y="179705"/>
            <a:ext cx="10121900" cy="695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 Diagram Representations of First-Order Systems Described by Differential and Difference Equations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136" y="2090158"/>
            <a:ext cx="8915400" cy="2677684"/>
          </a:xfrm>
          <a:prstGeom prst="rect">
            <a:avLst/>
          </a:prstGeom>
        </p:spPr>
      </p:pic>
      <p:cxnSp>
        <p:nvCxnSpPr>
          <p:cNvPr id="18" name="直接箭头连接符 17"/>
          <p:cNvCxnSpPr>
            <a:endCxn id="22" idx="1"/>
          </p:cNvCxnSpPr>
          <p:nvPr/>
        </p:nvCxnSpPr>
        <p:spPr>
          <a:xfrm>
            <a:off x="3837214" y="4240339"/>
            <a:ext cx="2582636" cy="607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180" y="2458044"/>
            <a:ext cx="4476070" cy="1314179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H="1">
            <a:off x="7013121" y="2335083"/>
            <a:ext cx="130629" cy="865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4291965"/>
            <a:ext cx="4793615" cy="111125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5163820"/>
            <a:ext cx="5342255" cy="158813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12835" y="6116320"/>
            <a:ext cx="3150870" cy="6292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36" y="198853"/>
            <a:ext cx="10506075" cy="149542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602868" y="3657129"/>
            <a:ext cx="2760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discrete-time Fourier transform pair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561" y="155205"/>
            <a:ext cx="10164536" cy="61056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166" y="644052"/>
            <a:ext cx="6037337" cy="6782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1" y="1440916"/>
            <a:ext cx="10004032" cy="52218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703" y="1845123"/>
            <a:ext cx="5368705" cy="665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71" y="3033032"/>
            <a:ext cx="881743" cy="2388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4037" y="3120647"/>
            <a:ext cx="5246241" cy="61674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7702" y="3635043"/>
            <a:ext cx="878348" cy="38427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7702" y="818022"/>
            <a:ext cx="732606" cy="3205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379" y="166509"/>
            <a:ext cx="627977" cy="27474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229350" y="646398"/>
            <a:ext cx="1738153" cy="678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78" y="4347843"/>
            <a:ext cx="1466850" cy="561975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4394381" y="3901858"/>
            <a:ext cx="2485605" cy="60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335" y="4501515"/>
            <a:ext cx="5860415" cy="20173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9650" y="441325"/>
            <a:ext cx="2156460" cy="1045210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>
          <a:xfrm flipV="1">
            <a:off x="7877991" y="1090078"/>
            <a:ext cx="751840" cy="26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1920052"/>
            <a:ext cx="9144000" cy="229229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83" y="315248"/>
            <a:ext cx="10534650" cy="1114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486" y="4347686"/>
            <a:ext cx="6585857" cy="7100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390" y="5363845"/>
            <a:ext cx="2236470" cy="66802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4490358" y="4751440"/>
            <a:ext cx="334734" cy="612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070272" y="4416879"/>
            <a:ext cx="449036" cy="416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>
            <a:endCxn id="10" idx="0"/>
          </p:cNvCxnSpPr>
          <p:nvPr/>
        </p:nvCxnSpPr>
        <p:spPr>
          <a:xfrm>
            <a:off x="3657600" y="2510314"/>
            <a:ext cx="3637190" cy="190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930685" y="5008442"/>
            <a:ext cx="505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13272" y="5008441"/>
            <a:ext cx="609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 -1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83" y="92802"/>
            <a:ext cx="7666264" cy="2760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82" y="2930979"/>
            <a:ext cx="8987723" cy="34426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502" y="1048432"/>
            <a:ext cx="175514" cy="2823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392136" y="4041321"/>
            <a:ext cx="367393" cy="334736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1453243" y="4376057"/>
            <a:ext cx="285750" cy="449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392136" y="4376057"/>
            <a:ext cx="187778" cy="49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722914" y="4425043"/>
            <a:ext cx="277586" cy="481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118" y="4906736"/>
            <a:ext cx="2224768" cy="4240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292" y="2166542"/>
            <a:ext cx="5401064" cy="3820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83" y="242887"/>
            <a:ext cx="9818234" cy="16854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14" y="1518256"/>
            <a:ext cx="4725680" cy="13874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58599" y="2842172"/>
            <a:ext cx="2920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discrete-time Fourier transform pair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5551714" y="2237014"/>
            <a:ext cx="2906486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2031911" y="2930515"/>
            <a:ext cx="1446075" cy="131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37919" y="2980614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period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469822" y="2914187"/>
            <a:ext cx="146957" cy="1310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476" y="24492"/>
            <a:ext cx="8610600" cy="6200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95" y="6200775"/>
            <a:ext cx="7629525" cy="571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712" y="2323809"/>
            <a:ext cx="4528288" cy="12899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7856" y="3706367"/>
            <a:ext cx="2489411" cy="12131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287906"/>
            <a:ext cx="11201400" cy="390178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55" y="3306535"/>
            <a:ext cx="375572" cy="236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26" y="2766111"/>
            <a:ext cx="393925" cy="24822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067815" y="1575485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S5.41-1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781" y="4257835"/>
            <a:ext cx="8679841" cy="239170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044" y="2160129"/>
            <a:ext cx="1291319" cy="4349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348" y="2221710"/>
            <a:ext cx="655188" cy="27795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377" y="2047849"/>
            <a:ext cx="4108929" cy="116915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455" y="3543300"/>
            <a:ext cx="2883535" cy="140081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3411651" y="4803334"/>
            <a:ext cx="23278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AzNTAwNmZmNWI5MTJmMmI2MGE1MzQ0NjQ2MDkwO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</Words>
  <Application>WPS 演示</Application>
  <PresentationFormat>宽屏</PresentationFormat>
  <Paragraphs>62</Paragraphs>
  <Slides>14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Times New Roman</vt:lpstr>
      <vt:lpstr>等线 Light</vt:lpstr>
      <vt:lpstr>等线</vt:lpstr>
      <vt:lpstr>微软雅黑</vt:lpstr>
      <vt:lpstr>Arial Unicode MS</vt:lpstr>
      <vt:lpstr>Calibri</vt:lpstr>
      <vt:lpstr>Tw Cen MT</vt:lpstr>
      <vt:lpstr>Segoe Print</vt:lpstr>
      <vt:lpstr>Verdana</vt:lpstr>
      <vt:lpstr>Arial-BoldMT</vt:lpstr>
      <vt:lpstr>Times New Roman</vt:lpstr>
      <vt:lpstr>helvetica</vt:lpstr>
      <vt:lpstr>KaTeX_Math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XDY</dc:creator>
  <cp:lastModifiedBy>#LI大神 .</cp:lastModifiedBy>
  <cp:revision>49</cp:revision>
  <dcterms:created xsi:type="dcterms:W3CDTF">2017-11-11T11:00:00Z</dcterms:created>
  <dcterms:modified xsi:type="dcterms:W3CDTF">2024-11-12T12:47:04Z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87FBF6F3BBD14EFEB25BCB24D8575E18_13</vt:lpwstr>
  </property>
  <property fmtid="{D5CDD505-2E9C-101B-9397-08002B2CF9AE}" pid="3" name="KSOProductBuildVer">
    <vt:lpwstr>2052-12.1.0.18608</vt:lpwstr>
  </property>
</Properties>
</file>