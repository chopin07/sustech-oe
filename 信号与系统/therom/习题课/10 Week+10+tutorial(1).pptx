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4CD44-37A1-49A3-AEE0-2B7400081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383081-6E8D-49ED-AC0F-ACC06E517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77D771-40CA-4354-B1CF-CC893380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8A56DE-D364-4730-95E6-2DD5FBDB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DA1261-2335-4571-A4AF-55692882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74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B438A-2383-4B91-9C48-DA86B50A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C8F590-E62D-4919-A2B6-C393D8618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EBA9B7-ADF6-4F04-AD62-CF31BD70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0FF29-E386-4108-B5BA-F47C2E84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CCF0D-3E89-4CB7-9635-545E6D2C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22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FCFF9-B970-4E15-B5D0-EAC6856B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B946E5-7528-4EE9-BF54-3A39B2032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C1D67-16FF-4B00-991F-635E2CFE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429DE7-965C-4819-B131-E34228710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6A35D9-42EE-464E-8DEA-4AE73531C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97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A7FFF-D8D4-4025-9A3C-BCDFC25E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57677-B9F2-46B0-9657-E7467168D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A89013-6D09-42ED-BDA2-78BC5CDE0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0F15B3-421F-4AE6-9D18-04D428E1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78CF55-93D7-4235-9FBE-56AEE9DD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F646E4-0618-44A2-AEB4-251BC0ED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213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1CFD6-B961-4669-B509-6DDB1C718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095F2F-9F4D-435B-8C74-821920390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91D8B6-C463-44B4-A6B4-03F4C498C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DE1B5E-E8FA-484B-9EB8-FEBC4FA60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491097-B589-44EF-8B7C-0BF1FB02D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093DEB-88C9-45CB-914E-ED71755B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27C866-16B7-4715-8115-027E57A1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E803C8-BE86-4C80-B6AD-345518C3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35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DCE32-0FE4-4AE5-8C13-9BF2682F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99DDE-8205-4AC3-9CD6-7A56D669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AAF736-5A34-4F14-AAD7-09A11276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B1CCCB-F0B1-48B2-8591-57B128E3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68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850384-46A8-4AAA-A164-6A87642D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1CC552-5CE1-42E4-8F83-B8CE589C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AF02FC-3AA0-4448-9849-2296A8AB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50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C9CE9-0E75-4577-BC6E-41CA22C2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B67B40-4C7B-4008-9C8F-BADDF2509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984477-9CFB-4523-A241-5BD3F236F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FF0912-0C89-411F-B295-3BA5567B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8CDBF6-ACA7-41CF-AEFF-7EC2C8E0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89AE49-0D80-4062-9822-02DBB138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57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DD756-F97C-4CC7-B8E5-8EA0FE0C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56CC67-6670-4E73-8819-BA04CE236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30B646-2957-4D13-93B0-F0B4CE19D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8C889E-E940-4966-A0F6-8382AE3F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8716EC-8ADA-4FE2-BE50-4F33F909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51FD0E-6244-4212-A87F-916A49ED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55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DC9F7-7FC4-48BB-A1E8-15AD803E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3C4F09-A866-4601-B4C0-C981BF467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82145-1F2F-4839-BEC8-7ED27AD8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3DB21-4A79-4798-A434-A5A97D88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1B0A2C-D473-4CBB-9FD5-5C17F92E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41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D9369B-DEA4-4451-980E-894D3B64C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4DBA60-BB1C-406D-8E06-7BFB59018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FA7488-853C-46E2-B155-FA350F37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0274B8-274C-4422-A2DF-D10CE98F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87D842-83E4-43B4-B617-B3E413B3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173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4D4A7E-2FFF-4A9C-89FE-1F470B6B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EB983C-DD79-4E99-8F29-758E0DC8C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D68A7B-846B-4F57-BD86-7FBAF9753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C278F-000C-4284-9E15-1E8063AA4867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C553A4-CE41-4DD3-9B01-4A518403B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AE6991-36ED-4A76-9561-C52C5EA96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1EB6B-A17A-4727-8307-08F3BB504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71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BB4AA-5104-44CF-91BE-C8EF6A574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Tutorial Week 10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3F171F-4D4E-4375-A118-DED2EA0BFE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谭俊杰 </a:t>
            </a:r>
            <a:r>
              <a:rPr lang="en-US" altLang="zh-CN" dirty="0" err="1"/>
              <a:t>Junjie</a:t>
            </a:r>
            <a:r>
              <a:rPr lang="en-US" altLang="zh-CN" dirty="0"/>
              <a:t> Tan 12332175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55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208B601-3D7E-4E61-B1B1-4ADFC638F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145"/>
          <a:stretch/>
        </p:blipFill>
        <p:spPr>
          <a:xfrm>
            <a:off x="0" y="58994"/>
            <a:ext cx="7163314" cy="212253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6F82167-CEE9-44F7-B596-DE456199E0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785" b="2800"/>
          <a:stretch/>
        </p:blipFill>
        <p:spPr>
          <a:xfrm>
            <a:off x="1827962" y="3763296"/>
            <a:ext cx="8228973" cy="303571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114F78C6-51E1-4E70-9C9E-5186646C3F86}"/>
              </a:ext>
            </a:extLst>
          </p:cNvPr>
          <p:cNvGrpSpPr/>
          <p:nvPr/>
        </p:nvGrpSpPr>
        <p:grpSpPr>
          <a:xfrm>
            <a:off x="6481078" y="773062"/>
            <a:ext cx="5710922" cy="1509252"/>
            <a:chOff x="6481078" y="613287"/>
            <a:chExt cx="5710922" cy="150925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4ECEE79-0B1C-42FC-B5D5-989911F64E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864" t="38455" r="48283" b="41934"/>
            <a:stretch/>
          </p:blipFill>
          <p:spPr>
            <a:xfrm>
              <a:off x="6481078" y="613287"/>
              <a:ext cx="3835055" cy="1509252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8EAE5EC-4A29-4D23-8B78-CF8B366F11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3612" t="38455" r="4397" b="41934"/>
            <a:stretch/>
          </p:blipFill>
          <p:spPr>
            <a:xfrm>
              <a:off x="10429596" y="613287"/>
              <a:ext cx="1762404" cy="1509252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6FE0CDEA-D0D0-4D76-95CC-04D9826173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989" b="61194"/>
          <a:stretch/>
        </p:blipFill>
        <p:spPr>
          <a:xfrm>
            <a:off x="117987" y="2888839"/>
            <a:ext cx="8964367" cy="67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2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158E054A-2D8A-4E0F-8499-1EAE860F40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299" r="56413" b="46307"/>
          <a:stretch/>
        </p:blipFill>
        <p:spPr>
          <a:xfrm>
            <a:off x="6459536" y="1903333"/>
            <a:ext cx="4572002" cy="59705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1585CEE-36AA-4E37-BA0E-B92707710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07276" cy="323830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A79475C-E1E4-42F1-B8F0-E355F60EDD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117"/>
          <a:stretch/>
        </p:blipFill>
        <p:spPr>
          <a:xfrm>
            <a:off x="0" y="3503258"/>
            <a:ext cx="6607276" cy="13494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EB2B775-D01E-42EC-8311-A488800335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7329" b="47883"/>
          <a:stretch/>
        </p:blipFill>
        <p:spPr>
          <a:xfrm>
            <a:off x="6693071" y="378848"/>
            <a:ext cx="5498929" cy="150894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6A36A538-B3AC-4E41-8D0C-9E7F45ED622F}"/>
              </a:ext>
            </a:extLst>
          </p:cNvPr>
          <p:cNvGrpSpPr/>
          <p:nvPr/>
        </p:nvGrpSpPr>
        <p:grpSpPr>
          <a:xfrm>
            <a:off x="6693071" y="3957361"/>
            <a:ext cx="5498929" cy="1962068"/>
            <a:chOff x="6693071" y="3957361"/>
            <a:chExt cx="5498929" cy="196206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1CD3097-FFF0-45CD-BC22-919E14C04B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84" t="56877" r="49694" b="30941"/>
            <a:stretch/>
          </p:blipFill>
          <p:spPr>
            <a:xfrm>
              <a:off x="6768751" y="3957361"/>
              <a:ext cx="5423249" cy="667902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94DE514D-B9E5-4747-B8A1-C3CA2FEBD4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3391" r="17329"/>
            <a:stretch/>
          </p:blipFill>
          <p:spPr>
            <a:xfrm>
              <a:off x="6693071" y="4569952"/>
              <a:ext cx="5498929" cy="1349477"/>
            </a:xfrm>
            <a:prstGeom prst="rect">
              <a:avLst/>
            </a:prstGeom>
          </p:spPr>
        </p:pic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8933C0D9-D58F-41EC-BC2A-C075B657FE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72" t="42299" r="22842" b="46307"/>
          <a:stretch/>
        </p:blipFill>
        <p:spPr>
          <a:xfrm>
            <a:off x="11112398" y="1964406"/>
            <a:ext cx="1308716" cy="47490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21CAEA5-3F44-4272-90D6-B52EBAB0BC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437" r="39580" b="1702"/>
          <a:stretch/>
        </p:blipFill>
        <p:spPr>
          <a:xfrm>
            <a:off x="0" y="5117689"/>
            <a:ext cx="4927954" cy="121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9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651D7C-BA25-45BD-A1C8-1D9F6D21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85" y="319548"/>
            <a:ext cx="10987595" cy="29619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6A8003C-ABE6-49F0-A82D-6D7ED04419F7}"/>
              </a:ext>
            </a:extLst>
          </p:cNvPr>
          <p:cNvSpPr txBox="1"/>
          <p:nvPr/>
        </p:nvSpPr>
        <p:spPr>
          <a:xfrm>
            <a:off x="1393723" y="3746090"/>
            <a:ext cx="74331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dirty="0"/>
              <a:t>Odd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Shifted 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x[0]=0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Discrete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No DC</a:t>
            </a:r>
          </a:p>
          <a:p>
            <a:pPr marL="342900" indent="-342900">
              <a:buAutoNum type="arabicPeriod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6916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651D7C-BA25-45BD-A1C8-1D9F6D210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042"/>
          <a:stretch/>
        </p:blipFill>
        <p:spPr>
          <a:xfrm>
            <a:off x="214005" y="368709"/>
            <a:ext cx="10987595" cy="207214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E3E4F26-A7A3-4585-8355-07896622F0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9092"/>
          <a:stretch/>
        </p:blipFill>
        <p:spPr>
          <a:xfrm>
            <a:off x="473485" y="2989007"/>
            <a:ext cx="4210050" cy="58747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9875610-536C-4F45-A53A-904CCA049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02" y="4050891"/>
            <a:ext cx="6124575" cy="2590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AB9C2B0-EB51-4565-9047-03827BE3F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400" y="3827206"/>
            <a:ext cx="6049261" cy="180314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AAC790-D39D-4C01-A14F-C572792AAC40}"/>
              </a:ext>
            </a:extLst>
          </p:cNvPr>
          <p:cNvSpPr txBox="1"/>
          <p:nvPr/>
        </p:nvSpPr>
        <p:spPr>
          <a:xfrm>
            <a:off x="5220929" y="1478371"/>
            <a:ext cx="74331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dirty="0"/>
              <a:t>Odd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Shifted 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x[0]=0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Discrete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No DC</a:t>
            </a:r>
          </a:p>
          <a:p>
            <a:pPr marL="342900" indent="-342900">
              <a:buAutoNum type="arabicPeriod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5548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651D7C-BA25-45BD-A1C8-1D9F6D210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042"/>
          <a:stretch/>
        </p:blipFill>
        <p:spPr>
          <a:xfrm>
            <a:off x="214005" y="368709"/>
            <a:ext cx="10987595" cy="207214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E3E4F26-A7A3-4585-8355-07896622F0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907" b="53636"/>
          <a:stretch/>
        </p:blipFill>
        <p:spPr>
          <a:xfrm>
            <a:off x="473485" y="3487993"/>
            <a:ext cx="4210050" cy="71529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AAC790-D39D-4C01-A14F-C572792AAC40}"/>
              </a:ext>
            </a:extLst>
          </p:cNvPr>
          <p:cNvSpPr txBox="1"/>
          <p:nvPr/>
        </p:nvSpPr>
        <p:spPr>
          <a:xfrm>
            <a:off x="5220929" y="1478371"/>
            <a:ext cx="74331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dirty="0"/>
              <a:t>Odd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Shifted 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x[0]=0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Discrete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No DC</a:t>
            </a:r>
          </a:p>
          <a:p>
            <a:pPr marL="342900" indent="-342900">
              <a:buAutoNum type="arabicPeriod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7413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651D7C-BA25-45BD-A1C8-1D9F6D210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042"/>
          <a:stretch/>
        </p:blipFill>
        <p:spPr>
          <a:xfrm>
            <a:off x="214005" y="368709"/>
            <a:ext cx="10987595" cy="207214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E3E4F26-A7A3-4585-8355-07896622F0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102" b="33165"/>
          <a:stretch/>
        </p:blipFill>
        <p:spPr>
          <a:xfrm>
            <a:off x="473485" y="4284406"/>
            <a:ext cx="4210050" cy="5825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28A6A7-2558-4990-9780-CAC3D5F751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785"/>
          <a:stretch/>
        </p:blipFill>
        <p:spPr>
          <a:xfrm>
            <a:off x="473485" y="4925962"/>
            <a:ext cx="4210050" cy="371322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F03B860-A014-4653-AAFC-406D6BCEC6D1}"/>
              </a:ext>
            </a:extLst>
          </p:cNvPr>
          <p:cNvCxnSpPr/>
          <p:nvPr/>
        </p:nvCxnSpPr>
        <p:spPr>
          <a:xfrm>
            <a:off x="9696309" y="1630691"/>
            <a:ext cx="0" cy="76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8BF2389-2BEA-42F3-99E2-199D8E72BEB1}"/>
              </a:ext>
            </a:extLst>
          </p:cNvPr>
          <p:cNvCxnSpPr/>
          <p:nvPr/>
        </p:nvCxnSpPr>
        <p:spPr>
          <a:xfrm>
            <a:off x="7533851" y="1630691"/>
            <a:ext cx="0" cy="76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FA80FB6-CA0A-4AFB-B5CE-6A27E3E37B50}"/>
              </a:ext>
            </a:extLst>
          </p:cNvPr>
          <p:cNvGrpSpPr/>
          <p:nvPr/>
        </p:nvGrpSpPr>
        <p:grpSpPr>
          <a:xfrm>
            <a:off x="6275441" y="2325607"/>
            <a:ext cx="4572000" cy="574316"/>
            <a:chOff x="4535132" y="3710090"/>
            <a:chExt cx="4572000" cy="574316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0BB2B16B-98B6-4DD7-AA31-586885C0A386}"/>
                </a:ext>
              </a:extLst>
            </p:cNvPr>
            <p:cNvCxnSpPr/>
            <p:nvPr/>
          </p:nvCxnSpPr>
          <p:spPr>
            <a:xfrm>
              <a:off x="4535132" y="3746090"/>
              <a:ext cx="4572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EB9D05A-1A03-49A8-89EB-AC5F519EC76D}"/>
                </a:ext>
              </a:extLst>
            </p:cNvPr>
            <p:cNvSpPr/>
            <p:nvPr/>
          </p:nvSpPr>
          <p:spPr>
            <a:xfrm>
              <a:off x="7920000" y="371009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1BCACD6-0D08-4D1A-8464-E7C1B0BA594A}"/>
                </a:ext>
              </a:extLst>
            </p:cNvPr>
            <p:cNvSpPr/>
            <p:nvPr/>
          </p:nvSpPr>
          <p:spPr>
            <a:xfrm>
              <a:off x="720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D68C035-A84D-4DBC-902F-1D2D63C8DC45}"/>
                </a:ext>
              </a:extLst>
            </p:cNvPr>
            <p:cNvSpPr/>
            <p:nvPr/>
          </p:nvSpPr>
          <p:spPr>
            <a:xfrm>
              <a:off x="576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4391A36-195A-4873-AF2A-C31A36C722DD}"/>
                </a:ext>
              </a:extLst>
            </p:cNvPr>
            <p:cNvSpPr txBox="1"/>
            <p:nvPr/>
          </p:nvSpPr>
          <p:spPr>
            <a:xfrm>
              <a:off x="6392875" y="3915074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-1</a:t>
              </a:r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7CD89C3-BBFC-4602-A153-2A39BA6A5B4B}"/>
                </a:ext>
              </a:extLst>
            </p:cNvPr>
            <p:cNvSpPr txBox="1"/>
            <p:nvPr/>
          </p:nvSpPr>
          <p:spPr>
            <a:xfrm>
              <a:off x="7799438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E3123EF-F1EA-49BE-8B37-4936AC8D6CE0}"/>
                </a:ext>
              </a:extLst>
            </p:cNvPr>
            <p:cNvSpPr txBox="1"/>
            <p:nvPr/>
          </p:nvSpPr>
          <p:spPr>
            <a:xfrm>
              <a:off x="5573903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-2</a:t>
              </a:r>
              <a:endParaRPr lang="zh-CN" altLang="en-US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374F293-C8D8-4F09-B246-184BD398C221}"/>
                </a:ext>
              </a:extLst>
            </p:cNvPr>
            <p:cNvSpPr/>
            <p:nvPr/>
          </p:nvSpPr>
          <p:spPr>
            <a:xfrm>
              <a:off x="648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DA58EB2-610E-4940-B996-52F80153B837}"/>
                </a:ext>
              </a:extLst>
            </p:cNvPr>
            <p:cNvSpPr txBox="1"/>
            <p:nvPr/>
          </p:nvSpPr>
          <p:spPr>
            <a:xfrm>
              <a:off x="7096156" y="3915074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C2E5BDD-0ADA-4C5D-8FD3-300EAF5F015F}"/>
                </a:ext>
              </a:extLst>
            </p:cNvPr>
            <p:cNvSpPr/>
            <p:nvPr/>
          </p:nvSpPr>
          <p:spPr>
            <a:xfrm>
              <a:off x="504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2405F31-3B4C-471A-AADA-D1B7DC7ABEC5}"/>
                </a:ext>
              </a:extLst>
            </p:cNvPr>
            <p:cNvSpPr txBox="1"/>
            <p:nvPr/>
          </p:nvSpPr>
          <p:spPr>
            <a:xfrm>
              <a:off x="4817903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-3</a:t>
              </a:r>
              <a:endParaRPr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007786F-D4B8-4B48-907D-36EC21D745EE}"/>
              </a:ext>
            </a:extLst>
          </p:cNvPr>
          <p:cNvGrpSpPr/>
          <p:nvPr/>
        </p:nvGrpSpPr>
        <p:grpSpPr>
          <a:xfrm>
            <a:off x="6275441" y="3482485"/>
            <a:ext cx="4572000" cy="574316"/>
            <a:chOff x="4535132" y="3710090"/>
            <a:chExt cx="4572000" cy="574316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39D81CF5-5862-47E4-B7C8-D4BAD45909EA}"/>
                </a:ext>
              </a:extLst>
            </p:cNvPr>
            <p:cNvCxnSpPr/>
            <p:nvPr/>
          </p:nvCxnSpPr>
          <p:spPr>
            <a:xfrm>
              <a:off x="4535132" y="3746090"/>
              <a:ext cx="4572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7D8DE40-CC10-4919-975D-D39D22A3EE86}"/>
                </a:ext>
              </a:extLst>
            </p:cNvPr>
            <p:cNvSpPr/>
            <p:nvPr/>
          </p:nvSpPr>
          <p:spPr>
            <a:xfrm>
              <a:off x="7920000" y="371009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94C22781-F669-475C-B465-25DC330107B2}"/>
                </a:ext>
              </a:extLst>
            </p:cNvPr>
            <p:cNvSpPr/>
            <p:nvPr/>
          </p:nvSpPr>
          <p:spPr>
            <a:xfrm>
              <a:off x="720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11C7B368-FC04-4660-80BC-02F0C015F057}"/>
                </a:ext>
              </a:extLst>
            </p:cNvPr>
            <p:cNvSpPr/>
            <p:nvPr/>
          </p:nvSpPr>
          <p:spPr>
            <a:xfrm>
              <a:off x="576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353D4BD-1544-4A70-9BEC-89D964E9848C}"/>
                </a:ext>
              </a:extLst>
            </p:cNvPr>
            <p:cNvSpPr txBox="1"/>
            <p:nvPr/>
          </p:nvSpPr>
          <p:spPr>
            <a:xfrm>
              <a:off x="6392875" y="3915074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-1</a:t>
              </a:r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9A7E796-C939-4925-A57E-F421C335B5A9}"/>
                </a:ext>
              </a:extLst>
            </p:cNvPr>
            <p:cNvSpPr txBox="1"/>
            <p:nvPr/>
          </p:nvSpPr>
          <p:spPr>
            <a:xfrm>
              <a:off x="7799438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78D80A6-FFE1-41CB-8476-AEB5E99B7EDF}"/>
                </a:ext>
              </a:extLst>
            </p:cNvPr>
            <p:cNvSpPr txBox="1"/>
            <p:nvPr/>
          </p:nvSpPr>
          <p:spPr>
            <a:xfrm>
              <a:off x="5573903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-2</a:t>
              </a:r>
              <a:endParaRPr lang="zh-CN" altLang="en-US" dirty="0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D3C4C86-CE34-4E09-847A-4998853117AE}"/>
                </a:ext>
              </a:extLst>
            </p:cNvPr>
            <p:cNvSpPr/>
            <p:nvPr/>
          </p:nvSpPr>
          <p:spPr>
            <a:xfrm>
              <a:off x="648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3665C87-DC17-49A8-AE9B-905451339E2F}"/>
                </a:ext>
              </a:extLst>
            </p:cNvPr>
            <p:cNvSpPr txBox="1"/>
            <p:nvPr/>
          </p:nvSpPr>
          <p:spPr>
            <a:xfrm>
              <a:off x="7096156" y="3915074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F3FEBD26-240B-4E2E-A5B1-09A510309555}"/>
                </a:ext>
              </a:extLst>
            </p:cNvPr>
            <p:cNvSpPr/>
            <p:nvPr/>
          </p:nvSpPr>
          <p:spPr>
            <a:xfrm>
              <a:off x="504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D63B693-3696-421F-AEA2-339457572CC4}"/>
                </a:ext>
              </a:extLst>
            </p:cNvPr>
            <p:cNvSpPr txBox="1"/>
            <p:nvPr/>
          </p:nvSpPr>
          <p:spPr>
            <a:xfrm>
              <a:off x="4817903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-3</a:t>
              </a:r>
              <a:endParaRPr lang="zh-CN" altLang="en-US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527AFCA-1B3F-421F-AA7C-950AC1891571}"/>
              </a:ext>
            </a:extLst>
          </p:cNvPr>
          <p:cNvGrpSpPr/>
          <p:nvPr/>
        </p:nvGrpSpPr>
        <p:grpSpPr>
          <a:xfrm>
            <a:off x="5934309" y="5010126"/>
            <a:ext cx="4572000" cy="574316"/>
            <a:chOff x="4535132" y="3710090"/>
            <a:chExt cx="4572000" cy="574316"/>
          </a:xfrm>
        </p:grpSpPr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9A4FBB3B-63E0-4FDD-87AD-98588B8A0AF8}"/>
                </a:ext>
              </a:extLst>
            </p:cNvPr>
            <p:cNvCxnSpPr/>
            <p:nvPr/>
          </p:nvCxnSpPr>
          <p:spPr>
            <a:xfrm>
              <a:off x="4535132" y="3746090"/>
              <a:ext cx="4572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0B98E460-1B94-4AFF-959F-7B237D48110B}"/>
                </a:ext>
              </a:extLst>
            </p:cNvPr>
            <p:cNvSpPr/>
            <p:nvPr/>
          </p:nvSpPr>
          <p:spPr>
            <a:xfrm>
              <a:off x="7920000" y="371009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59F38D69-54B6-4247-863B-1F3428B4C8A3}"/>
                </a:ext>
              </a:extLst>
            </p:cNvPr>
            <p:cNvSpPr/>
            <p:nvPr/>
          </p:nvSpPr>
          <p:spPr>
            <a:xfrm>
              <a:off x="720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0DFA006-779C-4435-B127-76E50E770941}"/>
                </a:ext>
              </a:extLst>
            </p:cNvPr>
            <p:cNvSpPr/>
            <p:nvPr/>
          </p:nvSpPr>
          <p:spPr>
            <a:xfrm>
              <a:off x="576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A774A9C-0603-44C1-AA46-B06B1710ED01}"/>
                </a:ext>
              </a:extLst>
            </p:cNvPr>
            <p:cNvSpPr txBox="1"/>
            <p:nvPr/>
          </p:nvSpPr>
          <p:spPr>
            <a:xfrm>
              <a:off x="6392875" y="3915074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-1</a:t>
              </a:r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BA4C97C-DED2-4ED2-9959-67D636084E47}"/>
                </a:ext>
              </a:extLst>
            </p:cNvPr>
            <p:cNvSpPr txBox="1"/>
            <p:nvPr/>
          </p:nvSpPr>
          <p:spPr>
            <a:xfrm>
              <a:off x="7799438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619F14D-E436-41F5-AA04-0D552C23E822}"/>
                </a:ext>
              </a:extLst>
            </p:cNvPr>
            <p:cNvSpPr txBox="1"/>
            <p:nvPr/>
          </p:nvSpPr>
          <p:spPr>
            <a:xfrm>
              <a:off x="5573903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-2</a:t>
              </a:r>
              <a:endParaRPr lang="zh-CN" altLang="en-US" dirty="0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5A412B73-2913-4BBC-B1E6-1EB5A166FA77}"/>
                </a:ext>
              </a:extLst>
            </p:cNvPr>
            <p:cNvSpPr/>
            <p:nvPr/>
          </p:nvSpPr>
          <p:spPr>
            <a:xfrm>
              <a:off x="648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81419D3-BA4A-466C-B5AE-A37C14FF6B04}"/>
                </a:ext>
              </a:extLst>
            </p:cNvPr>
            <p:cNvSpPr txBox="1"/>
            <p:nvPr/>
          </p:nvSpPr>
          <p:spPr>
            <a:xfrm>
              <a:off x="7096156" y="3915074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0025615E-F0DB-4304-825B-AB2776C599E8}"/>
                </a:ext>
              </a:extLst>
            </p:cNvPr>
            <p:cNvSpPr/>
            <p:nvPr/>
          </p:nvSpPr>
          <p:spPr>
            <a:xfrm>
              <a:off x="5040000" y="3711600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30204C3-84DB-4FE0-82B2-64ED4B2CE99C}"/>
                </a:ext>
              </a:extLst>
            </p:cNvPr>
            <p:cNvSpPr txBox="1"/>
            <p:nvPr/>
          </p:nvSpPr>
          <p:spPr>
            <a:xfrm>
              <a:off x="4817903" y="3892951"/>
              <a:ext cx="51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-3</a:t>
              </a:r>
              <a:endParaRPr lang="zh-CN" altLang="en-US" dirty="0"/>
            </a:p>
          </p:txBody>
        </p:sp>
      </p:grp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FE6F39A-5A26-448E-A00E-AC89410C8F15}"/>
              </a:ext>
            </a:extLst>
          </p:cNvPr>
          <p:cNvCxnSpPr/>
          <p:nvPr/>
        </p:nvCxnSpPr>
        <p:spPr>
          <a:xfrm>
            <a:off x="6816309" y="2774563"/>
            <a:ext cx="0" cy="76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7D9DD08-D0DE-48BD-A388-13DF3961FD4D}"/>
              </a:ext>
            </a:extLst>
          </p:cNvPr>
          <p:cNvCxnSpPr/>
          <p:nvPr/>
        </p:nvCxnSpPr>
        <p:spPr>
          <a:xfrm>
            <a:off x="9696309" y="2787569"/>
            <a:ext cx="0" cy="76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C520284-9638-46C4-AC9F-458C955A0C55}"/>
              </a:ext>
            </a:extLst>
          </p:cNvPr>
          <p:cNvCxnSpPr/>
          <p:nvPr/>
        </p:nvCxnSpPr>
        <p:spPr>
          <a:xfrm>
            <a:off x="9355177" y="4249277"/>
            <a:ext cx="0" cy="76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5E9C106-BD57-4828-B1EA-DE69F4454E55}"/>
              </a:ext>
            </a:extLst>
          </p:cNvPr>
          <p:cNvCxnSpPr/>
          <p:nvPr/>
        </p:nvCxnSpPr>
        <p:spPr>
          <a:xfrm>
            <a:off x="7927650" y="5046126"/>
            <a:ext cx="0" cy="76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12AAC790-D39D-4C01-A14F-C572792AAC40}"/>
              </a:ext>
            </a:extLst>
          </p:cNvPr>
          <p:cNvSpPr txBox="1"/>
          <p:nvPr/>
        </p:nvSpPr>
        <p:spPr>
          <a:xfrm>
            <a:off x="4234583" y="1775525"/>
            <a:ext cx="74331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dirty="0"/>
              <a:t>Odd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Shifted 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x[0]=0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Discrete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No DC</a:t>
            </a:r>
          </a:p>
          <a:p>
            <a:pPr marL="342900" indent="-342900">
              <a:buAutoNum type="arabicPeriod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5811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651D7C-BA25-45BD-A1C8-1D9F6D210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042"/>
          <a:stretch/>
        </p:blipFill>
        <p:spPr>
          <a:xfrm>
            <a:off x="214005" y="368709"/>
            <a:ext cx="10987595" cy="207214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E3E4F26-A7A3-4585-8355-07896622F0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571" b="12958"/>
          <a:stretch/>
        </p:blipFill>
        <p:spPr>
          <a:xfrm>
            <a:off x="318627" y="3996813"/>
            <a:ext cx="4210050" cy="5751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18FE39B-A913-4EDC-9C3C-402A79683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361" y="1678762"/>
            <a:ext cx="5459361" cy="40511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2AAC790-D39D-4C01-A14F-C572792AAC40}"/>
              </a:ext>
            </a:extLst>
          </p:cNvPr>
          <p:cNvSpPr txBox="1"/>
          <p:nvPr/>
        </p:nvSpPr>
        <p:spPr>
          <a:xfrm>
            <a:off x="3710447" y="1678762"/>
            <a:ext cx="74331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dirty="0"/>
              <a:t>Odd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Shifted even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x[0]=0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Discrete</a:t>
            </a:r>
          </a:p>
          <a:p>
            <a:pPr marL="342900" indent="-342900">
              <a:buAutoNum type="arabicPeriod"/>
            </a:pPr>
            <a:r>
              <a:rPr lang="en-US" altLang="zh-CN" sz="2400" dirty="0"/>
              <a:t>No DC</a:t>
            </a:r>
          </a:p>
          <a:p>
            <a:pPr marL="342900" indent="-342900">
              <a:buAutoNum type="arabicPeriod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904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7A7F00B-DCFB-4B3C-80E5-2E96DEC43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8" y="371475"/>
            <a:ext cx="9344025" cy="6115050"/>
          </a:xfrm>
          <a:prstGeom prst="rect">
            <a:avLst/>
          </a:prstGeom>
        </p:spPr>
      </p:pic>
      <p:sp>
        <p:nvSpPr>
          <p:cNvPr id="3" name="乘号 2"/>
          <p:cNvSpPr/>
          <p:nvPr/>
        </p:nvSpPr>
        <p:spPr>
          <a:xfrm>
            <a:off x="7537269" y="2730138"/>
            <a:ext cx="822960" cy="940525"/>
          </a:xfrm>
          <a:prstGeom prst="mathMultiply">
            <a:avLst/>
          </a:prstGeom>
          <a:solidFill>
            <a:srgbClr val="FF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41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43A3C4-A407-4EAE-AE81-336DF61095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3"/>
          <a:stretch/>
        </p:blipFill>
        <p:spPr>
          <a:xfrm>
            <a:off x="0" y="161365"/>
            <a:ext cx="7449887" cy="675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ED9AD95-2861-4E84-B3E6-D0E069A7C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4" b="6371"/>
          <a:stretch/>
        </p:blipFill>
        <p:spPr>
          <a:xfrm>
            <a:off x="679349" y="789039"/>
            <a:ext cx="9048750" cy="31930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646C35-A853-480E-BFD3-837CF153EB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645"/>
          <a:stretch/>
        </p:blipFill>
        <p:spPr>
          <a:xfrm>
            <a:off x="1296938" y="4190693"/>
            <a:ext cx="8477250" cy="132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1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51CAB95-CEA6-4DB7-860B-1B68AD4E1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504825"/>
            <a:ext cx="838200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1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1302777-A4AC-441C-93D0-12C483C5B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13" y="0"/>
            <a:ext cx="8322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1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63B2520-C539-4E8E-826A-BF9E866C7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000" y="931299"/>
            <a:ext cx="85915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4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9F12B9E-0C76-47B9-A87E-B8BDA968A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16" y="0"/>
            <a:ext cx="8973967" cy="6858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F4CCA14-4C02-4788-8DA6-F8B9CA0A1F77}"/>
              </a:ext>
            </a:extLst>
          </p:cNvPr>
          <p:cNvGrpSpPr/>
          <p:nvPr/>
        </p:nvGrpSpPr>
        <p:grpSpPr>
          <a:xfrm>
            <a:off x="8382650" y="0"/>
            <a:ext cx="4400666" cy="1945786"/>
            <a:chOff x="6693071" y="3957361"/>
            <a:chExt cx="5498930" cy="196206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0DB0BF4-4824-4A78-9991-5F9B8E4482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84" t="56877" r="49694" b="30941"/>
            <a:stretch/>
          </p:blipFill>
          <p:spPr>
            <a:xfrm>
              <a:off x="6768751" y="3957361"/>
              <a:ext cx="5423249" cy="667902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A28BA75-C8B7-4AF6-86CF-6E75DA011C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3391" r="17329"/>
            <a:stretch/>
          </p:blipFill>
          <p:spPr>
            <a:xfrm>
              <a:off x="6693071" y="4569952"/>
              <a:ext cx="5498930" cy="1349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958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5041</TotalTime>
  <Words>81</Words>
  <Application>Microsoft Office PowerPoint</Application>
  <PresentationFormat>宽屏</PresentationFormat>
  <Paragraphs>47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Tutorial Week 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Week 10</dc:title>
  <dc:creator>谭俊杰</dc:creator>
  <cp:lastModifiedBy>Administrator</cp:lastModifiedBy>
  <cp:revision>22</cp:revision>
  <dcterms:created xsi:type="dcterms:W3CDTF">2024-11-11T13:04:32Z</dcterms:created>
  <dcterms:modified xsi:type="dcterms:W3CDTF">2024-11-19T13:39:25Z</dcterms:modified>
</cp:coreProperties>
</file>