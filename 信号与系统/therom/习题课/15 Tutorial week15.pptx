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19" r:id="rId4"/>
    <p:sldId id="312" r:id="rId5"/>
    <p:sldId id="317" r:id="rId6"/>
    <p:sldId id="318" r:id="rId7"/>
    <p:sldId id="320" r:id="rId8"/>
    <p:sldId id="324" r:id="rId9"/>
    <p:sldId id="325" r:id="rId10"/>
    <p:sldId id="326" r:id="rId11"/>
    <p:sldId id="323" r:id="rId12"/>
    <p:sldId id="329" r:id="rId13"/>
    <p:sldId id="322" r:id="rId14"/>
    <p:sldId id="330" r:id="rId15"/>
    <p:sldId id="331" r:id="rId16"/>
    <p:sldId id="27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2C9AB-6F95-4342-8045-5693AAA8E9B5}">
          <p14:sldIdLst>
            <p14:sldId id="256"/>
            <p14:sldId id="257"/>
            <p14:sldId id="319"/>
            <p14:sldId id="312"/>
            <p14:sldId id="317"/>
            <p14:sldId id="318"/>
            <p14:sldId id="320"/>
            <p14:sldId id="324"/>
            <p14:sldId id="325"/>
            <p14:sldId id="326"/>
            <p14:sldId id="323"/>
            <p14:sldId id="329"/>
            <p14:sldId id="322"/>
            <p14:sldId id="330"/>
            <p14:sldId id="331"/>
          </p14:sldIdLst>
        </p14:section>
        <p14:section name="无标题节" id="{CACA7A88-2C72-4EF4-A5C1-76CB15B6AAA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59" autoAdjust="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CD175-ABF4-47DB-8DA0-293C353A33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13425-0399-40BF-A67B-10AA738BD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6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56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0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F2B08-CCBA-AF2D-7BA9-62597C7FB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017BEC-8726-809A-D493-53FB7BC65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C00F5-AFBB-D100-5754-654745BA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5676F-86D1-36E8-4271-77D241AB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EAF5-AA7E-7C07-5D2A-41A1C14A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37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A299F-0B24-6762-5BF3-DDF8A2C9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BAA4C-4DCC-D99B-747B-803C55EA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88C33-7B87-F247-D5AE-CA126681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88668-C2CE-7A1C-C97F-EBA01732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0AB8B-4CE8-E70F-54AA-CB3830B6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C46F1-E99A-9718-0B69-20AFBB59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8F052F-7EE0-AFDD-25FD-3CD5D0C3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A69709-49E2-903D-5800-86765C66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59B93B-A6B1-AADD-F018-4A7FF899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8C5FE-8E5B-ED12-71E4-07F3715D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E2B91-1704-A40C-86A5-BA4C0BD4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833A4-3BB9-F5AB-0C4F-964E9AC25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29725E-B2E9-5BED-AE89-67ED6231E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336E8-7187-CA95-61C2-B89C530E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AA8EE-83BF-4FA0-2557-174F624F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9FBA8-06C6-5F20-9589-58CD82E1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33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C8E83-5380-CE5A-D4B3-88642C99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A2E07-03A5-1C89-81A2-7810F206C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163E3E-1C02-7D73-FAA6-208B4673E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393C84-FB67-F610-1520-EBA5B9E41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661F71-AA5E-DF64-088A-ACB0EC9CF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A9B461-DA48-A6AD-882F-3A8B1B22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C40896-DEA0-1420-E35C-BA55EC6F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1BC20B-6436-1C6E-2A59-12877F74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7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F054A-FB3E-0B1C-C7AB-4233234A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1E5A6E-1F86-A75E-AF91-0D3E1390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6406D2-A018-E679-7056-FEC38119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CF4DC0-51A1-FD71-5184-B9E4A669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0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A02B17-6E7B-E396-E920-9E22B74D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0F1CE6-0CA5-FE2C-7E02-7D0B127E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68B535-8961-459D-5AF7-68B395C0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1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7A2A-ACEA-235D-75F4-D6964CDB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6C93-C777-AB94-C20C-4554E033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9A614B-6DC3-92BA-8366-C7A7EDC8A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B860E-EB26-2082-5D17-7F1EFD12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0CC51B-CDFC-385C-5E45-9200F38B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10118-56F7-A07E-05EE-5B87CE91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3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38EE7-71B5-C320-642C-5727EAA2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3286FD-2764-3683-D331-37032345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4E5F97-E69F-C82C-E29E-BC66151A7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37E31D-4C4D-BBA2-3E7A-3CFA407D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57EFA-56FC-9F24-4270-96B5FD73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CC78B-9058-B773-D679-F4684C7F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85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193C-802D-58D9-F820-48582497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ED22F0-7DEC-8A77-274D-E8EE6A8A1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548DD-BC52-F981-A587-5FB9E534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53140-391B-17B6-00E2-35A6D343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6061C2-C220-0440-CF57-7A0B11A3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82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CFC46E-8BEA-5891-4D0E-EF20186F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E585D-65BE-F89D-F8EF-BAA583E82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4B68F-5730-BC8B-2698-C18DA3E7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0B5EF-9D63-28C2-51E3-1A41E6BE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1D172-EDE2-0BC6-7F1F-85D2F804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2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E7B1E1-9759-1A7A-20F0-7E3BEC80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540D44-FDE6-0250-28C1-072A8A3B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81E55-9E31-6CFC-01BA-00237E1CC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A8A28-38F2-4261-9DDE-A99877921C56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890FC-42CF-3BED-4603-7672E2B25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20528-1E7A-D2C8-0312-21058C45D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5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>
            <a:extLst>
              <a:ext uri="{FF2B5EF4-FFF2-40B4-BE49-F238E27FC236}">
                <a16:creationId xmlns:a16="http://schemas.microsoft.com/office/drawing/2014/main" id="{018193E5-3D81-40A3-C8C8-6270FAEBEAD1}"/>
              </a:ext>
            </a:extLst>
          </p:cNvPr>
          <p:cNvSpPr txBox="1"/>
          <p:nvPr/>
        </p:nvSpPr>
        <p:spPr>
          <a:xfrm>
            <a:off x="1168854" y="2260625"/>
            <a:ext cx="9854292" cy="834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Tutorial Questions 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（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Week 15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）</a:t>
            </a:r>
            <a:endParaRPr lang="en-US" altLang="zh-CN" sz="3600" b="1" dirty="0">
              <a:solidFill>
                <a:schemeClr val="accent2"/>
              </a:solidFill>
              <a:latin typeface="Tw Cen MT" panose="020B0602020104020603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3348BD-A273-77CF-C53E-2CB929399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76B31C4E-9E25-C848-A62A-D13C03793BBA}"/>
              </a:ext>
            </a:extLst>
          </p:cNvPr>
          <p:cNvSpPr txBox="1"/>
          <p:nvPr/>
        </p:nvSpPr>
        <p:spPr>
          <a:xfrm>
            <a:off x="1834929" y="3094699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311343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8073D4-946B-0E1F-4469-9EB2E30BEB35}"/>
              </a:ext>
            </a:extLst>
          </p:cNvPr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Outline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w Cen MT" panose="020B0602020104020603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416E8B-0938-EDD6-E346-522C7F23BBA7}"/>
              </a:ext>
            </a:extLst>
          </p:cNvPr>
          <p:cNvSpPr txBox="1"/>
          <p:nvPr/>
        </p:nvSpPr>
        <p:spPr>
          <a:xfrm>
            <a:off x="482600" y="1003218"/>
            <a:ext cx="11099800" cy="249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Review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Tutorial Problems 8.44 8.46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3735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E8281-C3F8-E6AD-A52A-C5FA4CEB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17F7B-118B-9DF1-6927-176778503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0ADEBC-60CA-C6F4-A3B6-1E49EBCC8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062" y="61912"/>
            <a:ext cx="890587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75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A3DFA71-EF8D-818A-69AB-97FF85C16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52387"/>
            <a:ext cx="862012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6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B30F-C140-752E-7BD0-000B0801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89A4B2-F54A-DBA5-A710-9FFBF8F4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152400"/>
            <a:ext cx="916305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2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3E634-9A72-6EF2-E2EF-D6D6146A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D9FDCD-4C84-A83C-4148-339E19BD2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5EAB47-E7BF-1F3E-2ED5-2D31D294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975"/>
            <a:ext cx="8143247" cy="58769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1F44E13-36DE-A766-8E59-92CBD86EC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247" y="3149383"/>
            <a:ext cx="3876675" cy="30275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02482F-BA5D-CE65-1E5E-A3A26C77E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964" y="313532"/>
            <a:ext cx="3841119" cy="254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FFC05-E494-B1BE-C3F1-DB4F2F8D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36ADE1-3ADF-1C15-27FB-004C8F389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7CE67C-0295-16E3-7176-C6D56DC62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01" y="681037"/>
            <a:ext cx="6272213" cy="46495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FE7BF7-7BDE-DFFD-C688-E74DE420C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020" y="2111657"/>
            <a:ext cx="6385574" cy="214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6B7DE9-C84B-79B2-B177-CA1A5300B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0025"/>
            <a:ext cx="883920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4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CBE28C3-B0D0-1E29-3D85-B2AE5DAE6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462" y="1066800"/>
            <a:ext cx="6027538" cy="4286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4CB0CBD-73C8-AA24-11CD-1B4B11F6A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2" y="885825"/>
            <a:ext cx="606034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01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BDD8E-C797-F725-EB0D-818686E3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9EA3EF-3859-8F3B-627E-B5708A62E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371F54-8B08-729B-6524-EC84C4476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181100"/>
            <a:ext cx="5848350" cy="47831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A0B64F-5813-CE80-BB58-9605E66C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837" y="1241413"/>
            <a:ext cx="6428063" cy="472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82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D515B97-348A-8FB8-07B3-67C61919C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566" y="0"/>
            <a:ext cx="9048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91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B4C16A3-7211-16F4-8DF7-6BDB36B5C7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00"/>
          <a:stretch/>
        </p:blipFill>
        <p:spPr>
          <a:xfrm>
            <a:off x="1276350" y="44193"/>
            <a:ext cx="7667625" cy="33848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A8F549-4DCF-F92A-ADA1-4344E28D3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628"/>
          <a:stretch/>
        </p:blipFill>
        <p:spPr>
          <a:xfrm>
            <a:off x="1652588" y="3495676"/>
            <a:ext cx="7205662" cy="1504950"/>
          </a:xfrm>
          <a:prstGeom prst="rect">
            <a:avLst/>
          </a:prstGeom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9380AE7-2B63-3104-6B60-9470D3D39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661911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93CBD58-1B2B-437C-96DB-5E9A2E5F8332}"/>
              </a:ext>
            </a:extLst>
          </p:cNvPr>
          <p:cNvSpPr txBox="1"/>
          <p:nvPr/>
        </p:nvSpPr>
        <p:spPr>
          <a:xfrm>
            <a:off x="1574818" y="5314949"/>
            <a:ext cx="42530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Y(0)=a</a:t>
            </a:r>
            <a:r>
              <a:rPr lang="en-US" baseline="-25000" dirty="0"/>
              <a:t>-1</a:t>
            </a:r>
            <a:r>
              <a:rPr lang="en-US" dirty="0"/>
              <a:t>x(T</a:t>
            </a:r>
            <a:r>
              <a:rPr lang="en-US" baseline="-25000" dirty="0"/>
              <a:t>1</a:t>
            </a:r>
            <a:r>
              <a:rPr lang="en-US" dirty="0"/>
              <a:t>)+a</a:t>
            </a:r>
            <a:r>
              <a:rPr lang="en-US" baseline="-25000" dirty="0"/>
              <a:t>0</a:t>
            </a:r>
            <a:r>
              <a:rPr lang="en-US" dirty="0"/>
              <a:t>x(0)+a</a:t>
            </a:r>
            <a:r>
              <a:rPr lang="en-US" baseline="-25000" dirty="0"/>
              <a:t>1</a:t>
            </a:r>
            <a:r>
              <a:rPr lang="en-US" dirty="0"/>
              <a:t>x(-T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r>
              <a:rPr lang="en-US" dirty="0"/>
              <a:t>Y(T</a:t>
            </a:r>
            <a:r>
              <a:rPr lang="en-US" baseline="-25000" dirty="0"/>
              <a:t>1</a:t>
            </a:r>
            <a:r>
              <a:rPr lang="en-US" dirty="0"/>
              <a:t>)=a</a:t>
            </a:r>
            <a:r>
              <a:rPr lang="en-US" baseline="-25000" dirty="0"/>
              <a:t>-1</a:t>
            </a:r>
            <a:r>
              <a:rPr lang="en-US" dirty="0"/>
              <a:t>x(2T</a:t>
            </a:r>
            <a:r>
              <a:rPr lang="en-US" baseline="-25000" dirty="0"/>
              <a:t>1</a:t>
            </a:r>
            <a:r>
              <a:rPr lang="en-US" dirty="0"/>
              <a:t>)+a</a:t>
            </a:r>
            <a:r>
              <a:rPr lang="en-US" baseline="-25000" dirty="0"/>
              <a:t>0</a:t>
            </a:r>
            <a:r>
              <a:rPr lang="en-US" dirty="0"/>
              <a:t>x(T</a:t>
            </a:r>
            <a:r>
              <a:rPr lang="en-US" baseline="-25000" dirty="0"/>
              <a:t>1</a:t>
            </a:r>
            <a:r>
              <a:rPr lang="en-US" dirty="0"/>
              <a:t>)+a</a:t>
            </a:r>
            <a:r>
              <a:rPr lang="en-US" baseline="-25000" dirty="0"/>
              <a:t>1</a:t>
            </a:r>
            <a:r>
              <a:rPr lang="en-US" dirty="0"/>
              <a:t>x(0)+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x(-T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Y(-T</a:t>
            </a:r>
            <a:r>
              <a:rPr lang="en-US" baseline="-25000" dirty="0"/>
              <a:t>1</a:t>
            </a:r>
            <a:r>
              <a:rPr lang="en-US" dirty="0"/>
              <a:t>)=a</a:t>
            </a:r>
            <a:r>
              <a:rPr lang="en-US" baseline="-25000" dirty="0"/>
              <a:t>-2</a:t>
            </a:r>
            <a:r>
              <a:rPr lang="en-US" dirty="0"/>
              <a:t>x(T</a:t>
            </a:r>
            <a:r>
              <a:rPr lang="en-US" baseline="-25000" dirty="0"/>
              <a:t>1</a:t>
            </a:r>
            <a:r>
              <a:rPr lang="en-US" dirty="0"/>
              <a:t>) a</a:t>
            </a:r>
            <a:r>
              <a:rPr lang="en-US" baseline="-25000" dirty="0"/>
              <a:t>-1</a:t>
            </a:r>
            <a:r>
              <a:rPr lang="en-US" dirty="0"/>
              <a:t>x(0)+a</a:t>
            </a:r>
            <a:r>
              <a:rPr lang="en-US" baseline="-25000" dirty="0"/>
              <a:t>0</a:t>
            </a:r>
            <a:r>
              <a:rPr lang="en-US" dirty="0"/>
              <a:t>x(-T</a:t>
            </a:r>
            <a:r>
              <a:rPr lang="en-US" baseline="-25000" dirty="0"/>
              <a:t>1</a:t>
            </a:r>
            <a:r>
              <a:rPr lang="en-US" dirty="0"/>
              <a:t>)+a</a:t>
            </a:r>
            <a:r>
              <a:rPr lang="en-US" baseline="-25000" dirty="0"/>
              <a:t>1</a:t>
            </a:r>
            <a:r>
              <a:rPr lang="en-US" dirty="0"/>
              <a:t>x(-2T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53F12D4-75D7-F932-B5C4-B102B3ED24AE}"/>
              </a:ext>
            </a:extLst>
          </p:cNvPr>
          <p:cNvSpPr/>
          <p:nvPr/>
        </p:nvSpPr>
        <p:spPr>
          <a:xfrm>
            <a:off x="5676900" y="5609927"/>
            <a:ext cx="828675" cy="3333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83EF00-0CD3-5F0A-DE4F-E0F755B86142}"/>
              </a:ext>
            </a:extLst>
          </p:cNvPr>
          <p:cNvSpPr txBox="1"/>
          <p:nvPr/>
        </p:nvSpPr>
        <p:spPr>
          <a:xfrm>
            <a:off x="6805782" y="5314949"/>
            <a:ext cx="3478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1=-0.2*a</a:t>
            </a:r>
            <a:r>
              <a:rPr lang="en-US" baseline="-25000" dirty="0"/>
              <a:t>-1</a:t>
            </a:r>
            <a:r>
              <a:rPr lang="en-US" dirty="0"/>
              <a:t>+0*a+0.2*a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0=0*a</a:t>
            </a:r>
            <a:r>
              <a:rPr lang="en-US" baseline="-25000" dirty="0"/>
              <a:t>-1</a:t>
            </a:r>
            <a:r>
              <a:rPr lang="en-US" dirty="0"/>
              <a:t>-0.2*a</a:t>
            </a:r>
            <a:r>
              <a:rPr lang="en-US" baseline="-25000" dirty="0"/>
              <a:t>0</a:t>
            </a:r>
            <a:r>
              <a:rPr lang="en-US" dirty="0"/>
              <a:t>+0*a</a:t>
            </a:r>
            <a:r>
              <a:rPr lang="en-US" baseline="-25000" dirty="0"/>
              <a:t>1</a:t>
            </a:r>
            <a:r>
              <a:rPr lang="en-US" dirty="0"/>
              <a:t>+0.2*a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0=-0.2*a</a:t>
            </a:r>
            <a:r>
              <a:rPr lang="en-US" baseline="-25000" dirty="0"/>
              <a:t>-2</a:t>
            </a:r>
            <a:r>
              <a:rPr lang="en-US" dirty="0"/>
              <a:t>+0*a</a:t>
            </a:r>
            <a:r>
              <a:rPr lang="en-US" baseline="-25000" dirty="0"/>
              <a:t>-1</a:t>
            </a:r>
            <a:r>
              <a:rPr lang="en-US" dirty="0"/>
              <a:t>+0.2*a</a:t>
            </a:r>
            <a:r>
              <a:rPr lang="en-US" baseline="-25000" dirty="0"/>
              <a:t>0</a:t>
            </a:r>
            <a:r>
              <a:rPr lang="en-US" dirty="0"/>
              <a:t>+0*a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1B7D52-1EA1-A324-069E-24F5FA466043}"/>
              </a:ext>
            </a:extLst>
          </p:cNvPr>
          <p:cNvSpPr txBox="1"/>
          <p:nvPr/>
        </p:nvSpPr>
        <p:spPr>
          <a:xfrm>
            <a:off x="6936583" y="6183270"/>
            <a:ext cx="2907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取一组值满足条件即可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135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19ABB91-7FF5-A41D-E026-402A8859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9" y="168275"/>
            <a:ext cx="6260015" cy="44227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9A6FAD-B761-D58C-5439-48BAF567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9" y="4591051"/>
            <a:ext cx="6326981" cy="118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70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D2DA0-E5FB-4557-599D-7002BA90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E9109B7-1D86-9803-9D57-745265B03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913" y="3865917"/>
            <a:ext cx="9310688" cy="2628797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4C3194-8012-B955-FF0E-2888C836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3825"/>
            <a:ext cx="9010650" cy="389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9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C6B9A-306E-5100-AAD5-EA175979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5A5A890-BB82-E7B9-0B08-C60441655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65766"/>
            <a:ext cx="5562600" cy="3592234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C80C461-B6BA-68DC-6362-15379621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3" y="181769"/>
            <a:ext cx="6357938" cy="31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45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99425E99-AE0C-E42E-3726-8564F0DFD3C3}"/>
              </a:ext>
            </a:extLst>
          </p:cNvPr>
          <p:cNvSpPr txBox="1"/>
          <p:nvPr/>
        </p:nvSpPr>
        <p:spPr>
          <a:xfrm>
            <a:off x="1168854" y="2260625"/>
            <a:ext cx="9854292" cy="166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Thanks for Your Attendance</a:t>
            </a:r>
          </a:p>
          <a:p>
            <a:pPr lvl="0" algn="ctr">
              <a:lnSpc>
                <a:spcPct val="150000"/>
              </a:lnSpc>
            </a:pPr>
            <a:r>
              <a:rPr lang="en-US" altLang="zh-CN" sz="3600" b="1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Q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&amp;A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6405B2-03F3-0A94-882D-4B755347A3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6772001-1CF9-FF13-78B4-532E67239929}"/>
              </a:ext>
            </a:extLst>
          </p:cNvPr>
          <p:cNvSpPr txBox="1"/>
          <p:nvPr/>
        </p:nvSpPr>
        <p:spPr>
          <a:xfrm>
            <a:off x="2021360" y="4549346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24553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5213</TotalTime>
  <Words>165</Words>
  <Application>Microsoft Office PowerPoint</Application>
  <PresentationFormat>宽屏</PresentationFormat>
  <Paragraphs>24</Paragraphs>
  <Slides>16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Arial</vt:lpstr>
      <vt:lpstr>Calibri</vt:lpstr>
      <vt:lpstr>Tw Cen MT</vt:lpstr>
      <vt:lpstr>Office 主题​​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 博文</dc:creator>
  <cp:lastModifiedBy>峻滔 张</cp:lastModifiedBy>
  <cp:revision>16</cp:revision>
  <dcterms:created xsi:type="dcterms:W3CDTF">2022-09-24T13:51:06Z</dcterms:created>
  <dcterms:modified xsi:type="dcterms:W3CDTF">2024-12-23T05:01:27Z</dcterms:modified>
</cp:coreProperties>
</file>