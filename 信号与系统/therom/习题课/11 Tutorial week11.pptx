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312" r:id="rId4"/>
    <p:sldId id="314" r:id="rId5"/>
    <p:sldId id="315" r:id="rId6"/>
    <p:sldId id="316" r:id="rId7"/>
    <p:sldId id="313" r:id="rId8"/>
    <p:sldId id="309" r:id="rId9"/>
    <p:sldId id="310" r:id="rId10"/>
    <p:sldId id="307" r:id="rId11"/>
    <p:sldId id="308" r:id="rId12"/>
    <p:sldId id="306" r:id="rId13"/>
    <p:sldId id="311" r:id="rId14"/>
    <p:sldId id="27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AB42C9AB-6F95-4342-8045-5693AAA8E9B5}">
          <p14:sldIdLst>
            <p14:sldId id="256"/>
            <p14:sldId id="257"/>
            <p14:sldId id="312"/>
            <p14:sldId id="314"/>
            <p14:sldId id="315"/>
            <p14:sldId id="316"/>
            <p14:sldId id="313"/>
            <p14:sldId id="309"/>
            <p14:sldId id="310"/>
            <p14:sldId id="307"/>
            <p14:sldId id="308"/>
            <p14:sldId id="306"/>
            <p14:sldId id="311"/>
          </p14:sldIdLst>
        </p14:section>
        <p14:section name="无标题节" id="{CACA7A88-2C72-4EF4-A5C1-76CB15B6AAAA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159" autoAdjust="0"/>
  </p:normalViewPr>
  <p:slideViewPr>
    <p:cSldViewPr snapToGrid="0">
      <p:cViewPr varScale="1">
        <p:scale>
          <a:sx n="101" d="100"/>
          <a:sy n="101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CD175-ABF4-47DB-8DA0-293C353A33D4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013425-0399-40BF-A67B-10AA738BDE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166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7F2B08-CCBA-AF2D-7BA9-62597C7FB9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9017BEC-8726-809A-D493-53FB7BC653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EC00F5-AFBB-D100-5754-654745BA6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85676F-86D1-36E8-4271-77D241AB1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BCEAF5-AA7E-7C07-5D2A-41A1C14A1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371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6A299F-0B24-6762-5BF3-DDF8A2C99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FBAA4C-4DCC-D99B-747B-803C55EAA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D88C33-7B87-F247-D5AE-CA1266810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488668-C2CE-7A1C-C97F-EBA017326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A0AB8B-4CE8-E70F-54AA-CB3830B6C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2C46F1-E99A-9718-0B69-20AFBB59B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8F052F-7EE0-AFDD-25FD-3CD5D0C34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A69709-49E2-903D-5800-86765C660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59B93B-A6B1-AADD-F018-4A7FF8997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A8C5FE-8E5B-ED12-71E4-07F3715D9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1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BE2B91-1704-A40C-86A5-BA4C0BD4D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C833A4-3BB9-F5AB-0C4F-964E9AC256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29725E-B2E9-5BED-AE89-67ED6231E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8336E8-7187-CA95-61C2-B89C530EA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AAA8EE-83BF-4FA0-2557-174F624F5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B9FBA8-06C6-5F20-9589-58CD82E15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335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5C8E83-5380-CE5A-D4B3-88642C99A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4A2E07-03A5-1C89-81A2-7810F206C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163E3E-1C02-7D73-FAA6-208B4673E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E393C84-FB67-F610-1520-EBA5B9E41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661F71-AA5E-DF64-088A-ACB0EC9CF7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8A9B461-DA48-A6AD-882F-3A8B1B22C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EC40896-DEA0-1420-E35C-BA55EC6F9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71BC20B-6436-1C6E-2A59-12877F747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878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6F054A-FB3E-0B1C-C7AB-4233234A3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51E5A6E-1F86-A75E-AF91-0D3E13904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26406D2-A018-E679-7056-FEC38119E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ECF4DC0-51A1-FD71-5184-B9E4A6696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903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5A02B17-6E7B-E396-E920-9E22B74D4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0F1CE6-0CA5-FE2C-7E02-7D0B127E9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68B535-8961-459D-5AF7-68B395C08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015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4D7A2A-ACEA-235D-75F4-D6964CDBA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DD6C93-C777-AB94-C20C-4554E0338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9A614B-6DC3-92BA-8366-C7A7EDC8A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BB860E-EB26-2082-5D17-7F1EFD12C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0CC51B-CDFC-385C-5E45-9200F38BB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B10118-56F7-A07E-05EE-5B87CE912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833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E38EE7-71B5-C320-642C-5727EAA28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A3286FD-2764-3683-D331-37032345F8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4E5F97-E69F-C82C-E29E-BC66151A7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37E31D-4C4D-BBA2-3E7A-3CFA407D6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A57EFA-56FC-9F24-4270-96B5FD73F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0CC78B-9058-B773-D679-F4684C7FE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855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05193C-802D-58D9-F820-48582497D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ED22F0-7DEC-8A77-274D-E8EE6A8A1E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C548DD-BC52-F981-A587-5FB9E534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253140-391B-17B6-00E2-35A6D343A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6061C2-C220-0440-CF57-7A0B11A3E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2820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ACFC46E-8BEA-5891-4D0E-EF20186F99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FEE585D-65BE-F89D-F8EF-BAA583E82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B4B68F-5730-BC8B-2698-C18DA3E7C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20B5EF-9D63-28C2-51E3-1A41E6BEF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F1D172-EDE2-0BC6-7F1F-85D2F804D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325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5E7B1E1-9759-1A7A-20F0-7E3BEC801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540D44-FDE6-0250-28C1-072A8A3B1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581E55-9E31-6CFC-01BA-00237E1CCE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A8A28-38F2-4261-9DDE-A99877921C56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3890FC-42CF-3BED-4603-7672E2B257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120528-1E7A-D2C8-0312-21058C45D7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5529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ush2021@mail.sustech.edu.cn\shhlu@mail.ustc.edu.c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lush2021@mail.sustech.edu.cn\shhlu@mail.ustc.edu.c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2">
            <a:extLst>
              <a:ext uri="{FF2B5EF4-FFF2-40B4-BE49-F238E27FC236}">
                <a16:creationId xmlns:a16="http://schemas.microsoft.com/office/drawing/2014/main" id="{018193E5-3D81-40A3-C8C8-6270FAEBEAD1}"/>
              </a:ext>
            </a:extLst>
          </p:cNvPr>
          <p:cNvSpPr txBox="1"/>
          <p:nvPr/>
        </p:nvSpPr>
        <p:spPr>
          <a:xfrm>
            <a:off x="1168854" y="2260625"/>
            <a:ext cx="9854292" cy="834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zh-CN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itchFamily="34" charset="0"/>
                <a:cs typeface="Arial" panose="020B0604020202020204" pitchFamily="34" charset="0"/>
              </a:rPr>
              <a:t>Tutorial Questions </a:t>
            </a:r>
            <a:r>
              <a:rPr lang="zh-CN" altLang="en-US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itchFamily="34" charset="0"/>
                <a:cs typeface="Arial" panose="020B0604020202020204" pitchFamily="34" charset="0"/>
              </a:rPr>
              <a:t>（</a:t>
            </a:r>
            <a:r>
              <a:rPr lang="en-US" altLang="zh-CN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itchFamily="34" charset="0"/>
                <a:cs typeface="Arial" panose="020B0604020202020204" pitchFamily="34" charset="0"/>
              </a:rPr>
              <a:t>Week 11</a:t>
            </a:r>
            <a:r>
              <a:rPr lang="zh-CN" altLang="en-US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itchFamily="34" charset="0"/>
                <a:cs typeface="Arial" panose="020B0604020202020204" pitchFamily="34" charset="0"/>
              </a:rPr>
              <a:t>）</a:t>
            </a:r>
            <a:endParaRPr lang="en-US" altLang="zh-CN" sz="3600" b="1" dirty="0">
              <a:solidFill>
                <a:schemeClr val="accent2"/>
              </a:solidFill>
              <a:latin typeface="Tw Cen MT" panose="020B0602020104020603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13348BD-A273-77CF-C53E-2CB9293993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6695"/>
          <a:stretch/>
        </p:blipFill>
        <p:spPr>
          <a:xfrm>
            <a:off x="2882848" y="612001"/>
            <a:ext cx="5396179" cy="1479319"/>
          </a:xfrm>
          <a:prstGeom prst="rect">
            <a:avLst/>
          </a:prstGeom>
        </p:spPr>
      </p:pic>
      <p:sp>
        <p:nvSpPr>
          <p:cNvPr id="2" name="TextBox 8">
            <a:extLst>
              <a:ext uri="{FF2B5EF4-FFF2-40B4-BE49-F238E27FC236}">
                <a16:creationId xmlns:a16="http://schemas.microsoft.com/office/drawing/2014/main" id="{76B31C4E-9E25-C848-A62A-D13C03793BBA}"/>
              </a:ext>
            </a:extLst>
          </p:cNvPr>
          <p:cNvSpPr txBox="1"/>
          <p:nvPr/>
        </p:nvSpPr>
        <p:spPr>
          <a:xfrm>
            <a:off x="1834929" y="3094699"/>
            <a:ext cx="8001000" cy="1612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baseline="30000" dirty="0">
              <a:solidFill>
                <a:srgbClr val="FF0000"/>
              </a:solidFill>
              <a:latin typeface="Tw Cen MT" panose="020B0602020104020603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dirty="0" err="1">
                <a:latin typeface="Tw Cen MT" panose="020B0602020104020603" pitchFamily="34" charset="0"/>
                <a:cs typeface="Arial" panose="020B0604020202020204" pitchFamily="34" charset="0"/>
              </a:rPr>
              <a:t>Juntao</a:t>
            </a:r>
            <a:r>
              <a:rPr lang="en-US" sz="2400" dirty="0">
                <a:latin typeface="Tw Cen MT" panose="020B0602020104020603" pitchFamily="34" charset="0"/>
                <a:cs typeface="Arial" panose="020B0604020202020204" pitchFamily="34" charset="0"/>
              </a:rPr>
              <a:t> Zhang(</a:t>
            </a:r>
            <a:r>
              <a:rPr lang="zh-CN" altLang="en-US" sz="2000" b="1" dirty="0">
                <a:latin typeface="Tw Cen MT" panose="020B0602020104020603" pitchFamily="34" charset="0"/>
                <a:cs typeface="Arial" panose="020B0604020202020204" pitchFamily="34" charset="0"/>
              </a:rPr>
              <a:t>张峻滔</a:t>
            </a:r>
            <a:r>
              <a:rPr lang="en-US" sz="2400" dirty="0">
                <a:latin typeface="Tw Cen MT" panose="020B0602020104020603" pitchFamily="34" charset="0"/>
                <a:cs typeface="Arial" panose="020B0604020202020204" pitchFamily="34" charset="0"/>
              </a:rPr>
              <a:t>), TA</a:t>
            </a:r>
            <a:endParaRPr lang="en-US" sz="2000" dirty="0">
              <a:latin typeface="Tw Cen MT" panose="020B0602020104020603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dirty="0">
                <a:latin typeface="Tw Cen MT" panose="020B0602020104020603" pitchFamily="34" charset="0"/>
                <a:cs typeface="Arial" panose="020B0604020202020204" pitchFamily="34" charset="0"/>
              </a:rPr>
              <a:t>Southern University of Science and Technology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latin typeface="Tw Cen MT" panose="020B0602020104020603" pitchFamily="34" charset="0"/>
                <a:cs typeface="Arial" panose="020B0604020202020204" pitchFamily="34" charset="0"/>
              </a:rPr>
              <a:t>Email: 12332164@mail.sustech.edu.cn </a:t>
            </a:r>
            <a:endParaRPr lang="en-US" sz="2000" dirty="0">
              <a:latin typeface="Tw Cen MT" panose="020B0602020104020603" pitchFamily="34" charset="0"/>
              <a:cs typeface="Arial" panose="020B0604020202020204" pitchFamily="34" charset="0"/>
              <a:hlinkClick r:id="rId3"/>
            </a:endParaRPr>
          </a:p>
        </p:txBody>
      </p:sp>
    </p:spTree>
    <p:extLst>
      <p:ext uri="{BB962C8B-B14F-4D97-AF65-F5344CB8AC3E}">
        <p14:creationId xmlns:p14="http://schemas.microsoft.com/office/powerpoint/2010/main" val="3113433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28073D4-946B-0E1F-4469-9EB2E30BEB35}"/>
              </a:ext>
            </a:extLst>
          </p:cNvPr>
          <p:cNvSpPr txBox="1"/>
          <p:nvPr/>
        </p:nvSpPr>
        <p:spPr>
          <a:xfrm>
            <a:off x="129288" y="64988"/>
            <a:ext cx="642551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b="1" dirty="0">
                <a:solidFill>
                  <a:schemeClr val="tx2">
                    <a:lumMod val="75000"/>
                  </a:schemeClr>
                </a:solidFill>
                <a:latin typeface="Tw Cen MT" panose="020B0602020104020603" pitchFamily="34" charset="0"/>
                <a:ea typeface="宋体" panose="02010600030101010101" pitchFamily="2" charset="-122"/>
              </a:rPr>
              <a:t>Outline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w Cen MT" panose="020B0602020104020603" pitchFamily="34" charset="0"/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schemeClr val="tx2">
                  <a:lumMod val="75000"/>
                </a:schemeClr>
              </a:solidFill>
              <a:latin typeface="Tw Cen MT" panose="020B0602020104020603" pitchFamily="34" charset="0"/>
              <a:ea typeface="宋体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0416E8B-0938-EDD6-E346-522C7F23BBA7}"/>
              </a:ext>
            </a:extLst>
          </p:cNvPr>
          <p:cNvSpPr txBox="1"/>
          <p:nvPr/>
        </p:nvSpPr>
        <p:spPr>
          <a:xfrm>
            <a:off x="482600" y="1003218"/>
            <a:ext cx="11099800" cy="2496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Tw Cen MT" panose="020B0602020104020603" pitchFamily="34" charset="0"/>
              </a:rPr>
              <a:t>Review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Tw Cen MT" panose="020B0602020104020603" pitchFamily="34" charset="0"/>
              </a:rPr>
              <a:t>Tutorial Problems 7.25 7.37 7.40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Tw Cen MT" panose="020B0602020104020603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373573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33EB3C-68CA-9C65-4000-778535690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562171-8A37-79F8-D3BC-88DE14670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94A2C4B-A673-A527-FDA0-00C37715D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65125"/>
            <a:ext cx="9144000" cy="602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661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2010EE7-06A8-CE9C-1AA2-320946B16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437" y="365125"/>
            <a:ext cx="7477125" cy="25908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B446B19-D7A6-9A82-977B-B8DF436B4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3429000"/>
            <a:ext cx="6598052" cy="29972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BA5AA48-4897-6712-603F-2DF159DAF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6677" y="3310696"/>
            <a:ext cx="5165323" cy="311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344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5464E1-B48D-E97F-CBAF-1B5F056A2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92A727-F4CF-780B-1D63-F5C16C25B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39B52FF-64EA-21A8-65AE-0B784A315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393" y="280987"/>
            <a:ext cx="9701213" cy="6457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542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A821ADE-5BAC-111D-703A-B5E6D88B3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3" y="231774"/>
            <a:ext cx="7127370" cy="467518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588418F-69F3-C84D-D83C-DA598805A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938" y="582372"/>
            <a:ext cx="5834062" cy="8351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E5E08F2-51F0-E8C9-1BC3-A70281ECB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846" y="1484226"/>
            <a:ext cx="5746154" cy="232276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4E74372-5DE3-B7A1-7A22-EDE0E991D255}"/>
              </a:ext>
            </a:extLst>
          </p:cNvPr>
          <p:cNvSpPr txBox="1"/>
          <p:nvPr/>
        </p:nvSpPr>
        <p:spPr>
          <a:xfrm>
            <a:off x="7786686" y="4119921"/>
            <a:ext cx="3933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Combine p(t) and h</a:t>
            </a:r>
            <a:r>
              <a:rPr lang="en-US" b="1" baseline="-25000" dirty="0"/>
              <a:t>0</a:t>
            </a:r>
            <a:r>
              <a:rPr lang="en-US" b="1" dirty="0"/>
              <a:t>(t) </a:t>
            </a:r>
            <a:r>
              <a:rPr lang="en-US" altLang="zh-CN" b="1" dirty="0"/>
              <a:t>as a system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27649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464F47E-143A-5DAA-52A1-E02F3C27B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062" y="133350"/>
            <a:ext cx="10089333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12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CB00E-EF5A-7738-89A5-9146052B8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1FD472-2259-4699-14B3-5431B3EE7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1E419BD-B720-4B63-361F-077307F1F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" y="0"/>
            <a:ext cx="12157364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82EA365-EA7B-4789-6EC9-19DAFC19C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525" y="3448844"/>
            <a:ext cx="4744316" cy="51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491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D15CC4D-8DC0-7623-AB65-DA58A41CB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5" y="1798765"/>
            <a:ext cx="7081837" cy="422976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69E7929-587A-A820-7A59-01D26E824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762" y="393827"/>
            <a:ext cx="4556886" cy="140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471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7790564B-08BF-EA2E-F3A6-987EB857B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" y="0"/>
            <a:ext cx="121794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9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4D1FB192-2604-14EB-89C5-6204F22A6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325" y="4608584"/>
            <a:ext cx="5153025" cy="80962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274BEA1-6B83-9814-1F07-BEA369817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996DC2-552B-C08C-0232-162AE393F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931769A-5240-9D7A-29D0-DA622F93A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5"/>
            <a:ext cx="12192000" cy="685420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0A25D3A-D63F-EC58-863A-2227A162F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1" y="3428999"/>
            <a:ext cx="114300" cy="35242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9183319-583C-85FC-4155-DCDB2FDDE632}"/>
              </a:ext>
            </a:extLst>
          </p:cNvPr>
          <p:cNvSpPr txBox="1"/>
          <p:nvPr/>
        </p:nvSpPr>
        <p:spPr>
          <a:xfrm>
            <a:off x="6019800" y="3381374"/>
            <a:ext cx="495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2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25EB6C0-898C-AC63-0923-92E935BF7A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9826" y="5309430"/>
            <a:ext cx="4943474" cy="5715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78DA237-5EE9-E319-58E1-1BE106B004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3428999"/>
            <a:ext cx="576263" cy="466725"/>
          </a:xfrm>
          <a:prstGeom prst="rect">
            <a:avLst/>
          </a:prstGeom>
        </p:spPr>
      </p:pic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AC3EA9E-884B-1478-B668-3C85FB4D55A1}"/>
              </a:ext>
            </a:extLst>
          </p:cNvPr>
          <p:cNvCxnSpPr/>
          <p:nvPr/>
        </p:nvCxnSpPr>
        <p:spPr>
          <a:xfrm>
            <a:off x="8039100" y="3543299"/>
            <a:ext cx="4429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箭头: 下 14">
            <a:extLst>
              <a:ext uri="{FF2B5EF4-FFF2-40B4-BE49-F238E27FC236}">
                <a16:creationId xmlns:a16="http://schemas.microsoft.com/office/drawing/2014/main" id="{C63DAB03-A735-BC79-DB5D-3D69890862A4}"/>
              </a:ext>
            </a:extLst>
          </p:cNvPr>
          <p:cNvSpPr/>
          <p:nvPr/>
        </p:nvSpPr>
        <p:spPr>
          <a:xfrm>
            <a:off x="8101013" y="3543299"/>
            <a:ext cx="342900" cy="5715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3987E16-319E-26B1-787E-578AAF15DD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1592" y="4815052"/>
            <a:ext cx="4562475" cy="79057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0523D3B1-39E5-9025-3BE2-8EE4F2B119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5661" y="4403737"/>
            <a:ext cx="2350293" cy="74038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E31DD3F1-DF92-E637-8A92-8C7E7FBF9C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53088" y="4464520"/>
            <a:ext cx="3038475" cy="1498981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4FFDA304-9379-C097-B148-BC13FD8EABC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93189" y="5065017"/>
            <a:ext cx="2765386" cy="77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361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4BBB4B-AA74-A519-4327-BC1E61921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F40C89-A2FF-6FA2-FA60-D93CBA2C4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E309118-D08A-9E05-5AFB-DB6F37E0C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7" y="0"/>
            <a:ext cx="12176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716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3663B3-622B-650C-0DDA-08F4D802E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E1FEB6-5D8F-C7B8-971B-BA7FF38E2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DBF4B9D-E22B-0361-E304-B9D05254C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66"/>
            <a:ext cx="12192000" cy="680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008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99425E99-AE0C-E42E-3726-8564F0DFD3C3}"/>
              </a:ext>
            </a:extLst>
          </p:cNvPr>
          <p:cNvSpPr txBox="1"/>
          <p:nvPr/>
        </p:nvSpPr>
        <p:spPr>
          <a:xfrm>
            <a:off x="1168854" y="2260625"/>
            <a:ext cx="9854292" cy="166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zh-CN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itchFamily="34" charset="0"/>
                <a:cs typeface="Arial" panose="020B0604020202020204" pitchFamily="34" charset="0"/>
              </a:rPr>
              <a:t>Thanks for Your Attendance</a:t>
            </a:r>
          </a:p>
          <a:p>
            <a:pPr lvl="0" algn="ctr">
              <a:lnSpc>
                <a:spcPct val="150000"/>
              </a:lnSpc>
            </a:pPr>
            <a:r>
              <a:rPr lang="en-US" altLang="zh-CN" sz="3600" b="1">
                <a:solidFill>
                  <a:schemeClr val="accent2"/>
                </a:solidFill>
                <a:latin typeface="Tw Cen MT" panose="020B0602020104020603" pitchFamily="34" charset="0"/>
                <a:ea typeface="Verdana" pitchFamily="34" charset="0"/>
                <a:cs typeface="Arial" panose="020B0604020202020204" pitchFamily="34" charset="0"/>
              </a:rPr>
              <a:t>Q</a:t>
            </a:r>
            <a:r>
              <a:rPr lang="en-US" altLang="zh-CN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itchFamily="34" charset="0"/>
                <a:cs typeface="Arial" panose="020B0604020202020204" pitchFamily="34" charset="0"/>
              </a:rPr>
              <a:t>&amp;A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26405B2-03F3-0A94-882D-4B755347A3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6695"/>
          <a:stretch/>
        </p:blipFill>
        <p:spPr>
          <a:xfrm>
            <a:off x="2882848" y="612001"/>
            <a:ext cx="5396179" cy="1479319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E6772001-1CF9-FF13-78B4-532E67239929}"/>
              </a:ext>
            </a:extLst>
          </p:cNvPr>
          <p:cNvSpPr txBox="1"/>
          <p:nvPr/>
        </p:nvSpPr>
        <p:spPr>
          <a:xfrm>
            <a:off x="2021360" y="4549346"/>
            <a:ext cx="8001000" cy="1612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baseline="30000" dirty="0">
              <a:solidFill>
                <a:srgbClr val="FF0000"/>
              </a:solidFill>
              <a:latin typeface="Tw Cen MT" panose="020B0602020104020603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dirty="0" err="1">
                <a:latin typeface="Tw Cen MT" panose="020B0602020104020603" pitchFamily="34" charset="0"/>
                <a:cs typeface="Arial" panose="020B0604020202020204" pitchFamily="34" charset="0"/>
              </a:rPr>
              <a:t>Juntao</a:t>
            </a:r>
            <a:r>
              <a:rPr lang="en-US" sz="2400" dirty="0">
                <a:latin typeface="Tw Cen MT" panose="020B0602020104020603" pitchFamily="34" charset="0"/>
                <a:cs typeface="Arial" panose="020B0604020202020204" pitchFamily="34" charset="0"/>
              </a:rPr>
              <a:t> Zhang(</a:t>
            </a:r>
            <a:r>
              <a:rPr lang="zh-CN" altLang="en-US" sz="2000" b="1" dirty="0">
                <a:latin typeface="Tw Cen MT" panose="020B0602020104020603" pitchFamily="34" charset="0"/>
                <a:cs typeface="Arial" panose="020B0604020202020204" pitchFamily="34" charset="0"/>
              </a:rPr>
              <a:t>张峻滔</a:t>
            </a:r>
            <a:r>
              <a:rPr lang="en-US" sz="2400" dirty="0">
                <a:latin typeface="Tw Cen MT" panose="020B0602020104020603" pitchFamily="34" charset="0"/>
                <a:cs typeface="Arial" panose="020B0604020202020204" pitchFamily="34" charset="0"/>
              </a:rPr>
              <a:t>), TA</a:t>
            </a:r>
            <a:endParaRPr lang="en-US" sz="2000" dirty="0">
              <a:latin typeface="Tw Cen MT" panose="020B0602020104020603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dirty="0">
                <a:latin typeface="Tw Cen MT" panose="020B0602020104020603" pitchFamily="34" charset="0"/>
                <a:cs typeface="Arial" panose="020B0604020202020204" pitchFamily="34" charset="0"/>
              </a:rPr>
              <a:t>Southern University of Science and Technology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latin typeface="Tw Cen MT" panose="020B0602020104020603" pitchFamily="34" charset="0"/>
                <a:cs typeface="Arial" panose="020B0604020202020204" pitchFamily="34" charset="0"/>
              </a:rPr>
              <a:t>Email: 12332164@mail.sustech.edu.cn </a:t>
            </a:r>
            <a:endParaRPr lang="en-US" sz="2000" dirty="0">
              <a:latin typeface="Tw Cen MT" panose="020B0602020104020603" pitchFamily="34" charset="0"/>
              <a:cs typeface="Arial" panose="020B0604020202020204" pitchFamily="34" charset="0"/>
              <a:hlinkClick r:id="rId3"/>
            </a:endParaRPr>
          </a:p>
        </p:txBody>
      </p:sp>
    </p:spTree>
    <p:extLst>
      <p:ext uri="{BB962C8B-B14F-4D97-AF65-F5344CB8AC3E}">
        <p14:creationId xmlns:p14="http://schemas.microsoft.com/office/powerpoint/2010/main" val="4245537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5037</TotalTime>
  <Words>83</Words>
  <Application>Microsoft Office PowerPoint</Application>
  <PresentationFormat>宽屏</PresentationFormat>
  <Paragraphs>17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等线</vt:lpstr>
      <vt:lpstr>等线 Light</vt:lpstr>
      <vt:lpstr>Arial</vt:lpstr>
      <vt:lpstr>Calibri</vt:lpstr>
      <vt:lpstr>Tw Cen MT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郑 博文</dc:creator>
  <cp:lastModifiedBy>峻滔 张</cp:lastModifiedBy>
  <cp:revision>14</cp:revision>
  <dcterms:created xsi:type="dcterms:W3CDTF">2022-09-24T13:51:06Z</dcterms:created>
  <dcterms:modified xsi:type="dcterms:W3CDTF">2024-11-26T12:18:23Z</dcterms:modified>
</cp:coreProperties>
</file>