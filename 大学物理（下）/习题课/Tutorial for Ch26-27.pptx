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ink/inkAction1.xml" ContentType="application/vnd.ms-office.inkAction+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0" r:id="rId3"/>
  </p:sldMasterIdLst>
  <p:notesMasterIdLst>
    <p:notesMasterId r:id="rId23"/>
  </p:notesMasterIdLst>
  <p:handoutMasterIdLst>
    <p:handoutMasterId r:id="rId24"/>
  </p:handoutMasterIdLst>
  <p:sldIdLst>
    <p:sldId id="271" r:id="rId4"/>
    <p:sldId id="272" r:id="rId5"/>
    <p:sldId id="274" r:id="rId6"/>
    <p:sldId id="500" r:id="rId7"/>
    <p:sldId id="496" r:id="rId8"/>
    <p:sldId id="278" r:id="rId9"/>
    <p:sldId id="296" r:id="rId10"/>
    <p:sldId id="498" r:id="rId11"/>
    <p:sldId id="499" r:id="rId12"/>
    <p:sldId id="258" r:id="rId13"/>
    <p:sldId id="495" r:id="rId14"/>
    <p:sldId id="294" r:id="rId15"/>
    <p:sldId id="285" r:id="rId16"/>
    <p:sldId id="287" r:id="rId17"/>
    <p:sldId id="291" r:id="rId18"/>
    <p:sldId id="497" r:id="rId19"/>
    <p:sldId id="286" r:id="rId20"/>
    <p:sldId id="289" r:id="rId21"/>
    <p:sldId id="290" r:id="rId22"/>
  </p:sldIdLst>
  <p:sldSz cx="9144000" cy="6858000" type="screen4x3"/>
  <p:notesSz cx="9872663"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141">
          <p15:clr>
            <a:srgbClr val="A4A3A4"/>
          </p15:clr>
        </p15:guide>
        <p15:guide id="2" pos="31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56" autoAdjust="0"/>
    <p:restoredTop sz="76257" autoAdjust="0"/>
  </p:normalViewPr>
  <p:slideViewPr>
    <p:cSldViewPr>
      <p:cViewPr>
        <p:scale>
          <a:sx n="75" d="100"/>
          <a:sy n="75" d="100"/>
        </p:scale>
        <p:origin x="-1812" y="-432"/>
      </p:cViewPr>
      <p:guideLst>
        <p:guide orient="horz" pos="2160"/>
        <p:guide pos="2880"/>
      </p:guideLst>
    </p:cSldViewPr>
  </p:slideViewPr>
  <p:notesTextViewPr>
    <p:cViewPr>
      <p:scale>
        <a:sx n="100" d="100"/>
        <a:sy n="100" d="100"/>
      </p:scale>
      <p:origin x="0" y="0"/>
    </p:cViewPr>
  </p:notesTextViewPr>
  <p:notesViewPr>
    <p:cSldViewPr>
      <p:cViewPr varScale="1">
        <p:scale>
          <a:sx n="57" d="100"/>
          <a:sy n="57" d="100"/>
        </p:scale>
        <p:origin x="-2604" y="-90"/>
      </p:cViewPr>
      <p:guideLst>
        <p:guide orient="horz" pos="2141"/>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154" cy="339884"/>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5592224" y="0"/>
            <a:ext cx="4278154" cy="339884"/>
          </a:xfrm>
          <a:prstGeom prst="rect">
            <a:avLst/>
          </a:prstGeom>
        </p:spPr>
        <p:txBody>
          <a:bodyPr vert="horz" lIns="91440" tIns="45720" rIns="91440" bIns="45720" rtlCol="0"/>
          <a:lstStyle>
            <a:lvl1pPr algn="r">
              <a:defRPr sz="1200"/>
            </a:lvl1pPr>
          </a:lstStyle>
          <a:p>
            <a:fld id="{CE141FF4-10F1-4344-AED1-225022F79095}" type="datetimeFigureOut">
              <a:rPr lang="en-US" smtClean="0"/>
              <a:t>3/17/2023</a:t>
            </a:fld>
            <a:endParaRPr lang="en-US"/>
          </a:p>
        </p:txBody>
      </p:sp>
      <p:sp>
        <p:nvSpPr>
          <p:cNvPr id="4" name="页脚占位符 3"/>
          <p:cNvSpPr>
            <a:spLocks noGrp="1"/>
          </p:cNvSpPr>
          <p:nvPr>
            <p:ph type="ftr" sz="quarter" idx="2"/>
          </p:nvPr>
        </p:nvSpPr>
        <p:spPr>
          <a:xfrm>
            <a:off x="0" y="6456612"/>
            <a:ext cx="4278154" cy="339884"/>
          </a:xfrm>
          <a:prstGeom prst="rect">
            <a:avLst/>
          </a:prstGeom>
        </p:spPr>
        <p:txBody>
          <a:bodyPr vert="horz" lIns="91440" tIns="45720" rIns="91440" bIns="45720" rtlCol="0" anchor="b"/>
          <a:lstStyle>
            <a:lvl1pPr algn="l">
              <a:defRPr sz="1200"/>
            </a:lvl1pPr>
          </a:lstStyle>
          <a:p>
            <a:r>
              <a:rPr lang="en-US"/>
              <a:t>ch26-27</a:t>
            </a:r>
          </a:p>
        </p:txBody>
      </p:sp>
      <p:sp>
        <p:nvSpPr>
          <p:cNvPr id="5" name="灯片编号占位符 4"/>
          <p:cNvSpPr>
            <a:spLocks noGrp="1"/>
          </p:cNvSpPr>
          <p:nvPr>
            <p:ph type="sldNum" sz="quarter" idx="3"/>
          </p:nvPr>
        </p:nvSpPr>
        <p:spPr>
          <a:xfrm>
            <a:off x="5592224" y="6456612"/>
            <a:ext cx="4278154" cy="339884"/>
          </a:xfrm>
          <a:prstGeom prst="rect">
            <a:avLst/>
          </a:prstGeom>
        </p:spPr>
        <p:txBody>
          <a:bodyPr vert="horz" lIns="91440" tIns="45720" rIns="91440" bIns="45720" rtlCol="0" anchor="b"/>
          <a:lstStyle>
            <a:lvl1pPr algn="r">
              <a:defRPr sz="1200"/>
            </a:lvl1pPr>
          </a:lstStyle>
          <a:p>
            <a:fld id="{D6891B0F-2F40-499D-A1D5-20BAC96E063F}" type="slidenum">
              <a:rPr lang="en-US" smtClean="0"/>
              <a:t>‹#›</a:t>
            </a:fld>
            <a:endParaRPr lang="en-US"/>
          </a:p>
        </p:txBody>
      </p:sp>
    </p:spTree>
    <p:extLst>
      <p:ext uri="{BB962C8B-B14F-4D97-AF65-F5344CB8AC3E}">
        <p14:creationId xmlns:p14="http://schemas.microsoft.com/office/powerpoint/2010/main" val="2999167225"/>
      </p:ext>
    </p:extLst>
  </p:cSld>
  <p:clrMap bg1="lt1" tx1="dk1" bg2="lt2" tx2="dk2" accent1="accent1" accent2="accent2" accent3="accent3" accent4="accent4" accent5="accent5" accent6="accent6" hlink="hlink" folHlink="folHlink"/>
  <p:hf sldNum="0" hd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3:36.42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521E629-EBAF-4B6A-B773-A3C58D58C472}" emma:medium="tactile" emma:mode="ink">
          <msink:context xmlns:msink="http://schemas.microsoft.com/ink/2010/main" type="inkDrawing" rotatedBoundingBox="15645,6433 16808,4277 16952,4355 15789,6510" shapeName="None"/>
        </emma:interpretation>
      </emma:emma>
    </inkml:annotationXML>
    <inkml:trace contextRef="#ctx0" brushRef="#br0">1166 20 133,'0'-2'162,"0"-1"-30,0 2-36,0-4-32,0 4-25,0-1-12,0 1-4,0 1 12,0-3 24,0 1 32,3 2 46,-3 0 35,0 0 14,0 0 1,0 0-12,0 0-31,0 2-40,0-2-38,0 3-19,0-3-14,0 0-6,-3 0-2,3-3-3,0 3 0,0 0 2,-1 0 1,1 0 0,-3 0 1,0 3 1,2-3 0,-2 0-5,3 1-2,-1-1-3,1 2-1,-3-1-3,0 2-1,2-1 0,-2-1-2,0 2-1,2-1-1,-2 2-1,-1-2 0,1 0 0,-1 1 4,0 1-2,0-1 3,-1 0-1,1 4-1,2-4 1,-3 0-2,1 3-1,2-2-1,-3 0 0,1-1 0,2 1 0,-3 0 0,1 0-1,0 1-1,0-2 1,-3 1-1,0 2 4,0 0-1,4 0 0,-2 0 1,0 0-1,-1 0-1,1 2-1,0-3 0,-1 1-1,4 1-1,-3 0 1,-1-1 0,1 1 1,-1 0 0,1-1 0,1 1 2,0 0-1,0 1 0,-3-2 0,3 3 0,-6-2-3,9 1 0,-6 0-1,2-2 1,0 1 0,-1 2 0,2-4 0,-3 1-2,3 2 1,-3 0-3,3 0 3,-3 2-2,0-2 1,3-2 2,-3 4 0,0-4 2,2 2 0,-1 2-7,1-3 3,-2 0 0,0 0 1,3 3 3,-5-2-3,2 0 7,1 0-2,-3 3-2,2-2-2,0 1-1,-1 1 0,1-4 2,-1 3-1,1 0 1,-3 0 1,5 0 1,-5 0-2,4-1-1,-1 1 1,1 0-3,-3-2 0,5 1-2,-6 1 1,5-1 1,-1 1 0,1-1 2,-2 1-2,0 2 2,-2 0 0,3 0 0,-1 0 0,3 0 0,-5 0-2,2 0 3,0-1-2,3-1 1,-3 0-1,3 0 1,-3 0 3,0-2-2,3 4-1,-3-2 1,3-1 1,-3 4 0,3-2-1,-2 2 2,4-2 3,-5 1-3,3-1 0,-1 0 0,1-1-2,-3 0-1,3 4-1,-3-4 1,0 1 1,3 1-1,-3-2-1,2 2 1,-2 1 1,0 0 2,0 1-2,0-3 1,-1 0 3,1 0 0,3 2 0,-5-2-1,5 1 2,-3-2-3,3 0 1,0 0-2,-2-2-3,2 2 0,0 0-3,0 0 0,0 0 0,-3 0 1,3 1 0,-3 3-1,0-1 1,0 2 3,1-2-1,-1 2 2,0-1-2,3-3 4,-3 3-2,3-2-2,2 0-4,-3 0 2,1 0 0,3-2-1,-5-3-2,5 3 1,-2-2 3,0 1 0,-1 1 0,3-3 1,-2 3 2,0-2 1,-1 2 0,3 2-4,-5-2 2,2-1-2,2 1 0,-3 1-1,4-2-1,-4-1 2,1 2-1,2-1 0,-3-2-1,3 3 1,0-2 0,0 0 1,-3 1 0,1 0-1,0 1 1,0-2 2,-2 2-2,2 0-1,0 1 0,0-3 0,-2 2-2,2 0-1,0 0 4,0-2 2,0 1 0,-2 1 1,2 0 2,0-4-1,0 4-2,-1 0 0,3-2 1,-2 2 0,2-2 0,-3 2-2,3-2 1,-5 0-1,3 2-2,2-2 0,-3 2-1,1-4 5,0 4 2,0-3 2,-2 3 4,2-4 1,0 2 1,0 1-2,-2-2-3,2 1 0,0 2-2,0 1 0,0-2-1,-1 1 0,-1 1 2,1-1-1,1 0 4,-1 0-3,1 0 3,-1 0-2,1-2-1,2 0 0,-3-1-2,4 2 0,-2-1-3,0-2 0,3 0 2,-4-2-4,4 3-3,-1-1 0,1 1 1,-3-1 0,0 1 0,3-1 3,-4 2 2,4-2 1,-1 0 0,1 0 2,-3 2 0,0-1 2,3-1 2,-1-2 0,-2 2-1,3 1 0,-1-1-2,1-1 0,0 1-3,0-2-1,0 0-2,0 1-1,0-2 1,0-1-2,0 0-1,0 1 0,0-3 4,0 1-4,0-1-7,0 0-7,0 0-10,0-1-23,1-2-27,2 1-33,1-2-32,0 0-85,3-3-201,-3-3-94,0-3-31,-1-1-1,1-3 23,-1-1 83</inkml:trace>
  </inkml:traceGroup>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3:38.83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7B0C9244-1053-42AE-89B1-170E08112045}" emma:medium="tactile" emma:mode="ink">
          <msink:context xmlns:msink="http://schemas.microsoft.com/ink/2010/main" type="inkDrawing" rotatedBoundingBox="16739,6479 17963,4278 18118,4364 16894,6565" shapeName="None"/>
        </emma:interpretation>
      </emma:emma>
    </inkml:annotationXML>
    <inkml:trace contextRef="#ctx0" brushRef="#br0">1241 6 129,'3'0'182,"-3"-1"28,0 1 33,0 0 15,0 0-6,0 0-17,0 0-26,0 0-44,0 0-61,0 0-41,0 0-25,0 0-13,0 0-9,0-2-5,0 2-4,0 0 0,-3 0 3,1 0 1,2-3 6,0 3 3,0 0 2,-2 0 1,0 0-1,0 0-1,2 0-5,-2 3-3,-1-3 0,-1 2-2,4-1-1,-2-1 0,0 0-1,-1 3 0,2-3 0,1 2 4,-3-1-2,0 2 2,2-1 1,-2 0 1,2 0-2,-5-1-1,2 3-1,3-1-2,-5 0-1,2 4 3,0-4-1,0 0-3,-2 3 0,1-1 1,0 1-2,-1 1 1,1-2-1,-2 1 1,1 2 1,0-2 0,-4 2 3,5 0 0,-2-2 2,0 2 0,0 2 1,0-3-3,-1 3 0,1-2-1,0 1 0,1 2 1,-1-2-1,1 0-1,-3 1-2,2-2 1,0 1-1,-1 0-3,1 1 2,-1-2 0,-2 2 3,3 0-2,2-3 1,-2 3-1,-2 0-2,2 0 1,1 0-1,-3 0 0,2-2 1,0-1-1,3 3 0,-3-1 0,2-1-2,-2-1 2,0 3-2,-3-2 1,5 2 0,-5 1 0,2-2 2,-1 1-3,-2 2 1,0 0 1,3-2 0,-2 0 0,2 0 0,-2 0-1,4-3 0,-3 3 1,1 0-2,-1 0-2,2 0 1,0-1 2,-1 4 0,1-3 0,-1 0-1,1 3 2,-3 0 0,5-2-2,-5 2 0,2 0 1,1-1-1,-2 0 1,3 1 3,-3 0 0,2-2 0,0 1-1,2 0 0,-2-2 0,0 2-5,3-2 3,-3 2-2,3-1 1,-3 2 1,3-2 2,-3 1-1,0 0-1,3 0 2,-5 3 1,2-2 1,1-2-6,0 2 2,0 0 0,1-1 1,-1 0 0,1 0-2,-1 0 3,2-2-1,0 0-3,0 2 0,-1-2-2,0 2 3,-1-1 0,2 2 2,-3-2 0,3 1-1,-3 2 5,3 1-1,-3-2 0,-1 2 0,1-1 0,0 2 1,0-2-2,0 0-1,2 0 4,-5-2 0,3 1-3,1 0 0,2 0 0,-3 1 0,1 2-2,-3 1 5,2 0 1,-1 1 1,-2-1 1,5-1 0,-5 2 1,3 0-2,0-3-1,2 0-2,-5 0 2,4 0-3,2-2-1,-3-1-2,3 2 0,-3-2 1,0 0-1,0 1 0,2 0 1,-2-2 0,0 2 1,0 0-3,0-1-1,1 0 6,0 0-4,-1 0-3,3-3-1,-3 4 1,2-4-2,1 1-5,2-3 3,-3 0 1,1-1-1,2 2 2,-3-2 0,1 2 1,3 0-1,-5 0-1,5 2 1,-5-2 0,2 2 0,3 1 0,-6-2 1,3 5 2,1-5 0,-4-2 3,5 4-1,-3-1-2,4-1 4,-4 0-1,1 2-1,-1-5 1,1 3 3,0-1 1,2-1 1,-3 3 0,0 0 2,1 3 1,0-2 0,-3-1 3,6 2-1,-5-2-1,5 0-2,-3 0-3,1-3-3,0 2 0,2-2-1,-5 1-1,6-2-5,-1 2 3,-2-2 3,2 2-1,-2 0 4,0 0-1,-1 2 6,4-3-1,-1 3 0,-4 0-1,3-2 0,-1 2 0,1-4 0,2 2 0,-2-2 0,0 0-2,2 0-2,-2 0-1,2-2-4,-5 2-1,5-2-8,-2 2 3,0 0 2,2-2 1,-2 2-2,2-5 1,0 2 6,0-1-7,0-2-7,0 0-9,0 0-10,0 0-14,2-2-20,-2-1-22,2 2-24,0-5-28,3 0-51,-1-2-202,0-4-111,1-1-42,0-6-8,-1-2 15,3-7 52</inkml:trace>
  </inkml:traceGroup>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3:41.06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402EF6FF-E90A-4DDC-A666-B235020F69FC}" emma:medium="tactile" emma:mode="ink">
          <msink:context xmlns:msink="http://schemas.microsoft.com/ink/2010/main" type="inkDrawing" rotatedBoundingBox="17931,6455 19102,4248 19315,4361 18144,6567" shapeName="None"/>
        </emma:interpretation>
      </emma:emma>
    </inkml:annotationXML>
    <inkml:trace contextRef="#ctx0" brushRef="#br0">1183 9 14,'0'-1'174,"0"-1"19,3 1 14,-2 1 22,-1 0 12,0-3-3,3 1-18,-3 2-28,0 0-35,0 0-44,0 0-35,0 2-20,-3-2-12,3 0-8,0 0-5,-4 0-3,4 3-4,0-3-6,0 0-6,-1 0 0,1 0-1,0-3 8,-3 3-4,3 0 3,0 0-2,0 0 1,0 0-1,-3 0-10,3 0 4,-1 0 0,-5 3-1,5-3 1,-2 1 0,-1-1 1,0 2 0,1-1 2,-1 4-1,0-4 1,0 2-2,-1 0-1,1 0-1,-3 1-2,3-1-1,-3 4-1,0-1-1,0 0 0,-1 2 2,0-1 0,-2-1 1,3 2 2,1 1 1,-3-2 0,3-1 0,-1 0-1,1 2-1,-1 0-2,-2 2-3,2-2 1,-1 1-1,-2 1 0,5 3-1,-6-2 2,4-1 0,-4 3-1,2-2 0,-2 1-1,4 0 2,-4-1-3,4 2 1,-4-2-1,6 2 0,-8-2-1,8-1 0,-5 2 1,2-2-1,1 0-1,-2-1 1,1 4 2,-1-2-3,3-1 0,-4 3 2,-1-3-1,4 1-1,2 0 1,-5 0 2,2-1-2,-1 2 1,2-2 1,0 1-1,-1-2-1,1 0-1,-1 1-1,-2 2 0,2 0-5,-2-2 2,-1 4 1,3-2 2,-1 2 0,-2 0 2,3-3 2,-2 3 3,-1 0 0,6 0-2,-5-2 2,2 2-2,-2-2 3,2-1-2,-1 2-1,2-2 1,1-1-1,-1 2 1,3-2-4,-5 2 2,5 2 0,-3-3 2,0 2 1,0 1 2,-1-1 1,-1 2 1,0-2-1,1 1 4,-1 2-1,0-5 1,0 3-4,1 0 1,-2-2-2,5 0-2,-5 1-1,3-2-1,0 1 0,3 0 0,0-2 1,0 2-3,-1-3 2,1 4-2,-1-4 2,1 3-2,0-2 0,-1 2 1,1 0-2,0-2-3,0 0 1,-2 2 1,1-1 0,-1 1 1,1 0 2,-1 2 3,-1 2-1,3-2 1,-3 1-1,3 2 1,0-1-3,-3-1 2,6-1-2,-4 0 0,3-2 8,0-1-6,-3 3 0,3-1-1,-2-2-1,-1 1-2,1-1-5,-1 0 3,1 2 1,0-1-1,0 3 2,-3-4 1,3 3-1,-3-2 0,3 2-1,-3 0 0,2-2 0,0 0-1,1-2-1,0 0-1,0 0 1,-1-2 0,1 2 0,2 0 1,-3 0 0,-2-1 1,3 1-1,0 2 0,-3 0-1,3 0 0,-3 2 0,0-1 1,0 4 0,2-2-1,-2-1 3,3 0 0,-3-2 0,2-1-1,1-1-1,-1 3 2,1-2-1,0-1 1,-1-1 2,3 4 1,-3-2 5,-1 0-2,1 4 1,0-5-2,-1 3 2,2 0-1,0-1 1,0 0 0,-2 0-1,2 0-1,0-2 0,0 0 0,1 0 0,2-2 0,-4 2 0,5-3-2,-2 3 0,-1 0 0,3 0 1,0 2-1,-1-1 0,1 2 4,-3-1 0,1-1 1,0 3 1,2-4 3,-3 3 0,1-3-2,2-3-2,0 1-1,0-2-3,-2 2-3,0-6 0,2 2-3,0 0 0,0-4-1,0 2-2,0 0-2,0-2-5,0 2-3,0-2-4,4 2-3,-4 2-6,5 0-7,-3 0-12,3 0-15,-1-1-19,3 0-30,-3 0-110,3-3-182,-6-3-89,3-10-37,3-4-4,-1-7 19,-5-10 109</inkml:trace>
  </inkml:traceGroup>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3:43.363"/>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5D7FF5A-2D67-42DB-A564-E8A8FCC681CE}" emma:medium="tactile" emma:mode="ink">
          <msink:context xmlns:msink="http://schemas.microsoft.com/ink/2010/main" type="inkDrawing" rotatedBoundingBox="19194,6433 20377,4290 20535,4377 19352,6520" shapeName="None"/>
        </emma:interpretation>
      </emma:emma>
    </inkml:annotationXML>
    <inkml:trace contextRef="#ctx0" brushRef="#br0">1229 5 231,'-3'-2'341,"3"2"40,0 0-31,0 0-57,0 0-59,3-2-68,-3 2-59,0-2-37,-3 2-24,3 0-15,-3 0-9,2 0-1,-2 0-4,2 0 1,-5 0 1,5 0 1,-2 0-1,2 0 2,-2 2-1,0-2 1,2 2-1,-4 0-3,3-1-2,-2 3-1,1-4 5,1 1-4,-2 1-1,-1 1 0,1 0 2,-1 1-2,-1-2-3,0 2-2,-1 2 0,0-1 0,-1-1 0,1 5 3,0-4-3,0 1 1,0 2-1,1 0-2,0 0-2,-1 2-1,-2 0 0,3 1-1,-1-1 1,-3 3 2,0-3-1,2 3 1,-2 0 1,-1-3 0,0 4-1,3-1 0,-1-1 1,-2 2 0,3 0 2,-2-3-1,-1 3 1,0 0 1,3 2 0,-3-2-1,1 2 2,2-2-4,-3-1 1,2 0 0,1 1-1,-2-2 0,2-3-1,-2 1-1,5 2-1,-2-2-1,0 0 0,0 2 1,0-3-1,-1 3 4,1 0 1,1 0-2,-3 0 0,3 0-2,-4-1 2,5 2-4,-5-3 0,2 3 2,-2 1-1,2-2 4,-1 0-3,-2 2 3,2-2-3,0 0 2,-2 2 0,3-1 0,-2 1 0,2 2-1,-2-4 2,5 2 0,-2 0-1,0-2-2,3-1-1,-5-1 1,5 0 0,-3-2 1,-1 3-2,1-2 2,0 1-1,-1 1-1,1-2 1,-3 3-1,5 0 3,-2-1 0,-3 2-1,4 0 1,0-1 1,-1 1-1,2 0-1,1-2-2,-3 0 0,3-1-1,0-1-1,0 2 2,0-3-1,-2 1 1,2-1 1,-3 0-2,3 3 0,-3 0 0,3-1 0,0 4 0,0-2 2,-3 2-1,2 0 3,1-1-2,-3-1 1,3 1-1,2 2-1,-3-3 1,-2-1-1,3 2 3,0 0-2,-3-1 0,0 0 0,3 0-2,-3 2 3,0-2-3,2 2 4,0 0-2,-1-3 1,-1 4-1,0-1-2,3-1 1,-1-1-2,-1 2-1,1-4 1,-1 2 0,1-1 0,-2 2-1,2-4 1,-2 3 0,3 0 5,-3 0-2,-3 0 0,4 1 1,0 0-2,-1-2 0,3 2-3,-1 0 2,-2-3 1,3 1-2,0 0 0,0-1 0,0-2-1,-2-1 1,5 2-1,-3 1 2,1-3 1,-1 3-2,-2 0 1,2 3-1,0-2 0,-3 3 0,6-2-2,-6 2 1,2 0 0,1 0 1,-3 0 0,3-1 0,0 1 4,-1-1-1,1-2-1,-1 0-1,1-1 1,1 3 0,-1-2-2,3-1 1,-5 4 0,2-4 0,3 4 0,-5-2 1,5 0 2,-5-2 1,5 0 1,-2 0 2,2-3-2,-5 1-1,2 0-1,3 0-1,-4 0 2,0-2-1,4 2 0,-4-1 0,3 0-1,-3 1 2,1 0 6,2 0-3,0-3-2,-1 4 2,1-4 1,0-2-1,2 0-7,-2 1 3,2-1 2,0-2 1,0-1-1,0 2 1,0-2-4,0 0 0,0 0 0,0 0-3,0 0 2,0 0-2,0 0 4,-2 0-4,-1 3 0,3-3-1,-1 1 3,1 2 0,-5 0-1,3-1 0,-1-2 0,3 2 2,-1 1-6,1-2-4,-3-1-11,0 0-27,3-4-48,0 2-112,0-6-213,0-3-110,-1-5-49,1-4-4,1-3 31,-1-6 102</inkml:trace>
  </inkml:traceGroup>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3:19.549"/>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7E7B68BD-71F0-45AD-BD4E-169B88A74EB0}" emma:medium="tactile" emma:mode="ink">
          <msink:context xmlns:msink="http://schemas.microsoft.com/ink/2010/main" type="writingRegion" rotatedBoundingBox="14458,4349 22930,3993 23063,7174 14591,7529"/>
        </emma:interpretation>
      </emma:emma>
    </inkml:annotationXML>
    <inkml:traceGroup>
      <inkml:annotationXML>
        <emma:emma xmlns:emma="http://www.w3.org/2003/04/emma" version="1.0">
          <emma:interpretation id="{BB3E95A8-DB17-4F40-BEDC-DA164079DDC9}" emma:medium="tactile" emma:mode="ink">
            <msink:context xmlns:msink="http://schemas.microsoft.com/ink/2010/main" type="paragraph" rotatedBoundingBox="14548,4294 15789,4294 15789,6498 14548,6498" alignmentLevel="1"/>
          </emma:interpretation>
        </emma:emma>
      </inkml:annotationXML>
      <inkml:traceGroup>
        <inkml:annotationXML>
          <emma:emma xmlns:emma="http://www.w3.org/2003/04/emma" version="1.0">
            <emma:interpretation id="{CCD9098A-C2FA-4540-8F75-4985AE6F1323}" emma:medium="tactile" emma:mode="ink">
              <msink:context xmlns:msink="http://schemas.microsoft.com/ink/2010/main" type="inkBullet" rotatedBoundingBox="14357,6392 15576,4177 15803,4302 14584,6517"/>
            </emma:interpretation>
            <emma:one-of disjunction-type="recognition" id="oneOf0">
              <emma:interpretation id="interp0" emma:lang="zh-CN" emma:confidence="0">
                <emma:literal>一</emma:literal>
              </emma:interpretation>
              <emma:interpretation id="interp1" emma:lang="zh-CN" emma:confidence="0">
                <emma:literal>—</emma:literal>
              </emma:interpretation>
              <emma:interpretation id="interp2" emma:lang="zh-CN" emma:confidence="0">
                <emma:literal>ㄧ</emma:literal>
              </emma:interpretation>
              <emma:interpretation id="interp3" emma:lang="zh-CN" emma:confidence="0">
                <emma:literal>‐</emma:literal>
              </emma:interpretation>
              <emma:interpretation id="interp4" emma:lang="zh-CN" emma:confidence="0">
                <emma:literal>_</emma:literal>
              </emma:interpretation>
            </emma:one-of>
          </emma:emma>
        </inkml:annotationXML>
        <inkml:trace contextRef="#ctx0" brushRef="#br0">-2302-375 123,'0'-1'137,"0"1"1,0-3-8,0 3-14,0 0-21,0 0-20,0 0-23,0 0-7,0 0 19,1 0 39,-1 0 24,3 0 17,0 0 12,-3 0-1,0 0-29,0 0-42,0 0-28,0 0-18,0 0-12,0 0-9,0 0-13,0 0-27,0 0-79,0 0-146,-3-1-77,-1-2-40,1 0-16,2 0 11</inkml:trace>
        <inkml:trace contextRef="#ctx0" brushRef="#br0" timeOffset="5582.6555">-2306-373 1,'0'0'164,"-3"0"12,0-2 10,3 2 5,0 0 14,0 0 3,0 0-10,0 0-18,0 0-25,0 0-28,0 0-38,0 0-30,0 0-22,0 0-10,0 0-9,0 0-2,0 0-3,0 0-1,0 0 2,0 0 4,0 0 2,0 0 2,0 0 0,0 0-2,0 0-3,0 0-3,0 0-4,-1 0-2,1 0-1,0 0-1,0 0-1,0 0 1,0 0 2,0 0 1,0 0 2,0 0 3,0 0 0,0 0 0,0 0 0,0 0 0,0 0-2,0 0-1,0 0-1,0 0-2,0 0-1,0 0 1,0 0-2,0 0-1,0 0 0,0 0 2,0-1 1,0 1-1,0-3-1,1 3 0,-1-4-2,0 2-1,0-2-2,3 0 0,0 1-1,-3 0 0,0-1-4,0 1 1,0 0 6,0-1-1,0 1 1,0 1-1,0-3 3,1 2-3,-1-1-7,0 1 1,0 2 2,0-1 1,3-2-1,-3 1 2,0 0 0,0 0 1,1 0-1,-1 1 1,3-2-1,-3 2 2,3-2-2,-3-1 1,0 4-1,0-2 0,0-2 1,0 1-1,0 0-1,1 1-1,-1-2 2,0 0-1,3 2-1,-3 2-1,1-4 3,-1 1 0,0 1 0,3-1 0,-3 0 0,0 0 1,3-2-1,-2 2 0,-1 0 0,0 0 0,0 0 0,3 0-1,-3 0 0,0-2 1,2 2-1,-2 2 1,0-4 0,2 3 0,-2-2 0,0 1 0,3-2 0,-2 1-1,2 1 0,-1-2-1,0-1 0,-2 1 1,0 2 1,4 1 0,-4-4 1,3 4-2,-1 0 1,-2-2 0,2-1-1,0 2 0,0-2-2,1 1 3,-1 1 0,0-5 0,3 3 0,-5 0 0,1-2 2,4 2 1,-3-2-2,1 1 1,-2 1 0,-1-1 0,3 0-2,-2 1 0,2-1 0,0 0 0,-2 1-1,2 0 1,0 0 0,-2 0 1,2 0-1,-2 0 0,2 0 2,0 0-2,-2-2 1,2 2 0,-2 0-1,5 2 0,-5-6-1,2 5-1,-2-1 2,5 0-1,-5-2 2,4 2 0,-5-3 2,4 2-1,1-1 1,-3 2-1,0-2-2,2 1 1,1-2-1,-3 4 0,3-1 0,-1-2 0,0 2 0,0 0-1,0-2-1,-1 0-1,1 0-2,-1 0 1,1 0-1,0 0 1,-1 2 1,0 0 2,-2-2 0,3 3 1,-1-1-1,0 0 1,-2-1 0,3 1 0,-1 1-1,1 1 0,0-2 1,-4 0 0,3 0-1,1 0 0,-2 0 1,3 0-2,-3-3-2,2 3 0,0-1 0,-1 1-2,1 1 0,-1-4 1,1 3 1,-1 2 2,1-3-1,-3 0 1,5 0 0,-5 1 0,3-2-2,2 0-1,-5 0-2,3 0 0,2-2-1,-2 3-1,0-2-2,0 1 4,1-2 0,-3 3 1,2 1 3,1-3 1,-3 1-1,3 1 2,-1-1 0,0 0 1,0 0-3,1 0-3,0-2-1,-4 3-5,3-3-4,3 1-1,-1 1-1,-5-2 2,3 3 3,3-1 4,-3 0 3,2 0 2,-5 0 3,3 0 0,3 1-3,-2-2-4,-3 1-7,2-2-6,1 2-7,-1 0-7,-2-1-8,3 1-4,-1 0 0,-1 0 4,1 0 4,0-2 6,0 1 9,0-2 6,2 1 3,-2 0-1,0 0-7,0-1-13,2 1-11,-2 0-14,0 0-16,0 0-12,-1 2-8,-2 0 0,-1 0 8,5 0 9,-3 2 18,1-2 17,-1 0 15,0 0-2,0 1 1,0-2-2,3 0-5,-3 1-10,2-3-3,1 4 9,-3-1-3,2 0 1,-2 0 4,2-2 9,-1 2 7,1 1 6,-1-2 8,1 2 7,0-1 6,-1 0 1,1-2 3,0 2-2,2-2-3,-2 2-4,2-2-3,-1-2-2,1 0-2,0 0 3,1 1 6,0-2 2,2 2-3,-3-1-15,0 2-23,1-2-27,-3 2-22,3 2-16</inkml:trace>
        <inkml:trace contextRef="#ctx0" brushRef="#br0" timeOffset="5984.3768">-1342-2372 161,'8'-4'202,"-1"-2"-2,2 2-17,-3-2-23,3 0-26,-5 0-33,6 0-35,-9-2-25,6 2-20,-3 1-7,0-4-7,2 1-3,-2 1-2,0 1-1,0-1 1,2 2 8,-5-1 15,3 0 23,2 2 21,-5-1 17,3 2 12,-4-1 0,3 2-11,-3 1-22,2 1-26,-2-5-54,-2 5-111,-1-2-132,-1 0-69,-3 0-38,2 2-11,-2 0 25</inkml:trace>
        <inkml:trace contextRef="#ctx0" brushRef="#br0" timeOffset="8028.5779">-1079-2529 160,'0'1'292,"-1"-1"34,1 3-24,0-3-42,0 2-55,0-1-54,-3-1-52,3 0-36,0 0-24,0 0-10,0 0-4,-1 0 0,1 0 2,-3 0 1,0 0 2,3 3-3,-1-3 0,-4 2-2,3 0 1,-1 0-2,3-2-2,-1 2-2,1-2-2,-3 0-4,3 2-5,-2-2-2,2 0-1,-2 0-1,0 0 0,2 0-1,-2 0 3,2 0 0,-5 0-1,5 2 0,-2-2 1,0 0 0,0 2-1,-3 1 0,3-2 1,0-1 1,-1 2-1,-1 2 1,3-2-1,-2-1 3,-1 2 1,1-1 0,-4-1 2,3 2-2,1 1 2,-1-2-1,-3 3 1,3-4-3,3 2 0,-5 2-2,1-1 0,0-2 9,3 2-4,-3 0-1,3-2 0,-2 2 0,-1 0-1,1-3-10,0 4 5,-3-1-1,4-3 2,-2 3-1,-1 1-3,2-2 3,-3 1-1,3 0 1,0 0 1,0 2 1,-3-2 2,3 2-2,-1-2 2,0 2 0,1-2-2,0 2 0,-1-1 0,-1 0-1,1 0-1,-1 1 0,1 1-2,-1 0 0,0-1 0,0 2 0,1 1 0,-2-2 1,0 1 2,0 0-1,0 0 2,3 0 1,-3-2-2,1 2 0,2-2-1,-3 1 1,0 0-1,1-1 0,-3 1 2,5 0 1,-3 0-1,0-1-1,0 0-1,3 0-2,0 0-1,-3 0-2,3 2 0,-3-2 1,5 2 2,-2-2 0,-3 1 0,3 0-1,0 0-1,-3-1-1,5 1 2,-5 0-1,2 1 1,0 0-3,-1 0 3,1-2 0,-1 2-3,1-2 2,-1 2 2,2-1-1,-3 0 0,6 1 0,-6 0-1,3-1-1,-1 0 1,0 0-1,1-1 1,0 0 0,-1 2 1,1-2 0,-3 2-2,3-2 1,2 2-2,-3 0 1,-2 0-1,3-2 0,3 2 1,-5 2 0,2-3 0,-3 3 2,3-2-1,1 1-1,-1-3 2,3 3-2,-4-1 1,0 1-1,4-2-2,-4-1 1,1 4-1,2-2 0,-3 2-1,3-3 1,-3 5 4,1-2 0,2 0 1,-3 0-1,1 0 4,2 0-5,-3-1 1,1 0-1,3-1 1,-5 2 1,5-3-2,-2 2 2,-1-1-1,1-1 2,-1 3-2,0-4 0,1 2 1,-1 0 2,1 0-2,-1 0-2,2 2 2,-2-2 0,-1 0 0,3 0-1,-2 2 2,2-3 2,-3 1-3,1 0 0,2 0-1,0 0 0,-1 0-1,1 0 1,-3 0-1,4 1-1,-2 0 1,-1-1 1,1 2-2,-1-1-1,-3-1 1,3 3 0,1-4 0,-1 3 0,3 0 0,-5 0 0,2-2-2,3 1 1,-2-2 0,0 0 0,-1 3 0,3-1 0,-4 0 2,0 1-2,1 2 0,0-2 0,-1 2 1,-1-3-1,1 2 0,1-1 3,0-1-1,0 0 0,-2-2 0,5-1-2,-2 0 0,3-2-6,0 0-5,3-4-10,1 0-18,0-1-23,0-4-34,3-1-72,-2-2-123,-1 1-127,1-5-54,-3 0-13,0 0 16,2-4 63</inkml:trace>
        <inkml:trace contextRef="#ctx0" brushRef="#br0" timeOffset="10378.3815">-1147-2495 179,'0'3'318,"0"0"24,0 3-16,0-4-33,0 2-50,-1-3-70,-2 3-63,3-4-40,0 1-23,0-1-12,-1 2-6,1-2-5,0 0 0,-3 0-1,0 0 3,3 0-1,-1 0-1,-2 0-4,0 1-3,3 1-2,-4-2-5,3 3-2,-5 1-1,5-1 1,-2 0 1,-1 1-1,1-1-1,-1 1 1,3-1 0,-6 0-1,2 0 0,1-2-1,2 3 2,-5-2 0,3 2 1,-1 0-1,1 0 0,0 2-1,0 0 0,-3 0-1,3-2 1,-3 4 0,3-2-1,-2-2 1,-1 4 1,3-5 0,-2 3-1,0 1 0,-1-4 1,2 4-1,-1 0 0,-1-4 0,1 4 0,-1-1 0,0 1 0,0-1-2,3-2 0,-3 2-1,3 1 1,0 0-3,-3-1 2,3-2-1,0 5 0,-3-3-1,0 0-2,1 2 1,-1-2 0,-1 2-1,1-2 1,0-1 0,0 3 2,2-2 1,-2 0 1,1 0 2,1 0-1,-1-2-2,2 2-1,0-2-1,0 2-2,-1-2 0,3 1 0,-2 0-7,-1-1 6,3 0 1,-2 0 3,2-1 2,-1 4 2,-1-4 7,2 1-1,-3 0 0,1 1-4,1-1-2,2-1 0,-3 0-5,-2 1-2,5-1-1,-2 1 0,2 0 1,-2 1-1,0-4 2,-1 5 1,3-4 0,1 2 0,-6 0-2,5-2 0,-2 2-1,0 0 0,2 2 2,-2-2-1,2-1 0,-5 2 1,2 0 0,3-1-1,-4 2-2,0-2 3,3 2-1,-2-2 0,2 0 0,0 2 0,-1-4 0,-1 2-1,2 2 1,0-2-1,-2 2 1,1 0 0,-1 0-1,1 0 0,-4 0 1,3 0-1,3 0 0,-5 1-1,2 0 2,-3 0-1,3-1-1,1 2 2,-2 0 0,0 0 1,0 0-1,1 0 2,-2 0 5,4-2-5,-5 2 1,2 0 0,1 2-1,2-1 0,-4-2-11,3 3 8,-1-3 1,1 3 0,-1-2 2,3 0 0,-5 0 8,2 2-6,1-2 0,-1 2-1,0-2 0,0 0-2,1 0-1,-1 1 3,1-2-2,-1 0 0,0 0-3,0 0 1,-1 1 2,1 0-2,2-2 2,-1 2 0,-1 0 2,2 0 0,0 0 0,0 0 1,-3-2-1,0 1 0,4 2 1,-3-1-2,1-1 0,-4-1-2,6 2 3,-5-2-1,2 4 2,0-2-1,0 2 3,-3-2 1,3 1 0,-2 2-2,2-3 1,3 0-1,-4-1 0,0 1-3,3 1 2,-2-2-4,0 1 0,-1 0 1,3 0-1,-2 2 3,-3-2-1,4 2 0,-1 0 1,0 0-1,-3 2-1,6-3 0,-6 3-1,3 0 2,-6 0-1,6-1 2,0 2-2,-1-1 0,0-2 0,-1 0-1,2-3-1,2 3-3,-3-1 3,1 1 1,0-3 0,1 3 2,1 1 1,0-4 3,-2 3-4,1 0 0,1 0 0,-3-2-2,1 2 0,0 1 2,0-1 0,-2 0 2,2-1-1,3 2 1,-5-4-1,2 2 1,3-1-2,1 0-1,-6 0 2,5 0 0,1 0 0,-3-2 0,1 1 1,0-1 0,-1 2-1,3-2-1,-1 0 0,-4 0 0,3 0 0,-2 0 0,1 2 0,1-2 1,-2 1-1,1 0 1,-1 0 1,2-1-1,0 4 3,-1-2-1,-1 1 2,3-2-4,-5 3 2,5-3 1,-2 2-3,-1-1 1,1 0 1,-1-3-1,1 4 1,2-1-3,-2 0 2,2-1 0,-2 3 1,0-1-1,-1 0 2,3 1 1,-5 0 1,2 2 1,3-2-1,-4 2 5,3 0-2,-3 0 0,1-2 0,2 1 0,0-2 1,-1 2-5,-1-3 0,2 0-1,2-2-1,-2 0-1,-1-2-2,3 0-1,0-2 1,0 0 0,0-1-2,0-1-6,0 0-6,0 0-9,0-1-17,3-5-22,-1 0-27,0-3-39,0-4-112,0-1-159,-2-2-73,0-1-26,0-1 2,3-4 32</inkml:trace>
        <inkml:trace contextRef="#ctx0" brushRef="#br0" timeOffset="11210.3812">-1875-1453 203,'-5'12'360,"1"1"32,0-2-10,-3 3-61,0-2-82,3-1-90,-4 6-56,-2-4-26,3 5-16,-4-2-11,5 0-6,-3 2-4,1 0-1,-4-1 1,4 3-2,-1-2-1,-3 0-1,7 0-2,-6-3 0,1 2-5,2-2-3,-2 0-3,2 3-2,1-3-3,-2 1 0,3 2 0,-3-3 0,1 1 1,1 0 1,-3-2 1,5 2 0,-2-1 1,3 0 1,-6-1 1,6 0 2,0-1-3,-3-1-2,3 2-3,-5 0-3,5 2 0,-3-3-4,0 1 1,0 2 3,3-2-1,-3 0 1,3 0 0,-3 0 1,6-3 0,-5 2-1,2-2 2,-2 1 0,4 0 0,-2 0 2,1 2 1,-1-3 1,-1 2-3,1 1 1,0-3-3,-1 1 2,1 2 0,-1-2 5,1 0 2,2 2 6,-3-3 4,1-1-1,1 0-1,2 0-1,-2-2 0,3 2-5,-1 1-3,1-4-2,0 1-2,-3 2 0,3-2-3,-3-2 4,3 2 3,0 2 0,-1-3 1,-2-1-1,3 2-6,0-2 0,-1 0 2,1 1-1,0-4-2,-3 1-2,0-1 5,3-2-4,0 1-3,0-2-1,0 2 0,0-2-1,0 0-2,0-2-1,3 0-8,0-2-11,-2-2-19,2-2-22,1-4-23,0 3-33,0-3-51,-1-2-111,1 1-131,-4-2-59,3 3-15,-1-2 9,0 2 47</inkml:trace>
        <inkml:trace contextRef="#ctx0" brushRef="#br0" timeOffset="13844.5324">-1122-2456 109,'2'0'289,"0"0"45,0 0-20,1-1-49,-1-1-51,-2-2-57,2-1-61,0 2-44,0 2-24,1-4-11,-3 1-6,1 2 0,2-2 3,-1-1 6,-2 4 3,5-4 4,-5 2 1,1-1 0,2 0-4,0 0-2,-3 0-5,1-2-3,2 1-4,-2 1-2,-1-3-1,6 4-2,-6-1 1,1-2 3,-1 3 4,0 2 6,0-4 6,0 4 5,0 1 4,0 0 0,0-3-3,-1 3-4,1 0-3,-6 3-5,5-3-2,-2 1-1,2 1-2,-2 1 0,-1-2 1,-1 2 1,0-3 0,4 6 0,-4-2 0,1-1 1,-3 1-2,3 3 0,-3-1 0,0 3-1,2-3 0,-5 2 2,3-1 0,-1 4 0,1-2-2,-1-3 1,-2 4-1,4-1-2,-1-1-2,-1-1-1,-1 3 1,0-2-1,2 2-2,-4-2 0,4 2 1,-4-2-1,3 4 1,-1-4 1,-2 3 1,0 2-1,0-4 2,0 3 0,0-2 1,3-1-2,-2 5 1,-1-5-4,3 1 1,-3 0-2,0-3 1,-1 3 0,1 0 0,0 0 2,0 0 1,0 0-1,0 2-5,-2-2 3,2 0 2,0 0 0,0 0 3,3 0-2,-3 0 6,1 0-3,5-1-3,-8 1-2,8 1-2,-5-2 0,4 1-2,-1 2 1,1-3-1,-3 1 1,5 0 1,-3 0-2,0-2 0,0 2-3,2 0 1,-5-2 1,3 2-1,0 0 1,-1 0 2,0 0 0,-1 2 2,2-2 0,0-1 1,1 1 0,-3 1 1,2-3 0,2 1-1,-1-1-3,-1 0-1,3 2 0,-3-2-2,3 1 0,-3-2 2,3 0-2,-2 2 4,1-2 0,-1 3 1,1 0 1,-1 0 2,2 0 3,-3 0-2,0-1 2,3 4 2,-3-3-2,6 0 0,-6 0 0,1-2-1,2 1-5,0-1 0,0 0 1,0 2-1,-2 0 0,1-2 2,0 2 2,0 0 1,1-2 1,0 0 2,-3 2 1,3 0-1,-1-3-1,-2 3-1,3 0-3,3-2-1,-5 2-2,1 0 1,-1 0-1,2 0 0,0 0 0,-3-3 2,4 4 0,-2-1 1,0-3 1,0 3 1,-1 1 1,2-4 0,-1 1 0,1 0 2,-5 2-1,5-2-1,-3 2 0,0 0-1,3 1 0,0 1-3,0 0-1,-2-2 0,2 3-1,3-2 0,-5 1-2,2 0 0,3-2-2,-5 0 1,5-1 1,-2 1-2,-1 1 2,1-2 2,-1 1-1,0 2 0,2-2 1,-3 1 1,3-1 0,-2 0-3,0 0 2,-1 0-1,3 0 0,-2 1-2,1-2-1,-1 1 2,1-2-2,-1 1 2,3 0-1,-5 1 1,2 0-1,1-2 0,-1 0 4,0-1-2,1 3-3,-1 1 0,3-4 0,-5 3 0,2 0-3,3-2 1,-4-1 3,3 3-1,-3-1 1,1-1 1,2 2 0,-3 0-5,1 3 0,0-2 1,0 4 2,-2-1 0,2 2 2,0 1 5,0-3-1,0 2 4,-2-2 0,2 2-2,3-2-2,-5 0-1,5-3 1,-5 2-4,5-2-1,-2 1 2,2 2 0,-4-1 1,0 0 1,4-1 1,-4-1 2,1 3 1,1 2 2,3-2 3,-4 0 0,2 2 1,-3-2-1,3 0-2,0-3-3,2 2-1,-2-3-2,0 1-2,-1-1 0,2-1-2,-2 0 1,3-1-4,0-2 1,-2 0 0,2 0 2,-2 0-1,-1-1 0,3 5 0,-4-6-1,4 5 0,-3-4 0,3 1-2,-1 0-2,1-2-10,0-1-15,1 0-33,2-1-43,1-4-51,3-1-77,-3-4-253,3-5-124,-7-2-42,0-7 2,0 2 31,-2-8 69</inkml:trace>
      </inkml:traceGroup>
    </inkml:traceGroup>
    <inkml:traceGroup>
      <inkml:annotationXML>
        <emma:emma xmlns:emma="http://www.w3.org/2003/04/emma" version="1.0">
          <emma:interpretation id="{BAB50FA4-2905-4E86-8C94-D17729E02B35}" emma:medium="tactile" emma:mode="ink">
            <msink:context xmlns:msink="http://schemas.microsoft.com/ink/2010/main" type="paragraph" rotatedBoundingBox="15634,6395 23018,6085 23063,7174 15680,7484" alignmentLevel="2"/>
          </emma:interpretation>
        </emma:emma>
      </inkml:annotationXML>
      <inkml:traceGroup>
        <inkml:annotationXML>
          <emma:emma xmlns:emma="http://www.w3.org/2003/04/emma" version="1.0">
            <emma:interpretation id="{6F941636-F91A-4317-A0E7-953CAEDD05A1}" emma:medium="tactile" emma:mode="ink">
              <msink:context xmlns:msink="http://schemas.microsoft.com/ink/2010/main" type="line" rotatedBoundingBox="15634,6395 23018,6085 23063,7174 15680,7484"/>
            </emma:interpretation>
          </emma:emma>
        </inkml:annotationXML>
        <inkml:traceGroup>
          <inkml:annotationXML>
            <emma:emma xmlns:emma="http://www.w3.org/2003/04/emma" version="1.0">
              <emma:interpretation id="{96ED69D1-FCF3-433A-9704-5C61EDBEF94D}" emma:medium="tactile" emma:mode="ink">
                <msink:context xmlns:msink="http://schemas.microsoft.com/ink/2010/main" type="inkWord" rotatedBoundingBox="15963,6337 16399,7344 15829,7590 15394,6584"/>
              </emma:interpretation>
              <emma:one-of disjunction-type="recognition" id="oneOf1">
                <emma:interpretation id="interp5" emma:lang="zh-CN" emma:confidence="0">
                  <emma:literal>品</emma:literal>
                </emma:interpretation>
                <emma:interpretation id="interp6" emma:lang="zh-CN" emma:confidence="0">
                  <emma:literal>氖</emma:literal>
                </emma:interpretation>
                <emma:interpretation id="interp7" emma:lang="zh-CN" emma:confidence="0">
                  <emma:literal>弥</emma:literal>
                </emma:interpretation>
                <emma:interpretation id="interp8" emma:lang="zh-CN" emma:confidence="0">
                  <emma:literal>訪</emma:literal>
                </emma:interpretation>
                <emma:interpretation id="interp9" emma:lang="zh-CN" emma:confidence="0">
                  <emma:literal>泓</emma:literal>
                </emma:interpretation>
              </emma:one-of>
            </emma:emma>
          </inkml:annotationXML>
          <inkml:trace contextRef="#ctx0" brushRef="#br0" timeOffset="28018.9263">-1158-369 230,'0'-2'311,"6"-2"28,-6 0-7,0 3-22,1-2-41,-1 3-50,0-2-68,0 2-52,0-1-31,0-2-20,3 3-12,-2-1-12,-1-4-3,0 4-2,3-3-3,-3 0 4,3 2 6,-3-1 5,0 2 3,0-2 5,-3 3 4,3 0 0,-3 0 1,3 0-1,0 0-3,0 0-5,0 0-3,0 0-5,0 0-8,0 0-5,0 0-4,0 0-2,0 3-2,0 1-1,0 6 3,0 0 3,0 3 6,0 1 7,0 4 7,0 2 6,0 1 5,0 2 5,3 0 3,-3 1 1,3 2 5,-3 0 0,1-2 2,-1 1 1,4-1-2,-1-1 1,-1 0-5,0-4-6,3-2-12,-3-4-9,-2-2-3,2-1-12,0-3-11,-2-4-9,2 1-15,-2-8-28,0 1-31,-2-4-34,2-3-36,0 3-51,-2-1-117,0-1-149,0 0-64,-5 1-13,2 4 13,1 3 45</inkml:trace>
          <inkml:trace contextRef="#ctx0" brushRef="#br0" timeOffset="30148.6877">-1192 360 222,'5'9'453,"2"-2"43,-3 1 32,2-2-33,-5 3-177,2 0-125,1-1-76,-1 0-45,1 0-26,0 0-22,0-3-14,2 2-19,-5-1-13,2 0-17,-2-2-23,4-1-35,-5 0-56,2-2-100,-2-1-132,0 0-60,0 0-18,0 0 12,0-4 52</inkml:trace>
          <inkml:trace contextRef="#ctx0" brushRef="#br0" timeOffset="30700.5728">-1068 160 102,'3'-4'438,"-3"1"51,-3 0 30,3 1 21,-4 2-183,4 0-153,0 0-87,0 2-47,4 2-29,-1 0-20,1 2-14,0 5-6,-4 0 0,3 1-2,0 2 1,-3 4-1,-3-2 3,3-1 2,-3 1 1,2 0 2,-2 0-2,2-4 3,1-2-1,-3-2 0,3-2-1,0-3-4,0 1-1,0-2-1,3 0 1,-2-2 0,3-2 0,-1-1 1,1 0 2,1 0 0,1-3 1,1 2-1,-3 0-1,3 0 1,2-1-1,-2 1-1,-1 3 0,0-1-1,1 2 1,4 0 2,-1 0-1,-5 0 4,7 3-3,-6 0 3,1 0 0,2 2 6,-3 1 7,1 0 3,-2 1 12,-4 1 3,2-2 3,-3 5 1,0-4-2,-3 2 0,2 1-6,-6-1-2,2 1 1,-3 0-5,1 2-1,-4-2-4,3-1-6,-2 1-3,-1-1-4,3-4-3,-2 1-6,2 0-8,-1-2-13,3-2-17,-1 0-27,0-2-29,3-2-28,-2 0-37,1-5-76,0 0-132,-2 0-97,-1-6-37,0 2-3,1-3 25,0-2 79</inkml:trace>
          <inkml:trace contextRef="#ctx0" brushRef="#br0" timeOffset="30900.5112">-1113 170 141,'2'-6'425,"2"0"45,1 1 31,-4 0-21,4 0-162,1-4-133,1 4-79,3-1-40,1 0-30,-3 2-13,6 1-8,-2 0-6,0 1-5,-1 0-9,0-2-13,0 1-24,-3 3-42,6-3-87,-6 3-156,3-2-91,-4 0-41,4 0-5,0 2 26</inkml:trace>
          <inkml:trace contextRef="#ctx0" brushRef="#br0" timeOffset="31370.6153">-638 96 101,'2'-3'357,"-2"1"51,0-2 26,0 0-57,-4 2-86,2 0-102,-5-2-67,3 2-42,-2 0-25,-1 0-15,0 2-14,-1 0-6,-2 0-5,3 4 1,-1-2-1,-1 6 1,0-2 4,1 4-3,-1 1 1,0 2 0,4-2-1,1 2-2,0 0 1,1-1 0,3 2-1,5-2-1,-3 0 1,5 1 0,1-3-1,1 4 4,5-2 2,-3 0 1,4 0 0,0-1 1,1 4 2,-3-3 0,2 2 3,-2-1 3,1 1 4,0-1 9,-3 2 8,-3-1 5,-1 0 6,-3 2 0,-2 2 1,-2-5-7,-5 5-8,1-3-4,0-2-15,-3-2-6,-1 2-7,-3-5-11,0 0-13,-5-5-18,3-3-22,0 0-28,-2-2-37,-2 1-46,2-6-127,-3 0-159,1-1-73,-5 0-22,3 0 10,-3-2 38</inkml:trace>
        </inkml:traceGroup>
        <inkml:traceGroup>
          <inkml:annotationXML>
            <emma:emma xmlns:emma="http://www.w3.org/2003/04/emma" version="1.0">
              <emma:interpretation id="{E17E4D6F-5F48-42AA-B7FB-179955F20ACB}" emma:medium="tactile" emma:mode="ink">
                <msink:context xmlns:msink="http://schemas.microsoft.com/ink/2010/main" type="inkWord" rotatedBoundingBox="16873,6856 16903,7203 16879,7205 16849,6858"/>
              </emma:interpretation>
              <emma:one-of disjunction-type="recognition" id="oneOf2">
                <emma:interpretation id="interp10" emma:lang="zh-CN" emma:confidence="0">
                  <emma:literal>I</emma:literal>
                </emma:interpretation>
                <emma:interpretation id="interp11" emma:lang="zh-CN" emma:confidence="0">
                  <emma:literal>Ⅰ</emma:literal>
                </emma:interpretation>
                <emma:interpretation id="interp12" emma:lang="zh-CN" emma:confidence="0">
                  <emma:literal>丨</emma:literal>
                </emma:interpretation>
                <emma:interpretation id="interp13" emma:lang="zh-CN" emma:confidence="0">
                  <emma:literal>1</emma:literal>
                </emma:interpretation>
                <emma:interpretation id="interp14" emma:lang="zh-CN" emma:confidence="0">
                  <emma:literal>l</emma:literal>
                </emma:interpretation>
              </emma:one-of>
            </emma:emma>
          </inkml:annotationXML>
          <inkml:trace contextRef="#ctx0" brushRef="#br0" timeOffset="32728.3784">7-2 7,'3'0'395,"-3"0"54,0 0 34,-3 2 21,3-2-131,0 0-145,0 0-91,0 0-48,0 0-33,0 0-21,0 1-13,0-1-9,0 0 4,0 3 3,0-3 7,-2 4 10,0 2 6,2 0 8,0 4-1,-2 0-2,2 4-3,0-1-7,0 3-2,0 2-1,0 4 0,2 0 0,-2 2-4,4-1 5,-4-1 1,5 0-3,-3-1-4,0-1-3,0-4-1,3-2-9,-3-3-7,-2 0-3,2-5-5,0-2-5,-2 0-8,0-2-12,0-2-14,2 0-25,-2-2-23,3-2-35,-3 0-53,2 0-134,-2-3-142,0 1-64,0-1-18,0-1 12,2-1 49</inkml:trace>
        </inkml:traceGroup>
        <inkml:traceGroup>
          <inkml:annotationXML>
            <emma:emma xmlns:emma="http://www.w3.org/2003/04/emma" version="1.0">
              <emma:interpretation id="{DF6E08C0-3FF7-4D92-B8F8-9106BB211CAB}" emma:medium="tactile" emma:mode="ink">
                <msink:context xmlns:msink="http://schemas.microsoft.com/ink/2010/main" type="inkWord" rotatedBoundingBox="17210,6816 17348,7240 17175,7296 17038,6872"/>
              </emma:interpretation>
              <emma:one-of disjunction-type="recognition" id="oneOf3">
                <emma:interpretation id="interp15" emma:lang="zh-CN" emma:confidence="0">
                  <emma:literal>S</emma:literal>
                </emma:interpretation>
                <emma:interpretation id="interp16" emma:lang="zh-CN" emma:confidence="0">
                  <emma:literal>s</emma:literal>
                </emma:interpretation>
                <emma:interpretation id="interp17" emma:lang="zh-CN" emma:confidence="0">
                  <emma:literal>了</emma:literal>
                </emma:interpretation>
                <emma:interpretation id="interp18" emma:lang="zh-CN" emma:confidence="0">
                  <emma:literal>个</emma:literal>
                </emma:interpretation>
                <emma:interpretation id="interp19" emma:lang="zh-CN" emma:confidence="0">
                  <emma:literal>8</emma:literal>
                </emma:interpretation>
              </emma:one-of>
            </emma:emma>
          </inkml:annotationXML>
          <inkml:trace contextRef="#ctx0" brushRef="#br0" timeOffset="33278.9909">347-23 70,'-6'-3'368,"2"1"45,0 2 28,-3 0-31,1 0-112,-1 0-113,1 2-76,-1-2-42,-2 3-24,3-2-17,0 4-8,-5-2-4,1 3 3,2 2 6,-2 0 5,2 0 8,1 1 5,0 1 4,1 0 2,2 0-4,-1 0-5,3-2-3,2 2-7,2 0-4,3 0-4,-1 0 0,5 1 1,-1-1 0,6 3 1,0-2 2,-2 0 0,4-2-2,-3 1 4,2-2-3,2 2-2,0-2 0,1 1 0,-2 0 0,-2 1-1,1-2-4,1 1-2,-4 1 2,-1 0 3,-4 2 9,-1 0 10,-5 0 6,-1 2 10,-1 0 9,-5-1 3,-1 1-6,-1-2-3,0-2-3,-3-2-8,-5 0-6,5-6-8,-3 0-8,2-2-8,1 0-9,0-2-22,1 0-24,2-2-32,-1-1-30,2-2-33,3 1-33,0 0-45,-1-4-115,3 2-139,0 0-57,0 0-15,-1-1 16,3 3 45</inkml:trace>
        </inkml:traceGroup>
        <inkml:traceGroup>
          <inkml:annotationXML>
            <emma:emma xmlns:emma="http://www.w3.org/2003/04/emma" version="1.0">
              <emma:interpretation id="{B828A130-A15F-4E5B-B21E-7CC2FE4E9354}" emma:medium="tactile" emma:mode="ink">
                <msink:context xmlns:msink="http://schemas.microsoft.com/ink/2010/main" type="inkWord" rotatedBoundingBox="17811,6912 17832,7329 17804,7330 17784,6913"/>
              </emma:interpretation>
              <emma:one-of disjunction-type="recognition" id="oneOf4">
                <emma:interpretation id="interp20" emma:lang="zh-CN" emma:confidence="0">
                  <emma:literal>1</emma:literal>
                </emma:interpretation>
                <emma:interpretation id="interp21" emma:lang="zh-CN" emma:confidence="0">
                  <emma:literal>丨</emma:literal>
                </emma:interpretation>
                <emma:interpretation id="interp22" emma:lang="zh-CN" emma:confidence="0">
                  <emma:literal>I</emma:literal>
                </emma:interpretation>
                <emma:interpretation id="interp23" emma:lang="zh-CN" emma:confidence="0">
                  <emma:literal>Ⅰ</emma:literal>
                </emma:interpretation>
                <emma:interpretation id="interp24" emma:lang="zh-CN" emma:confidence="0">
                  <emma:literal>l</emma:literal>
                </emma:interpretation>
              </emma:one-of>
            </emma:emma>
          </inkml:annotationXML>
          <inkml:trace contextRef="#ctx0" brushRef="#br0" timeOffset="62360.2899">948 54 92,'-3'0'359,"3"0"51,-1 1 30,1-1-39,0 0-117,0 0-104,0 0-61,0 0-49,1-1-27,-1 1-7,0 0-3,0 0 4,0 0 13,0 0 5,0 0 8,0 0 1,-1 0-2,1 0-4,0 0-8,-3 0-4,0 0-9,3 1-7,-1 3-4,-2 2-1,3 4 0,-1 2 0,1 2 8,0 2 10,0 1 10,0 3 4,0 3 6,0-2 2,1 4-1,-1-1-5,0 2-6,3-2-6,-2 1-6,-1-2-8,6-1-7,-6-5-6,1 2-6,2-4-2,-1-1-6,0-2-6,-2-2-19,2-3-29,0-3-33,-2 0-43,5-2-56,-3-4-133,-2-3-168,2-1-69,-2-4-19,2 0 13,0 0 43</inkml:trace>
        </inkml:traceGroup>
        <inkml:traceGroup>
          <inkml:annotationXML>
            <emma:emma xmlns:emma="http://www.w3.org/2003/04/emma" version="1.0">
              <emma:interpretation id="{5472F934-9B49-40C4-8CE0-923DFC5696C9}" emma:medium="tactile" emma:mode="ink">
                <msink:context xmlns:msink="http://schemas.microsoft.com/ink/2010/main" type="inkWord" rotatedBoundingBox="17965,7143 17972,7180 17955,7183 17949,7146"/>
              </emma:interpretation>
              <emma:one-of disjunction-type="recognition" id="oneOf5">
                <emma:interpretation id="interp25" emma:lang="zh-CN" emma:confidence="0">
                  <emma:literal>.</emma:literal>
                </emma:interpretation>
                <emma:interpretation id="interp26" emma:lang="zh-CN" emma:confidence="0">
                  <emma:literal>·</emma:literal>
                </emma:interpretation>
                <emma:interpretation id="interp27" emma:lang="zh-CN" emma:confidence="0">
                  <emma:literal>、</emma:literal>
                </emma:interpretation>
                <emma:interpretation id="interp28" emma:lang="zh-CN" emma:confidence="0">
                  <emma:literal>。</emma:literal>
                </emma:interpretation>
                <emma:interpretation id="interp29" emma:lang="zh-CN" emma:confidence="0">
                  <emma:literal>‘</emma:literal>
                </emma:interpretation>
              </emma:one-of>
            </emma:emma>
          </inkml:annotationXML>
          <inkml:trace contextRef="#ctx0" brushRef="#br0" timeOffset="62539.0172">1102 285 168,'0'2'464,"-3"2"44,3-1 24,-1 4 11,-5-3-222,6 0-155,6 0-91,-5 0-69,3 0-72,2-3-114,-6-1-176,0 0-90,0 0-40,0-4 1,1 1 32</inkml:trace>
        </inkml:traceGroup>
        <inkml:traceGroup>
          <inkml:annotationXML>
            <emma:emma xmlns:emma="http://www.w3.org/2003/04/emma" version="1.0">
              <emma:interpretation id="{32FFB3AB-0C56-4FCF-BF39-50CF13612AB7}" emma:medium="tactile" emma:mode="ink">
                <msink:context xmlns:msink="http://schemas.microsoft.com/ink/2010/main" type="inkWord" rotatedBoundingBox="18242,6855 18273,7327 18016,7344 17985,6872"/>
              </emma:interpretation>
              <emma:one-of disjunction-type="recognition" id="oneOf6">
                <emma:interpretation id="interp30" emma:lang="zh-CN" emma:confidence="0">
                  <emma:literal>5</emma:literal>
                </emma:interpretation>
                <emma:interpretation id="interp31" emma:lang="zh-CN" emma:confidence="0">
                  <emma:literal>与</emma:literal>
                </emma:interpretation>
                <emma:interpretation id="interp32" emma:lang="zh-CN" emma:confidence="0">
                  <emma:literal>孓</emma:literal>
                </emma:interpretation>
                <emma:interpretation id="interp33" emma:lang="zh-CN" emma:confidence="0">
                  <emma:literal>§</emma:literal>
                </emma:interpretation>
                <emma:interpretation id="interp34" emma:lang="zh-CN" emma:confidence="0">
                  <emma:literal>S</emma:literal>
                </emma:interpretation>
              </emma:one-of>
            </emma:emma>
          </inkml:annotationXML>
          <inkml:trace contextRef="#ctx0" brushRef="#br0" timeOffset="63067.3705">1178 28 109,'0'-7'436,"0"4"49,-1-1 29,-4 1 15,3 3-191,-1 0-150,3 5-81,0 0-47,0 2-25,3 3-11,-1 1-11,0 3-8,1 2-3,-3 1-2,-3 0 0,1 2-5,0-1 8,-2 2 1,1-2 6,-1 0 3,2-1 0,-1-2-1,3-1-1,0-3 2,3-1-7,-1-2 0,0-2-1,3-2-1,-4-4-2,4 0 1,0 0 0,-1-2-2,3 0 1,-3 2 2,0-2-2,6 2-1,-5-2 1,5 2 0,-2 2-1,-1-2 1,4 2 0,-2 0 0,-1 2-1,3 0 1,-1 0-1,1 0 2,-3 2-1,2-2 5,-5 2 2,2-3 4,0 4 12,-3 1 9,1-2 9,-5 1 8,0 1 7,0-1 3,-2 2-3,-1-1-5,-4 0-8,3 0-5,-3 2-6,2-2-6,-5 0-6,2 0-2,-3 0-4,0 0-7,0-3-6,-1 1 0,1 1-3,0-4-7,0 1-11,0 0-16,4-2-23,2 0-33,-2-4-37,0 0-59,3-3-123,-3-5-146,3-2-63,-3-4-15,2-2 14,1-3 50</inkml:trace>
          <inkml:trace contextRef="#ctx0" brushRef="#br0" timeOffset="63258.3887">1182 96 329,'6'-7'485,"-5"1"45,-1 2 25,6 0-62,-5 0-196,3-2-125,3 4-71,4-4-44,0 3-23,3-2-19,1 4-14,1-2-16,0 3-19,1 0-21,0 0-33,-4 4-55,0 1-98,-4 0-148,0 1-69,-5 0-23,3 2 8,1 0 44</inkml:trace>
        </inkml:traceGroup>
        <inkml:traceGroup>
          <inkml:annotationXML>
            <emma:emma xmlns:emma="http://www.w3.org/2003/04/emma" version="1.0">
              <emma:interpretation id="{61CFA611-6727-405C-91B4-A60F88256C28}" emma:medium="tactile" emma:mode="ink">
                <msink:context xmlns:msink="http://schemas.microsoft.com/ink/2010/main" type="inkWord" rotatedBoundingBox="18483,6901 18526,7285 18359,7304 18316,6920"/>
              </emma:interpretation>
              <emma:one-of disjunction-type="recognition" id="oneOf7">
                <emma:interpretation id="interp35" emma:lang="zh-CN" emma:confidence="0">
                  <emma:literal>S</emma:literal>
                </emma:interpretation>
                <emma:interpretation id="interp36" emma:lang="zh-CN" emma:confidence="0">
                  <emma:literal>s</emma:literal>
                </emma:interpretation>
                <emma:interpretation id="interp37" emma:lang="zh-CN" emma:confidence="0">
                  <emma:literal>了</emma:literal>
                </emma:interpretation>
                <emma:interpretation id="interp38" emma:lang="zh-CN" emma:confidence="0">
                  <emma:literal>∫</emma:literal>
                </emma:interpretation>
                <emma:interpretation id="interp39" emma:lang="zh-CN" emma:confidence="0">
                  <emma:literal>8</emma:literal>
                </emma:interpretation>
              </emma:one-of>
            </emma:emma>
          </inkml:annotationXML>
          <inkml:trace contextRef="#ctx0" brushRef="#br0" timeOffset="63682.5304">1603 99 68,'0'-6'372,"-1"2"43,-2-4 23,-1 2-24,1 0-123,-1 0-117,3 0-75,-5 3-37,5-2-20,-5 5-11,1 0-4,-2 2-1,0 2 2,0 2 0,1 2 1,-1 2-4,1 0-1,-1 2-2,3 0-3,-1 1 0,4 1 3,1 0 1,0 2-1,0-2-1,4 0 0,0 0-1,5-3 0,0 2 0,1 1 1,1-3 5,0 1-1,6 0 3,-6 0 1,1-2 1,-1 1 2,0 0 4,-4-1 8,2-1 4,-2 3 6,-3-3 1,-3-2-4,-1 3-6,-4-2-10,3 1-8,-6-2-14,-4 1-18,2-2-19,-4-2-24,1 0-26,-3-2-29,1 0-34,3 0-73,-4-2-136,2-2-106,0-2-45,3 0-8,0-2 21,3 2 72</inkml:trace>
        </inkml:traceGroup>
        <inkml:traceGroup>
          <inkml:annotationXML>
            <emma:emma xmlns:emma="http://www.w3.org/2003/04/emma" version="1.0">
              <emma:interpretation id="{44D4BCB6-5F3F-4971-8DDD-038188B70C2C}" emma:medium="tactile" emma:mode="ink">
                <msink:context xmlns:msink="http://schemas.microsoft.com/ink/2010/main" type="inkWord" rotatedBoundingBox="19113,6818 21126,6734 21148,7254 19135,7339"/>
              </emma:interpretation>
              <emma:one-of disjunction-type="recognition" id="oneOf8">
                <emma:interpretation id="interp40" emma:lang="zh-CN" emma:confidence="0">
                  <emma:literal>2</emma:literal>
                </emma:interpretation>
                <emma:interpretation id="interp41" emma:lang="zh-CN" emma:confidence="0">
                  <emma:literal>工</emma:literal>
                </emma:interpretation>
                <emma:interpretation id="interp42" emma:lang="zh-CN" emma:confidence="0">
                  <emma:literal>z</emma:literal>
                </emma:interpretation>
                <emma:interpretation id="interp43" emma:lang="zh-CN" emma:confidence="0">
                  <emma:literal>二</emma:literal>
                </emma:interpretation>
                <emma:interpretation id="interp44" emma:lang="zh-CN" emma:confidence="0">
                  <emma:literal>Z</emma:literal>
                </emma:interpretation>
              </emma:one-of>
            </emma:emma>
          </inkml:annotationXML>
          <inkml:trace contextRef="#ctx0" brushRef="#br0" timeOffset="64676.5362">2282 75 272,'-2'0'426,"2"0"39,0-2 22,0 2-83,2-2-150,0 0-105,5-2-62,-3 2-36,5-2-23,0 0-13,-1-2-6,6 5-1,-2-3-2,0 1 2,-1 3 4,0 0 2,0 4 5,-3 0 3,2 2 4,-6 2-1,0 2 0,-1 4-2,-2-2-3,-2 4-5,-2-2-3,-1 2-2,0 1-5,-6-1-2,2 0-3,-1-2 1,-2 1-1,0 0-1,-3-3 1,3 1 0,0 0 1,0-4 2,3 0 2,-1 0 5,3-3 2,-1 0 7,3 0 4,-1-3 4,3 2-1,-3-3 2,5-1-1,0-1 1,0 3 3,3-3 4,1 0 7,1 0 5,-1 0 4,3-3 4,-3 2-4,5-3-2,0-1-6,-1 0-4,3-1-14,-1 0-5,1 2-6,-3 0-7,1 0-5,0 2-12,0 0-15,-1 0-21,1 2-25,0 0-22,-1 2-30,3-2-35,0 0-61,-1-2-128,-2 0-112,1-4-44,0 0-8,2 0 25,0-2 66</inkml:trace>
        </inkml:traceGroup>
        <inkml:traceGroup>
          <inkml:annotationXML>
            <emma:emma xmlns:emma="http://www.w3.org/2003/04/emma" version="1.0">
              <emma:interpretation id="{68FB65E1-A49D-4326-82D1-E16DDCEF42E5}" emma:medium="tactile" emma:mode="ink">
                <msink:context xmlns:msink="http://schemas.microsoft.com/ink/2010/main" type="inkWord" rotatedBoundingBox="19475,7185 19486,6797 19615,6801 19604,7188"/>
              </emma:interpretation>
              <emma:one-of disjunction-type="recognition" id="oneOf9">
                <emma:interpretation id="interp45" emma:lang="zh-CN" emma:confidence="0">
                  <emma:literal>8</emma:literal>
                </emma:interpretation>
                <emma:interpretation id="interp46" emma:lang="zh-CN" emma:confidence="0">
                  <emma:literal>s</emma:literal>
                </emma:interpretation>
                <emma:interpretation id="interp47" emma:lang="zh-CN" emma:confidence="0">
                  <emma:literal>S</emma:literal>
                </emma:interpretation>
                <emma:interpretation id="interp48" emma:lang="zh-CN" emma:confidence="0">
                  <emma:literal>∫</emma:literal>
                </emma:interpretation>
                <emma:interpretation id="interp49" emma:lang="zh-CN" emma:confidence="0">
                  <emma:literal>§</emma:literal>
                </emma:interpretation>
              </emma:one-of>
            </emma:emma>
          </inkml:annotationXML>
          <inkml:trace contextRef="#ctx0" brushRef="#br0" timeOffset="65107.112">2734 28 98,'0'-12'377,"0"0"42,-3 0 23,-1 3-38,1-2-123,-4 1-115,3 3-69,3-1-39,-6 3-22,3 4-8,-6 2-8,3 4-3,-1-2 6,-1 5 3,2 2 3,-1 0 3,1 2-1,3-2-1,0 1-6,4 3-6,0-4-3,0 3-3,4-2-3,0-1 0,0 0-2,3 2 4,2-2 2,0-1 2,0 4 3,-1-4 4,2 4 5,-2-4 0,0 1 5,-1 1 4,0-2 3,-3 1-1,3 1 6,-4 0 3,-2-1 6,-1 2-2,-1-3-1,-2 3-2,-4 0-12,3-2-10,-4 0-14,-2 0-6,2-2-7,-6-2-9,3 0-10,0-3-14,-2 0-16,5-3-26,-2-5-29,5 4-42,-2-5-85,1-2-165,6 0-77,-4-2-28,7-2 8,-2 2 32</inkml:trace>
        </inkml:traceGroup>
        <inkml:traceGroup>
          <inkml:annotationXML>
            <emma:emma xmlns:emma="http://www.w3.org/2003/04/emma" version="1.0">
              <emma:interpretation id="{390714E3-53CE-41AF-9463-6901D7A61E2F}" emma:medium="tactile" emma:mode="ink">
                <msink:context xmlns:msink="http://schemas.microsoft.com/ink/2010/main" type="inkWord" rotatedBoundingBox="20209,7194 20241,6845 20427,6862 20394,7211"/>
              </emma:interpretation>
              <emma:one-of disjunction-type="recognition" id="oneOf10">
                <emma:interpretation id="interp50" emma:lang="zh-CN" emma:confidence="0">
                  <emma:literal>2</emma:literal>
                </emma:interpretation>
                <emma:interpretation id="interp51" emma:lang="zh-CN" emma:confidence="0">
                  <emma:literal>工</emma:literal>
                </emma:interpretation>
                <emma:interpretation id="interp52" emma:lang="zh-CN" emma:confidence="0">
                  <emma:literal>z</emma:literal>
                </emma:interpretation>
                <emma:interpretation id="interp53" emma:lang="zh-CN" emma:confidence="0">
                  <emma:literal>乙</emma:literal>
                </emma:interpretation>
                <emma:interpretation id="interp54" emma:lang="zh-CN" emma:confidence="0">
                  <emma:literal>Z</emma:literal>
                </emma:interpretation>
              </emma:one-of>
            </emma:emma>
          </inkml:annotationXML>
          <inkml:trace contextRef="#ctx0" brushRef="#br0" timeOffset="65839.7111">3393 21 307,'-4'-1'439,"3"-1"38,1 0 20,-3 0-88,3-1-156,3 3-105,-2-3-61,6-1-30,0 1-18,1 0-13,3-1-2,0 2-2,1 2 1,-1 2 0,1 0 0,-1 3-1,0 2-1,-1 1 1,-2 1-3,-3 1-1,-1 0 0,-2 4-3,-2 0-2,-2 0-1,0 0-3,-5 2-4,0 1-1,-4-1-2,0 3-2,0-2-1,0-1 0,-1 0 0,-2-1 0,1 2 1,2-4-2,0 1 0,0-4 2,3 0 5,-2 0 3,3-2 4,3-5 4,0 1 0,1 1 1,3-3 0,0-2 1,0 2 5,3-1 9,1 2 10,0-1 13,0-2 9,3 0 7,0 0 1,3 0-1,1-2-8,0-1-9,1 0-13,-1-2-13,2 2-9,-2-1-10,3 0-9,-6 2-20,3 0-31,-1-2-35,-2 4-38,-1-2-53,-3 0-94,3 0-167,-5-3-85,0 2-27,3-3 8,-3 2 32,2-1 93</inkml:trace>
        </inkml:traceGroup>
        <inkml:traceGroup>
          <inkml:annotationXML>
            <emma:emma xmlns:emma="http://www.w3.org/2003/04/emma" version="1.0">
              <emma:interpretation id="{AD50079A-1769-49BA-A229-AC966992FC6F}" emma:medium="tactile" emma:mode="ink">
                <msink:context xmlns:msink="http://schemas.microsoft.com/ink/2010/main" type="inkWord" rotatedBoundingBox="20417,6813 21070,6699 21162,7228 20510,7342"/>
              </emma:interpretation>
              <emma:one-of disjunction-type="recognition" id="oneOf11">
                <emma:interpretation id="interp55" emma:lang="zh-CN" emma:confidence="0">
                  <emma:literal>以</emma:literal>
                </emma:interpretation>
                <emma:interpretation id="interp56" emma:lang="zh-CN" emma:confidence="0">
                  <emma:literal>水</emma:literal>
                </emma:interpretation>
                <emma:interpretation id="interp57" emma:lang="zh-CN" emma:confidence="0">
                  <emma:literal>影</emma:literal>
                </emma:interpretation>
                <emma:interpretation id="interp58" emma:lang="zh-CN" emma:confidence="0">
                  <emma:literal>冰</emma:literal>
                </emma:interpretation>
                <emma:interpretation id="interp59" emma:lang="zh-CN" emma:confidence="0">
                  <emma:literal>§</emma:literal>
                </emma:interpretation>
              </emma:one-of>
            </emma:emma>
          </inkml:annotationXML>
          <inkml:trace contextRef="#ctx0" brushRef="#br0" timeOffset="66013.4218">3627 200 66,'-2'5'460,"0"-2"64,0 1 41,-5 0 23,2 0-148,4-1-184,-2 4-108,6-4-66,-2 4-51,4-4-37,2 1-36,-1 1-42,0 0-66,-1-3-114,-5-2-150,0 0-71,0-3-21,0-3 12,0-2 51</inkml:trace>
          <inkml:trace contextRef="#ctx0" brushRef="#br0" timeOffset="66452.4623">3719-68 356,'0'-4'486,"-2"4"40,-2 0 25,2 0-75,0 0-195,-1 4-121,3 0-67,3 2-38,-1 2-25,0 2-14,2 4-7,1-2-6,-3 3 0,3 2-1,-4 3 4,3-1 2,-1 1 3,1-1 7,-1 2 1,-2-4 5,5 2 5,1-2-1,-2-1 2,1-4-5,-1 2-2,5-3-4,-2-1-3,1 0-3,-2 0-1,1-2 1,2 0 0,-5-1 1,2-2 7,0-1 1,-3 0 2,0-2 5,-1 1 15,0-3 17,-3 3 17,0 1 24,0-2 17,-3 2 10,0 2-1,-2-1-2,-1 6-17,2-3-14,-3 1-12,2-1-12,-5 3-13,2-3-16,1-1-14,-2-1-10,2 0-12,3-4-24,-3 1-37,-1-3-49,1-3-49,0-1-53,3-2-47,1-2-48,-1-1-72,3-4-137,1-2-69,-6-2-11,6-2 18,0-1 47,0-4 95</inkml:trace>
          <inkml:trace contextRef="#ctx0" brushRef="#br0" timeOffset="66618.5863">3780 38 15,'4'-10'450,"0"0"79,-2 6 45,-2 0 32,0 1-105,2 0-196,1-1-116,1 2-71,2 0-45,3 0-32,4 0-28,1 0-27,-2-2-31,5 2-29,-2 2-33,0 0-45,1 0-77,-4 2-137,-1 0-97,0 0-36,-1 2-3,-2 0 25,6-1 81</inkml:trace>
          <inkml:trace contextRef="#ctx0" brushRef="#br0" timeOffset="66999.1507">4206-42 153,'0'-2'437,"-5"-1"46,4-2 25,-4-1-16,3 2-174,-2-2-138,1 2-80,-1 2-46,2 1-24,-2 1-13,-1 3-9,-4 3-6,1 2 1,-2 6 1,-1-2 3,0 3 6,4 0 4,-1 1 3,1 0 0,3-1-1,2-1 2,2 2-6,2-2 0,2 0 0,3-2-1,1-1 4,3 3 0,3-4 2,0 0 1,3 0 6,-2-2 1,0 2 3,3-2 6,-3 1 7,-1-2 5,-3 3 5,0-2 11,-4 2 6,-3 0 1,-4 3-3,-2 1-6,-3 0-12,-3 0-15,-3 3-16,-4 0-30,-3-4-43,-3 2-53,2-2-78,-5-3-188,-1-1-151,2-5-62,-4-3-12,8-1 26,-2-4 66</inkml:trace>
        </inkml:traceGroup>
        <inkml:traceGroup>
          <inkml:annotationXML>
            <emma:emma xmlns:emma="http://www.w3.org/2003/04/emma" version="1.0">
              <emma:interpretation id="{6A6B6451-1F62-4CCC-B201-5E9EC773D57E}" emma:medium="tactile" emma:mode="ink">
                <msink:context xmlns:msink="http://schemas.microsoft.com/ink/2010/main" type="inkWord" rotatedBoundingBox="22642,6100 23018,6085 23048,6814 22673,6830"/>
              </emma:interpretation>
              <emma:one-of disjunction-type="recognition" id="oneOf12">
                <emma:interpretation id="interp60" emma:lang="zh-CN" emma:confidence="0">
                  <emma:literal>t</emma:literal>
                </emma:interpretation>
                <emma:interpretation id="interp61" emma:lang="zh-CN" emma:confidence="0">
                  <emma:literal>七</emma:literal>
                </emma:interpretation>
                <emma:interpretation id="interp62" emma:lang="zh-CN" emma:confidence="0">
                  <emma:literal>士</emma:literal>
                </emma:interpretation>
                <emma:interpretation id="interp63" emma:lang="zh-CN" emma:confidence="0">
                  <emma:literal>廿</emma:literal>
                </emma:interpretation>
                <emma:interpretation id="interp64" emma:lang="zh-CN" emma:confidence="0">
                  <emma:literal>£</emma:literal>
                </emma:interpretation>
              </emma:one-of>
            </emma:emma>
          </inkml:annotationXML>
          <inkml:trace contextRef="#ctx0" brushRef="#br0" timeOffset="80880.4102">6031-734 259,'6'-10'428,"-5"5"36,2 0 24,-3 2-60,0-1-166,1 0-101,-1 2-56,0 0-33,-1 4-19,1 2-14,-4 4-6,-2 6-9,-1 6 4,2 3 6,-5 5 6,-1 4 7,-2 5 6,2 3 10,0 6 2,0-1 6,3 6 0,-2-3 2,3 0-5,3 0-6,4-7-10,4-1-8,3-4-12,4-5-11,3-6-3,4-2-6,1-6-2,4-5-6,0-6-4,-1-2-16,3-4-18,-5-4-17,-1-4-25,-1-2-31,-3 0-37,-4-3-64,-4-1-145,-2-4-123,-5-2-53,-7 0-8,-2 0 22,-4-1 66</inkml:trace>
          <inkml:trace contextRef="#ctx0" brushRef="#br0" timeOffset="81056.0288">5858-403 165,'-18'-3'477,"4"0"56,2-1 36,2 4 25,4-5-210,4 0-157,4 2-87,7-5-56,6 0-36,7 1-22,7-4-13,2 2-13,2 6-35,0-1-81,-2 2-236,-2 2-126,-6 2-67,-3 1-26,-2 0 9,0 1 73</inkml:trace>
        </inkml:traceGroup>
      </inkml:traceGroup>
    </inkml:traceGroup>
  </inkml:traceGroup>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4:32.329"/>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0E2D90CB-D587-46D9-BC53-4B5534D60617}" emma:medium="tactile" emma:mode="ink">
          <msink:context xmlns:msink="http://schemas.microsoft.com/ink/2010/main" type="writingRegion" rotatedBoundingBox="12399,4002 14652,4075 14624,4928 12371,4856"/>
        </emma:interpretation>
      </emma:emma>
    </inkml:annotationXML>
    <inkml:traceGroup>
      <inkml:annotationXML>
        <emma:emma xmlns:emma="http://www.w3.org/2003/04/emma" version="1.0">
          <emma:interpretation id="{EEB43B4F-836C-43D4-9925-0D3A805719A0}" emma:medium="tactile" emma:mode="ink">
            <msink:context xmlns:msink="http://schemas.microsoft.com/ink/2010/main" type="paragraph" rotatedBoundingBox="12399,4002 14652,4075 14624,4928 12371,4856" alignmentLevel="1"/>
          </emma:interpretation>
        </emma:emma>
      </inkml:annotationXML>
      <inkml:traceGroup>
        <inkml:annotationXML>
          <emma:emma xmlns:emma="http://www.w3.org/2003/04/emma" version="1.0">
            <emma:interpretation id="{B320A7CE-DDAD-498A-B617-5B908E633397}" emma:medium="tactile" emma:mode="ink">
              <msink:context xmlns:msink="http://schemas.microsoft.com/ink/2010/main" type="line" rotatedBoundingBox="12399,4002 14652,4075 14624,4928 12371,4856"/>
            </emma:interpretation>
          </emma:emma>
        </inkml:annotationXML>
        <inkml:traceGroup>
          <inkml:annotationXML>
            <emma:emma xmlns:emma="http://www.w3.org/2003/04/emma" version="1.0">
              <emma:interpretation id="{44EBFEFF-CCEF-4B33-9018-406F0C86E5D1}" emma:medium="tactile" emma:mode="ink">
                <msink:context xmlns:msink="http://schemas.microsoft.com/ink/2010/main" type="inkWord" rotatedBoundingBox="12399,4002 14652,4075 14624,4928 12371,4856"/>
              </emma:interpretation>
              <emma:one-of disjunction-type="recognition" id="oneOf0">
                <emma:interpretation id="interp0" emma:lang="zh-CN" emma:confidence="0">
                  <emma:literal>腓</emma:literal>
                </emma:interpretation>
                <emma:interpretation id="interp1" emma:lang="zh-CN" emma:confidence="0">
                  <emma:literal>毗</emma:literal>
                </emma:interpretation>
                <emma:interpretation id="interp2" emma:lang="zh-CN" emma:confidence="0">
                  <emma:literal>眺</emma:literal>
                </emma:interpretation>
                <emma:interpretation id="interp3" emma:lang="zh-CN" emma:confidence="0">
                  <emma:literal>渺</emma:literal>
                </emma:interpretation>
                <emma:interpretation id="interp4" emma:lang="zh-CN" emma:confidence="0">
                  <emma:literal>洲</emma:literal>
                </emma:interpretation>
              </emma:one-of>
            </emma:emma>
          </inkml:annotationXML>
          <inkml:trace contextRef="#ctx0" brushRef="#br0">553 358 377,'3'5'464,"-2"-1"33,2-3 18,1 3-103,0-3-178,3 1-102,7-2-57,-2-2-29,6 2-16,2-1-9,-1-3-9,4 3-4,-1-1-2,0-2-2,0 1-3,-4 2-3,-3-1-5,0-1-9,-6 3-14,-2 3-20,-3-1-42,-1 2-71,-9 2-136,-2 0-104,-5 2-47,-1 2-9,-1 0 25,-3 0 64</inkml:trace>
          <inkml:trace contextRef="#ctx0" brushRef="#br0" timeOffset="165.4376">597 540 173,'-2'9'446,"-3"-1"46,1-1 26,4-6-4,0 4-195,4-5-133,3 0-73,4-3-40,5 1-26,3-4-16,3 2-10,3-2-15,1 1-24,1 2-38,-4-1-104,0 1-191,-8-2-100,-1 3-48,-3-1-10,-3 0 17,0 1 97</inkml:trace>
          <inkml:trace contextRef="#ctx0" brushRef="#br0" timeOffset="-272.4284">27 80 158,'-5'-3'412,"1"3"40,0 0 20,0 0-21,-2 0-180,5 0-117,-2 6-61,3 1-35,0 3-14,0 3-5,4 5-5,-1 2 3,4 5 3,0 3 0,1 6 0,3 0-3,0 3 0,-2 5-6,2-5-4,3 3-4,-3-2-2,-3-3-3,3-1-3,-2-4-3,-1-5-1,-1-2 0,2-6-2,-4-1 6,0-6 0,1-2 6,-5-4 3,6-6 2,-3-4 1,0-10 1,3-4-2,0-7-6,2-5-2,0-4-4,0-2-1,2-3-4,0-3-4,0 1-2,0-1-2,0 1-1,-3 3-3,-1 3 2,2 3-4,-7 2 1,2 6 1,-1 2 0,-3 5 0,2 2 0,-2 6 5,0 1-2,0 2-7,0 2-13,0 2-17,0 1-20,2 0-29,-2 2-50,2-2-124,-2 3-154,0 0-70,0 0-28,0 0 5,2 7 36</inkml:trace>
          <inkml:trace contextRef="#ctx0" brushRef="#br0" timeOffset="2580.9197">927 76 380,'-4'-5'442,"-3"4"37,0 1 26,1-3-117,1 2-150,4 1-87,1-2-47,-3 2-36,6-3-22,-3 2-16,4 1-11,0-3-5,0 3-5,3-1 2,-3 1-2,3 1 0,3-1 1,1 3-1,-3 1-1,3-1-1,0 1 0,0 2-1,0 0-2,-1-2-5,1 0 1,2-1 1,-2 3 2,-6-3-1,2 1 0,0 0 4,0-2-2,-3 0-3,-2 0-1,2 2 0,-1-2 1,-1 4 3,0-2 0,-2 6 4,0 0 2,0 4 4,-2 3 1,0 5 4,-1 4 2,-1 4 2,2 0 3,0 9 3,-3 3 2,1 5 4,2 1-1,-3-2 0,4 4-5,-2-5-3,0-4-3,2 1-8,-2-7-3,3 0-4,3-5-3,-2-7-2,-1-2-4,3-5-12,0-4-15,-2-4-21,2-4-23,-1-4-40,4-6-53,-3-6-130,1-6-141,-2 0-63,0-9-19,3 0 15,-1-5 45</inkml:trace>
          <inkml:trace contextRef="#ctx0" brushRef="#br0" timeOffset="2967.4718">1266 165 392,'12'-20'453,"-6"4"37,-1 2 23,-4 4-120,2 2-158,-3 2-95,1 5-53,-1 2-36,-1 5-23,1 6-12,-3 6-8,2 3-1,1 4-3,-3 2 2,1 1 0,2 2 0,0-3-5,5 0 5,-4-2 2,3-1 2,6 0 3,-2-4-1,2-3 4,1-1-2,0-4-1,2 0-3,-2-4-1,-3 0 0,2-2-1,-2 0 0,-1-2 3,-3-2 1,0-1 5,-1 2 4,0-2 9,-3-1 8,1 3 8,-1-3 4,-1 1-1,1 1-3,-6 2-8,2-1-9,0 2-9,-6 3-8,5-1-4,-7 0-1,1 2-3,-2 0-1,0 3-2,-1-3-1,2 0-12,1 2-21,-3-7-31,1 2-45,2-2-110,-2-1-198,2-6-94,-2-2-36,2-4 0,1-1 32,4-3 103</inkml:trace>
          <inkml:trace contextRef="#ctx0" brushRef="#br0" timeOffset="3149.6497">1226 303 410,'3'-5'487,"1"2"33,1 0 20,1 3-103,1-3-196,4 3-110,2-1-57,5-2-32,7 0-23,-3-1-20,3 0-18,0-1-22,0 2-29,-2-1-52,-3 0-81,-5 2-122,-1 2-90,-6 0-38,-4 2-3,2-1 32,-5 4 80</inkml:trace>
          <inkml:trace contextRef="#ctx0" brushRef="#br0" timeOffset="3411.1358">1562 199 278,'0'1'454,"0"3"41,-3-2 24,3 5-50,0-2-186,3 5-109,-2 2-59,6 6-33,1 2-16,-1 5-9,4 5-3,-1 4-4,1 4-5,0-1-3,-3 5-5,3-5-6,-2 1-11,0-2-6,1-4-5,-3-3-4,3-3-4,-3-5-12,-2-5-19,2-2-19,-3-6-30,1-3-47,-3-9-92,-2-2-176,0-4-82,0-3-38,0-4 2,0-5 29,0-2 91</inkml:trace>
          <inkml:trace contextRef="#ctx0" brushRef="#br0" timeOffset="3736.2198">1797 90 262,'3'-9'426,"-2"2"37,-1 0 21,3 4-77,0 0-155,-3 3-107,0 5-56,0 0-29,0 7-15,0 6-1,-3 2 4,-1 7 4,1 4 6,-4 4 4,0 5 13,3 4 4,-3 0 2,2 2 4,-5 0 2,4 1-1,-1-3-13,3-4-9,0-2-6,-3-3-13,5-5-12,0-4-7,-1-4-7,3-5-7,-2-3-8,2-4 2,0-2-7,-2-4-8,2-2-11,0-1-15,0-2-25,0-1-28,0-4-43,0 2-87,0-2-208,-3-1-101,-1-3-39,-3 0-4,2 0 28,-2 0 84</inkml:trace>
          <inkml:trace contextRef="#ctx0" brushRef="#br0" timeOffset="-1352.9287">1995 302 77,'-4'1'364,"-3"1"42,6-2 25,-5 0-40,5 0-107,-2 0-117,3 0-68,0 0-38,-3 0-21,3 0-12,0 0-6,0 0 2,0 0 4,0 0 4,0 2 5,0-2 5,0 2-1,0-2-5,0 0-4,0 0-5,-1 0-6,1 0-4,-3 0-3,3 0-6,0 0 0,0 0 2,-1 0 0,-2-2-1,0 2 3,2 0 7,1 0 1,-3 0 0,3 0 2,0 0 2,0 0-1,0 0 0,0 0-5,0 0-2,0 0-5,0 0 0,0 0-2,0 0 1,0 0 2,3 0 1,-6 0 0,3 0 2,0 0-2,0 0 0,0 0-3,0 0-2,3 2-1,-2-2-1,2 0 1,0 0 0,1 0 1,0 0 2,0 0-1,3 0 1,0 0 0,0 0 2,1-2 1,-1 0-3,4 2 0,-2-2-3,-3 1-2,6-2 0,-7 3-4,6 3 2,-4-3-2,0 1 2,3-1-1,-2 0 0,0 2 0,-1-2-1,0 0-1,2 0 1,2-2 3,-4 1-1,4-2 0,-6-1-1,5 1 1,-2 0 1,-1 2-4,2-2 0,-3 3 1,-1 0 1,1 0 0,1 0-1,-2 3 5,-4-3-2,4 1 0,0-1-2,-4 0 0,2 0-2,-2 0-10,2 0-16,0-1-30,-3-2-58,-3 0-189,-4 0-147,1 3-73,-7 0-28,0 6 8,-5 1 49</inkml:trace>
        </inkml:traceGroup>
      </inkml:traceGroup>
    </inkml:traceGroup>
  </inkml:traceGroup>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0E-6" units="1/cm"/>
        </inkml:channelProperties>
      </inkml:inkSource>
      <inkml:timestamp xml:id="ts0" timeString="2023-03-15T08:24:39.37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27A8041F-513D-4883-925C-2D62B334170A}" emma:medium="tactile" emma:mode="ink">
          <msink:context xmlns:msink="http://schemas.microsoft.com/ink/2010/main" type="inkDrawing" rotatedBoundingBox="14259,2373 14316,3003 13957,3035 13901,2406" shapeName="None"/>
        </emma:interpretation>
      </emma:emma>
    </inkml:annotationXML>
    <inkml:trace contextRef="#ctx0" brushRef="#br0">34 45 257,'-6'-6'461,"0"2"45,-1-2 30,0 2-25,4 0-213,-1 2-121,3 2-64,1 0-37,1 4-26,3 4-9,-1 6 0,7 2 2,-5 3 3,2 3 9,4 6 1,-4 0 3,3 2 3,0 4 4,-5 1 8,5 2 2,-2 3 9,-1 0 4,0-1 1,1-1-4,-1 0-9,0-4-11,4-5-10,-5-3-14,4-5-12,-2-5-10,-1-3-6,0-6-5,1-5 1,2-6-3,-5-4 0,2-9 3,4-2 0,-4-8 2,4-2-3,-2-8-2,2 0 0,0-2-2,0-5 0,1-1-4,2-3 3,-3 0 0,0 2 0,0 6-2,-5 3-2,4 7 0,-9 7-4,3 3-9,-1 6-17,-3 2-26,0 4-33,0 4-50,-3 3-53,3 1-92,0 0-220,0 0-101,0 0-32,0 0 13,0 0 41,0 0 90</inkml:trace>
  </inkml:traceGroup>
</inkml:ink>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4095.875" units="1/cm"/>
          <inkml:channelProperty channel="Y" name="resolution" value="6553.3999" units="1/cm"/>
          <inkml:channelProperty channel="F" name="resolution" value="1E-5" units="1/cm"/>
          <inkml:channelProperty channel="T" name="resolution" value="1" units="1/dev"/>
        </inkml:channelProperties>
      </inkml:inkSource>
      <inkml:timestamp xml:id="ts0" timeString="2020-03-05T02:31:53.673"/>
    </inkml:context>
    <inkml:brush xml:id="br0">
      <inkml:brushProperty name="width" value="0.05292" units="cm"/>
      <inkml:brushProperty name="height" value="0.05292" units="cm"/>
      <inkml:brushProperty name="color" value="#FF0000"/>
    </inkml:brush>
  </inkml:definitions>
  <iact:action type="add" startTime="6750">
    <iact:property name="dataType"/>
    <iact:actionData xml:id="d0">
      <inkml:trace xmlns:inkml="http://www.w3.org/2003/InkML" xml:id="stk0" contextRef="#ctx0" brushRef="#br0">5748 8274 21 0,'1'-4'183'4,"-2"-2"15"3,0 0-32-3,-3 0-29 2,1-1-20 0,-5 0-11-3,2 0-7 4,-4-1-9-3,-4-1-16 1,1-1-10 0,-4 1-13 1,2 0-9-1,-3 0-9 0,0 2-3 1,-3-2-6-1,0 1-5-1,1 3-3 2,-3 0-7-4,-2 1-1 6,-2 1-4 1,-2 3-2-6,-2 2 0 3,-4 1-4-3,-3 5-2 1,-4-1-4 2,-2 2-4 1,-4 3-1-5,-1 0-5 3,-1 2 0 0,-1 0 0 1,0 3 4-1,-2 1 4-1,-1 2 3 0,5 3 3 2,2 2 4 6,5 1 5-7,2 3 2-4,7 2 2 3,2 2-1 1,4 3 1 0,5 3 0 1,2 1-2-5,5 3-2 6,4 1-3-3,3 1 1 2,3 1-6-2,4 0-3 3,3 0-1-5,3-1 0 4,3 1 0-1,2 0-2 0,4 0 5 0,1 0 2 1,3 0 0-1,1-1-3 1,0 0 2-1,5-1 2 1,1-1-1-2,3-4 1 2,2-1 0 0,4-2 4-4,5-3 2 3,5-3 4 6,3-2 4-6,6-4 4-4,5-2 1 5,2-4 1-2,7-3 0 1,0-5-6 2,0-5-4-1,6-5-1-5,-2-8-2 4,3-6-3 2,-1-6-3-3,2-6 0 1,0-3-3 3,0-3-5-4,-1 0-2-3,-3-2 0 5,-4 1 2-1,-5-1-4 1,-5 3 5 0,-8-1 2-1,-6 3 3 0,-5 3 2 0,-7-1-2 2,-6 0 6-2,-4 1 1-4,-2-3-2 6,-8-3 3 4,-1-2 0-4,-1-4-1-2,-7-2-2 2,-3-5 1-4,-5-4 2-2,-6-4-10 1,-3-1-2 2,-6-3-3 1,-6-1-3 1,-4 0-1-1,-5 2 1-1,-6 2 9 2,-3 5 5-3,-3 5 7 2,0 6 5-1,-2 5 4 4,3 7 1-4,0 5-3 0,1 6-6 4,0 2-3-5,3 5-2 4,-1 2-1-2,4 3-3-1,2 1 2 0,1 2 7 4,3 2 0-7,2 0 2 6,3 1 0-3,2-1 1 3,4 3 1-3,3-2-2 1,3 2 2 0,4 0-3-1,2-2-3 0,2 1-8 4,3 0-15-4,0 1-17 0,3-2-16 3,2 2-36-4,0 1-50 3,1-1-96-2,0 1-41 2,-2-1-13-2,2-1 1 2,-2-1 25-2</inkml:trace>
    </iact:actionData>
  </iact:action>
  <iact:action type="add" startTime="16364">
    <iact:property name="dataType"/>
    <iact:actionData xml:id="d1">
      <inkml:trace xmlns:inkml="http://www.w3.org/2003/InkML" xml:id="stk1" contextRef="#ctx0" brushRef="#br0">4978 3575 12 0,'-2'-1'30'7,"-1"-1"-3"2,0 0-2-8,-1-1 0 5,1-1 0 2,0 0 6-6,0 0 8 3,0-1 12 4,-1 1 9-8,1 1 10 3,1 2 3 1,0 0-3 1,0 0-6-1,0 1-8 0,0 1-9 1,0 1-14-1,-1 1-9-4,0-1-4 9,1 0-2-2,1-1 2-7,0 1 2 2,1-1 7 3,-1 0 1 0,1 0-1-3,0-1-3 5,-1 0-3-7,0 0-8 6,1 2-1-3,0-1-7 2,1 0-3-1,0 2-1 0,0 0-1 0,1 1-1 0,0 1 2 1,-1 0-2 0,3-1 6-4,-1-1 4 4,-1 2 5 2,4-2 11-6,-1-1 7 4,2 0 7 0,0-1-1-1,0 0 0-1,2-1-6 9,-2 1-8-1,1-1-8-6,0 1-7 1,9 1-1-4,-7-1-7-2,9 2 8 3,-8 0-2-1,0-2 4 4,3 0 5-3,-1-1 0 5,-1 1 1-8,3-1-1 4,0-1 2 1,-2 0-5-2,2 0-2 3,-1-1 0-3,2 1-10 0,-2 1-4 1,1 0 4 5,-1 0-1-3,1 0 1-2,-1 0-6-2,1 3 8-2,-1-2 2 4,1 1-7 1,0 0 0-2,1-1 0 0,-2 1 7 5,3-1 0-6,-2-1 1 2,1 0-2-1,0 0-1 3,0-3 2-3,0 3-8 0,1-1-4 1,0 0-2 2,0-1 7-5,-1 0-5 6,2-1 1-4,0 0 0 2,0 2 9-4,2-1-2 6,-2 0-2-4,2 0-2 2,1 1 0-1,-2 0 5-1,1 0-8 4,-1 1 7-3,0 1-4-1,0-1 6-2,0 2-2 6,-1 0-1-4,1 1-2 3,-1-1-3-6,0 1 4 7,1-3 4-3,-1 3-1 0,2-3-3 0,-1 2 3-1,1-1 0 1,1 0 3 3,-1 0-3-4,2-1 0-2,-1-1 2 6,2 1-1-5,-2-2-3 3,1 2-2-2,0 0-6 4,1 0 3-4,-3 0 1 1,2 0 3-2,-1 0-2 4,-1 0 2-2,1-1-1 0,-1 0 2-1,-1 1-3 1,1-3-4-1,-3 3 5 3,2 0 2-2,-1-2 1 0,-1 1-1 0,0 1-2 0,-1 0 0 2,0-1-3-6,-2 1-5 7,1-1 3-6,-1 1 0 6,2 0 4-4,-2 0-2 1,1 0-1-1,-2 0 4 2,2 0 1-2,-2 0 4 1,1 0-3-1,-1 0 4 4,-1 0-2-3,1 1-1 1,-1 0 0-2,0-1-2 0,-1 3 0 1,0-3 5-1,0 0 4 4,-1 1-4-4,-1 1-8 2,3-2-2-3,-2 2 2 2,0 0-5 3,1-1 1-6,1 0 4 5,0 1 5-1,-1-1-2-3,0 2 1 3,1-2 1-2,-2 2-3 1,2-1 2 0,0 1 0 2,-1-1 3-1,1-2-5-3,-1 3 0 2,1-3 0 0,0 3-6 0,0-2-2 0,2 1 1-1,-1 0 9 3,0 0 2-2,3-1-1-3,-1 0 2 6,3-1 0-4,-1 2 2 1,-1-1-9-1,1 1 2 2,-1-2 4 1,1 0-1-3,-1 0 1 1,1 0-4 0,-1 0 1 0,1 0-2 1,-1 0-4-2,1 0 1 0,0 0 3 2,-1-2 0 0,0 1 0-1,0 1-2-2,1 0 1 4,-1-2 1-3,1 2-4 1,-1 2-1 0,0-2 2 0,0 1 2 0,0 1 2 2,0-2 0-3,1 1-1 1,0 0-3 3,-1-1-1-6,1 1 1 2,-1 0 1 2,0 0 3 0,-1 0 3-4,3 0-1 5,-1-1 1-1,-1 0 5-1,1 0-7-1,1-1-1 4,1 0 5-7,-3 1 3 6,3 0 0-1,-1 0-2-2,0 0-4 1,-3 2 5 0,4-1-10 0,-1 0 3-1,-1 2-3 1,2-2 3 2,-2 2 3-2,1 0-4-3,1-1 1 5,0 0-6-2,0-1 3 0,1 0-5-1,-1 0 7 2,1-1 0-2,-3 0 5 3,5 0 2-3,-2-1-6 2,-2 0 1-2,4 0-4 2,-3 0 3-2,0 1-3 0,0 0 0 5,0 0 8-5,-1 0-2 1,1 0-2-1,-1 0-6 0,0 0 2 2,2 0 1 0,0 0-2-2,0 0-1 2,1 0 5-2,-2 0 4 1,3 0 2 2,-3 0 0-2,0 0-1-1,2-1 4 1,1 1-2 1,-1 0-4-2,2 0-4 2,0 0-3-3,1 0 1 3,-1-1-4-2,1 0 6 2,1 1 3-2,-1-2 7 1,2 2 0 2,-1-1-4-2,1 1 3-1,-1-1-7 2,3 1 0-1,-2-2-8-1,0 2 1 2,1 0 7-2,-3 0 2 3,2 0 1-2,-1-1-2 0,-1 1 5 0,1-1-3 0,-1-1-7 0,-1 1 2-1,0 0-4 1,3 0 1 2,-2 0-5-3,1 1 3 1,-2 0 1 0,2 0-4 0,0 0 5 0,0 1-1 0,1 0 7 1,0 0 1-2,-1-1 2 2,1 1-1-1,-1-1-4 0,3 0 0 0,-1 0 1 1,-1-2-2-3,3 0-1 3,-1-1 5-2,0 1 4 2,0-1 2-2,2-1-2 1,0 1-3 0,1-1 1 0,-1 1-3-1,0 0 1 4,0-1-4-3,0 1-1-1,0-1 3 2,-1 1 2-2,-1-1-5 2,2 1-5-3,0 1 1 4,0-3 3-3,0 2-4 1,1 0-6 0,-1-1 8 0,2-1 3 0,0 2 3-1,-1 1 2 2,0-1 5 1,0 0 1-3,-1 0-4 1,-1 0-2 1,1 1-1-2,-1 0-5 2,1 1 1-2,-2-1 1 2,0 1 6-1,2 0-4-1,-1 1-1 1,-1 0-2 1,1-2-2-2,-1 1 2 1,-1 1-7 0,0 0 7 0,-2 0 0 0,2 0 3 2,-2 0 6-2,0 0-6-1,-1 0 2 2,0 0 0-2,-2 0 1 2,2-1-5-2,0 1-5 1,-2 1 4 0,0-1-5 0,1 0 0-1,0 0 0 2,0 1 6-2,-2 1 4 4,2-2 1-3,-2 0 1-3,0 0 2 2,1 0 0 3,-1 0-5-4,0-3-3 5,1 3 3-1,-2-3-3-5,1 2-1 5,0 0 2-2,-1-1 4-2,-1 1-1 4,0 1-6-2,0-1 5-3,1 1 0 4,-2 0-2 0,1 0-2 0,-1 0 6-1,1 0-2-1,0 1 0 1,0-1-1 1,0 1 0-2,-2 1 0 1,1-1-8 2,-1 0 7-5,-1 1 0 5,0-1 0-2,0-1-1 1,0 0 2-4,-1 0 2 5,0 0-3-2,0 0 0 0,0 0-1-1,-2 0-1 2,2 0-2-1,-2 0 4-1,1-1 2 4,0-1-2-3,-1 1 1-4,1 1-1 7,0-1-1-2,1 1-1-2,-1 0 0 1,1-2-3 0,-1 2-1 1,1 0-1-2,-1 0 2 2,1-1 1-2,-1 1-1 1,1-1 1 0,-2 0 5 0,0 1 2-1,0-1 0 1,-2 0 0 2,-1 0 1-4,-1 0 1 1,0 0-2 5,-1 1 2-4,0 0-5-3,-2-2-2 6,-1 2 0-4,0 0 5 2,-1 0-1-2,-2 0-2 2,3 0 5-4,-2 0 3 5,-1 0-7-2,-1 0-3-1,1-1-2 1,-1-1 8 1,0 2-2-3,1-1-2 3,-1 1 7-2,0-1 3 2,0-1 4 1,3 1-1-3,0 0-2 2,2-2 3-2,0 0-4 1,1 1-2 1,1-1-5-2,2 0-2 3,0 1 0-2,1-2-4 0,0 4-2-2,0-3-2 3,0 2 4 0,1 0 3-4,-2-1 0 4,1 2 3 0,1-1 4 1,-1 1 4-2,1-1-3 0,0 0-6-2,0-1 2 3,3 2-3 1,-2 0-2-6,2 0-6 7,-2-2 3-4,1 2-2 1,-1 0 4-2,1-1 5 4,-1 1-2-2,0-2 4 0,0 1-4 0,-1-1 2 2,1 0 4-5,0 0-3 5,1 0 3-2,-1-1-5 0,1-1 5 1,0 0-2-2,-3 0-6 2,1 1-4-4,-1 1 2 5,-3-1 1-2,3 2-2 0,-3 0 1-1,-2-1 1 3,-1 0 5-5,1 0-2 4,-1 1-1-2,0 1 2 3,-1 0 2-2,0 0-3-1,-1 0-2 4,0 0 6-6,1 0 0 4,1-2-1-2,0 1-1 2,0 1 2 0,0 0-2-1,0 0-6-2,1 0 6 3,-1 0 2 2,-1 0 4-5,0-1 8 0,-1 1 11 5,-1-1 12-6,-1 1 6 4,0-1 5-2,0 0 2 2,-1 0-8-2,0 1-6 2,0-2-3 0,0 1-12-1,0 0-8 2,-1 0-4-5,0 0-1 7,-2-2-5-8,3 3-11 7,0 0-8-6,0 0-3 6,0-1-17-5,0-1-34 3,0 2-52-1,0-2-66 0,0-1-111 0,0-1-58 0,2-2-21 0,-2 0 16 2,-2 1 41-4</inkml:trace>
    </iact:actionData>
  </iact:action>
  <iact:action type="add" startTime="23537">
    <iact:property name="dataType"/>
    <iact:actionData xml:id="d2">
      <inkml:trace xmlns:inkml="http://www.w3.org/2003/InkML" xml:id="stk2" contextRef="#ctx0" brushRef="#br0">2277 4270 42 0,'-4'-6'46'9,"0"0"-19"-3,1 1-9-4,0-2-2 3,-1 2-1 3,0-2 9-6,1 1 3 6,-1-1 6-7,-2 2 14 5,2-2 12 1,-1 3 6-5,-1-1-3 5,2 2-4 1,-1 1 5-6,1-1-12 5,2 3-12 0,-1 0-10-5,2 0-8 3,1 3 0-2,1-2-11 8,1 2-4-5,1 1-4-2,2 0-6-3,-1-1 4 4,2 1 7-3,1-2 4 7,0-1 1-3,4 0 6-3,-2-1 8 3,2-1 1-3,2 1-1 7,1-1-2-9,2-1-1 4,1 1-1 0,2 1-3 2,2-2-7-6,1 2-1 5,2 0-1 1,3 0-5-2,0 2 0 1,2-1-3 2,1 0 4-7,2-1-3 4,2-1 0 1,2 0 10-4,2-3 4 3,0-1 2 2,0-1 1 0,1-1 3-5,1-1-6 4,0 0-4-1,0 0-3 2,1 0 0-5,0 1-3 4,0 1-1 0,1 2 7 0,-3 1-4-4,0 1-1 5,0 0-3-2,-1 1 2 1,0 1 0-4,-1 0 0 4,2 0-3-1,0-2 1 2,0 0 4-1,1-2 2-4,1-1 1 4,-2 0 2 0,0-1 6 0,1 1 3-4,-2-2 0 5,-2 1-4-2,0 2-2 1,-1 1-3-5,1 1-4 7,-1 0-9-3,0 2-2 1,0 1 2-3,0 0 1 3,-1 0-2-2,2 0 0 3,-2-1 5-1,-1 3-1-5,0-3-1 5,-1 0 1 0,1 0 1 1,-1 0-1-6,2-1-2 7,1-1 1-4,1 0-1 2,-1-2-2 2,0 1 0-7,-1 1 0 5,0-1 1 1,-1 0-1-6,-1 3 0 6,0-1-2-2,-2 2-1 2,-1-1 1-1,0 3 1-5,-1 0-3 5,1 1 0 1,-2 2 2-1,3-2 1-4,-1 2 0 3,0-1-1 2,-1 1 3 0,1-2 2-5,-1 0-1 3,0 0 1 2,-1 0 1-4,1-1 1 4,0 0-2-5,1 0 0 4,-1-1 2 2,2 0-1 1,2-2-1-8,-2 3 2 5,2-1 0-4,0 0-2 3,0-1-2-2,0 2 0 2,-1-2-1 0,3 3-4 2,-2-1-2-3,-1 1 1 1,0 1 2 1,0-1-4-2,1 0 7 0,-2 1-2 1,3 0 0 0,-1 0 1 0,1-2-2 4,1 1 9-7,-1-1-5 5,1-2 10-2,-2 0 1 0,1 1-7-1,-1-1 0 2,1-1-3-2,0 1 1 1,1 1-7 0,0 0-3 0,-2 0 12 0,2 0-5 0,0-2 0-1,0 2-1 2,-2 0 0-2,0 0 3 2,0-1-6 3,1 0 2-8,-1-1 1 6,0-1 3-2,-1 0 3 0,1-1-1 0,-1 0 0 0,1 0 1 0,-1 0-3 0,2 1 0 0,-2-1 1 0,0 0-1 0,0 0 4-1,0 0 0 1,-1 0 0 1,0 1-2-2,0-2 1 2,0 3-1-1,0-1 2 0,-1 1 1 2,1-2-3-5,1 2 3 6,0 0-1-7,1-1 2 8,-1 0-5-8,2-1-3 8,-1-1 5-3,0 1-5-4,0 0-1 2,0 1-5 2,-2-1 4 0,3 0 1-1,-2 0-3 0,0 1 3 1,1 0 1 0,2 0 0-5,0 0 4 7,0 0-2-4,1 1 2 2,0-3 0-1,1 3 2 1,1-3-3-4,0 2 2 6,2-3 3-6,0 1-2 5,2 0 1-2,0-1-4 1,0 0 1-2,1 0-4 1,-1-1-2 0,-1 1 3 1,0 0-4-1,0 1 3-1,0-1 0 2,-1 3-2-2,0-1 0 2,0 0-2-1,2 1 3 1,-2 0 1-2,1 0 2 1,-1-1 4 1,1 1 1-2,0 0 1 1,0 1-1 1,1-2-3-1,0-1 2 0,2 0-1-4,-1 0 0 9,3 0 2-9,-1 0 3 7,0 0-1-3,0 0-2 0,-2-1-4-1,0 0-2 2,0 1-2-1,-2 0-4-1,1 2-2 0,-1-1-1 3,0 0 2-4,2 1 3 4,-2-2-1-3,1 1 3 1,1-1 1 2,-1 1 7-3,0 0-2 0,1-1-3 1,2 1 2 1,0-1-2-1,-2-1-1-1,4 1-5 3,-3 0 4-3,-2 1-1 2,3 0-5-3,-3-1 1 4,-1 0 0-4,1 1 1 3,-2 1-2-2,-1 0 1 2,1 1 2-2,1 0-4 3,-1 0 2-4,2 0 5 3,-2 0-2-1,0 0 3 0,0 0 8 1,1 0 1-2,-1 0-4 2,0 0-5-1,1 1-1 0,-1 0-1-1,0-1-5 2,-1 0-1-2,2 0 5 2,-3 1-1-1,-1-1 4 0,-1 2 0-1,0-1-4 3,0 0 3-4,-2 2 1 3,0-1-1-2,1 0-2 2,-1 0-4 1,-2-1 8-1,3 1 0-1,-3 0 1-4,0 0 5 8,0-1 1-7,-1 2 2 5,-1-1-3-1,0 0-2-1,-1 1 1-1,0 0-5 1,0-1 0 1,1 3-5-2,0-2 3 2,1 0 0 0,0 2-2-5,0-2 0 7,0 3 0-3,0-1 5 0,-1 0-2 0,1-1 0 0,-1 2-1 0,1-1 5 0,-2 0-3 0,0 0-2 1,1 1 0-1,0 0-3-4,1-1-2 8,0 1-3-8,1 0 2 7,0 0 1-3,1 1 2 0,0 0 2 0,3 1 3 0,-2 0 1 1,0-1 0-1,0 0 0 0,1 0 0 1,0-1-1-4,1-1-1 6,1-1-1-6,0 2 1 3,0-3 5 3,-1 2 1-3,-1-2-3 0,0 3-4-4,1-3 0 7,0 1 0-6,-3 1-9 6,0-1 0-3,0 1 2 0,-2 0 2 1,0-1 1-3,0 0 0 2,0 0 3 0,0-1-5 1,0 0-1-2,0 1 5 3,-1-1-1-2,0-2 1 1,-2 2 4-5,1-3 5 6,0 2 0-3,0-1-7 1,-2-1 2 0,1 0 1 1,-1 1-4-2,-1 1-4 2,-2 0 4-1,2 0 6 1,-2 1-4-1,1-1-1-1,-3 0 1 4,3 1 4-6,-1-2-1 3,0 1-3-1,-3-1 2 2,1 0 1 1,-1 1-1-2,0-2 1-3,-1 1-4 6,-1 0 0-3,-2-1-1-2,0 0 4 1,-3 0 2 5,-2 0 5-8,0 0 2 7,-2 0 4-4,-2 0 5 0,-1 0 7 4,-2 0 12-4,-1 0 7 0,-1-1 9 0,-1 0 1 4,0 1-3-6,-1 0-16 5,-1 0-36-2,-2 0-72 0,-2 0-140 0,-5 1-107-1,-4 0-57 2,-6 2-20-1,-5-1 6 2,-4-1 50-1</inkml:trace>
    </iact:actionData>
  </iact:action>
  <iact:action type="add" startTime="49439">
    <iact:property name="dataType"/>
    <iact:actionData xml:id="d3">
      <inkml:trace xmlns:inkml="http://www.w3.org/2003/InkML" xml:id="stk3" contextRef="#ctx0" brushRef="#br0">11752 5848 28 0,'-1'1'241'7,"-2"0"15"-2,0 1 15 3,0-1-66-6,1 0-77 3,0-1-37-2,0 0-15 3,2 2-1 1,-1-2-2 4,1 0 4-9,0 0 10-1,0 0 7 6,1 0 4-5,-1 0-3 4,0 0-9 3,0 0-16-7,0 0-15 4,0 0-15 3,0 0-10-7,-1 1-12 4,-2-1-5-5,-1 4-3 16,-4 0-5-14,-3 2-3-2,-2 1-3 0,-4 3-1 4,-2 2-3-2,-5 0-1 4,2 1 0 2,-2 1-1-6,-1 1-2 6,1 1 0-7,-1 0 1 6,1 0 1-5,0 1 1-2,3 0-1 4,-1 0 2 2,4-2 0-5,2-1 4 4,2 0-1 0,5-3-1-3,3-2 0 2,3-4-3 0,5 2 3-1,4-5-1 3,3 0 2-2,6-3 1-1,3-2 5 2,5-1 6-1,4-4 0 2,3 2-1-4,1-3-1 3,2 2 1-3,-1 0-4 5,2-1 4-3,-3 3-1-1,-3-2 1 0,-3 2-3 2,-4 1 2-1,-4 0 0 0,-2 3-1-1,-5-2 13 2,-1-1 3-2,-2-1 4 1,-3-1 2 2,-3-5 5-3,-1-1-6 1,-2-1-11 0,-3-3-2 0,-1 1 2 0,-2 0 4 0,0 1 3 0,-2 2-4 2,0 2 2-6,1 0 1 7,-1 3-10-5,-1 0-20 5,3 2-20-7,1 3-34 5,1-1-76 1,2-1-153-3,2-1-95 4,3-2-42-7,2-3-14 7,4-2 21-3,2 0 65 0</inkml:trace>
    </iact:actionData>
  </iact:action>
  <iact:action type="add" startTime="49991">
    <iact:property name="dataType"/>
    <iact:actionData xml:id="d4">
      <inkml:trace xmlns:inkml="http://www.w3.org/2003/InkML" xml:id="stk4" contextRef="#ctx0" brushRef="#br0">12118 5900 136 0,'9'-5'197'6,"-2"-2"16"-1,0 0-69 0,0-3-24 1,0 0-1-1,-2-2 7-1,0-2 5-1,0 0 5 3,0 0-9-2,-2-2-15 3,3-3-17-4,-2 0-17 5,1 0-16-7,-1-1-21 9,-1-1-12-9,0 2-9 4,-1 0-5 1,-2 1-5-1,-3 2-10-1,-1 2-2 3,-1 2-3 0,-2 3-5-3,-3 4-4 0,-4 1 1 0,-1 5 7 4,-4 5 4-5,2 1 5 2,-2 5 5-1,0 5 5 2,0 5 4-2,-1 2 2 3,2 5 2-2,3 1 2 0,1 2-1-1,6-2 1 2,2-1-5-2,3-2-7 1,4-3-2-1,2-3 0 2,4-4 7 1,2-4-1-3,4-3 9 2,1-4 6-3,4-4 0 3,2-3-5-1,0-5-4 2,1-1-1-3,0-3-7 2,-3-2-5-2,1-3-3 0,-4 0 1 1,-1-1-6 2,-4 4-5-6,-2-2 5 7,-1 3-1-3,-3 1 1-1,-1 0-1 4,-2 3 7-7,0-1 0 5,-1 4 0-1,0 0 3 1,0 0-1-1,0 4 2-1,-1 0 1 0,1 1-3 4,-2 4-1-4,0 3-6 3,0 4 3-6,-1 5-2 7,-1 2-5-5,1 5 2 4,-1 4-2-3,-1 4 7 2,0 4-6 1,-1 4 6-5,1 4-2 5,-2-1 1-3,1 3 3 1,2 1-14 0,-1 1-2 0,0-1-9-1,3 0 3 1,-4-3 2 2,0-3-5-2,0-5 7 0,-2-2 5 0,-2-5-1-1,1-3-9 2,0-4-9-2,-1-5-7 3,0-2-7-1,0-3-14-2,-1-4-5 1,1-2 1-1,0-3 0 1,-1-1 10-1,0-1 15 3,2-1 14-5,-1-1 12 5,1 1 7-3,0 0 11 2,1 0 2-3,0 1-1 5,1 0 2-4,0 0 1 1,1 0 5-1,0 0 3 3,2-1 5-1,1 0 4-2,0 0 0 0,0 0-1 1,3 0-5 1,-2 1-2-2,1 0-1 3,0-1 0-4,1 1 2 2,-1 0 0 0,1 1 4 1,0-1 4-2,0 2 2 3,1 1 4-3,1 1 3 1,0-2 2-1,2 2 2 2,1 1-4 1,3-3-1-3,2 2 1 1,2-2-5-1,5-1 1 3,3-1-8-4,2-2-1 4,4-1-1-3,2-1-14 1,3 1-7 1,0-4-1-2,2-1-2 1,0 2-12 1,1-1-51-1,-1 1-40-1,1 2-58 1,-4 2-158 1,-4 1-101 0,-3 0-46-2,-4 1 19 2,-5-1 29-3,-3 3 52 5</inkml:trace>
    </iact:actionData>
  </iact:action>
  <iact:action type="add" startTime="51958">
    <iact:property name="dataType"/>
    <iact:actionData xml:id="d5">
      <inkml:trace xmlns:inkml="http://www.w3.org/2003/InkML" xml:id="stk5" contextRef="#ctx0" brushRef="#br0">12956 5733 71 0,'0'0'240'5,"2"0"13"-1,-1 0 8 4,1 0-93-3,3 0-52-2,2-1-27 3,1 0-6 0,2 0 1 3,4-1 4-7,1 1-4 4,2 0-4-3,-1 0-10 2,2 0-15 3,1 2-15-5,-3 0-17 3,2 1-24 2,-3 1-36-6,0 0-55 4,-4-1-100-4,-2 0-88 5,-3 1-44 3,-4-1-11-8,-2-2 14-1</inkml:trace>
    </iact:actionData>
  </iact:action>
  <iact:action type="add" startTime="52193">
    <iact:property name="dataType"/>
    <iact:actionData xml:id="d6">
      <inkml:trace xmlns:inkml="http://www.w3.org/2003/InkML" xml:id="stk6" contextRef="#ctx0" brushRef="#br0">12840 6028 310 0,'-4'10'390'2,"-2"-2"23"-1,6-2 11 6,4-3-123-5,6-1-137 4,5-2-86-3,6-2-51 4,5 0-39-5,4-1-34 4,2-2-49-2,1-1-49 2,3 1-56-4,1-3-90 6,0 2-43 1,6-2-9-7,-1 0 25 7,2 2 38-7</inkml:trace>
    </iact:actionData>
  </iact:action>
  <iact:action type="add" startTime="52417">
    <iact:property name="dataType"/>
    <iact:actionData xml:id="d7">
      <inkml:trace xmlns:inkml="http://www.w3.org/2003/InkML" xml:id="stk7" contextRef="#ctx0" brushRef="#br0">14236 5671 8 0,'-2'-13'258'7,"-4"-1"29"-2,0-1 20 4,-1 1-47-7,0-1-96 4,-1 0-56 2,2-2-34-6,0-1-28 3,0-1-23-3,-1 1-12 5,2-3-10-4,-2 1-2 2,-1 1-4 3,-2 2 3-6,-1 2 3 5,-2 1 2 2,-3 6 3-8,0 2 6 5,-3 6 6-4,-2 5 4 5,0 6 4 1,-3 6 6-5,-1 6 6 4,1 2 1-5,1 3 0 7,4 2-5-6,0-1-8 4,8-2-6-5,1-2-7 6,5-2-6-6,4-5-3 5,3-3 3-4,6-4 4 3,0-3 3-3,7-5 3 3,3-6-2-3,4-3 1 7,1-5-5-9,3-2-4 6,2-3-6 1,-1-2-3-6,-1-1 0 6,-1 2-1-5,-5 0-2 3,-1 5-1-3,-3 1 3 5,-5 4 4-6,-4 4 6 5,-2 5 8-4,-4 6 6 4,-2 7 7-5,-3 8 5 6,-2 5 0-5,-3 7-1 3,-2 4-7-3,-1 4-6 3,0 2-6 3,-2 1-5-7,2 1-6 7,-3 0-7-7,1 0-7 6,-1 0-7-6,1-1-11 7,-2-2-13-6,2-2-16 6,-2-2-17-6,2-5-21-2,-1-3-26 6,0-6-19-4,1-3-6 1,0-4 8 3,-1-4 25-5,1-4 41 3,1-2 57 2,2-4 59 0,1-1 45-5,1-2 30 4,0 0 20 0,3-2 6-4,0 0-8 4,3 0-21-2,1 0-22 2,2 0-14-1,4-1-18 1,3-1-17-4,5-3-10 7,5 1-7-7,5-4-8 6,5-1-18-5,4-3-33 2,3-1-53 1,3-1-74-1,3-2-71 1,1 1-94-1,0-2-44 2,1 2-2-6,0 1 32 5,-2-1 62-2</inkml:trace>
    </iact:actionData>
  </iact:action>
  <iact:action type="add" startTime="53000">
    <iact:property name="dataType"/>
    <iact:actionData xml:id="d8">
      <inkml:trace xmlns:inkml="http://www.w3.org/2003/InkML" xml:id="stk8" contextRef="#ctx0" brushRef="#br0">14596 5975 98 0,'-2'-11'252'2,"-3"3"20"7,0 1 11-7,-2 2-112 4,-1 3-62 3,1 3-33-8,-2 5-17 5,2 2-6-2,-3 5 13 2,1 6 16-1,-1 5 21 0,2 6 23 1,1 4 14 0,2 5 1-1,0 1-12 0,0 3-17-3,4 0-23 3,-1-1-26 0,0 0-20 1,2-1-14-2,-2-1-16 3,2-5-9-2,-1-1-24 2,0-3-12-1,-2-2-12-5,0-4-28 5,-2-4-42-1,-2-4-62 0,-4-5-95 1,-2-6-84-1,-2-4-38-1,-3-6 1 6,-1-5 31-9</inkml:trace>
    </iact:actionData>
  </iact:action>
  <iact:action type="add" startTime="53235">
    <iact:property name="dataType"/>
    <iact:actionData xml:id="d9">
      <inkml:trace xmlns:inkml="http://www.w3.org/2003/InkML" xml:id="stk9" contextRef="#ctx0" brushRef="#br0">14319 6329 114 0,'13'-14'319'1,"0"1"26"4,2 3 23 2,1 0-59-4,3 2-125 3,1 0-72-1,2 2-46 1,2 0-41-1,1 1-46 0,-2 1-56 1,1-1-78-1,-2-1-112-4,1 1-53 9,-2-1-16-9,1 0 9 5,2-1 33-2</inkml:trace>
    </iact:actionData>
  </iact:action>
  <iact:action type="add" startTime="53500">
    <iact:property name="dataType"/>
    <iact:actionData xml:id="d10">
      <inkml:trace xmlns:inkml="http://www.w3.org/2003/InkML" xml:id="stk10" contextRef="#ctx0" brushRef="#br0">15370 5825 18 0,'-1'-1'347'5,"0"2"36"-3,0-1 24 4,3 0 17-1,1 0-164 0,3 0-108-3,5 2-61 6,4-1-33-2,1-2-24-3,6-1-17 2,1 1-10 1,1-2-9 0,1 0-16-1,0 1-13 0,3-1-30 0,1-2-43 2,1 0-65-6,1-1-76 5,2 1-77-1,1-1-33 0,2 2 3 0,0 1 28 2</inkml:trace>
    </iact:actionData>
  </iact:action>
  <iact:action type="add" startTime="53742">
    <iact:property name="dataType"/>
    <iact:actionData xml:id="d11">
      <inkml:trace xmlns:inkml="http://www.w3.org/2003/InkML" xml:id="stk11" contextRef="#ctx0" brushRef="#br0">16732 5566 29 0,'6'-12'203'7,"-3"-2"8"-6,-4-1-17 4,-3 1-92-1,-2-1-59 2,-4 1-27-1,-2 2-15 0,-4-1-5 1,-2 2 7-1,-4 3 15 1,-3 3 24-1,-2 3 21 0,-1 3 25 1,-1 5 23-1,-1 4 18-3,0 5 9 4,0 4 1 4,2 5-14 6,2 2-19-10,-16 33 46-5,20-1-76 0,18-34-57 5,6-2-6 0,3-6-3-2,4-3-5 0,4-5-3 2,3-4 2 1,3-4 3-5,2-7 0 8,2-3-1-9,1-5 3 6,-2-2 0-3,0-1-4 1,-1-2-7-1,-2 0 0 3,-2 3 1-5,-2 0 1 6,-2 3-2-5,-4 2 1 3,0 5 22-2,-2 4 19 1,-3 3 12 3,-1 8 13-6,-3 6 18 2,-2 8 17 3,-2 6-5 0,-3 7-14-2,-4 6-15 0,0 4-13 0,-1 2-21-1,-1-1-18 0,1 0-14 2,-1 1-7-2,2-3-2 3,1-1-10-3,-1-1-10 2,1-3-15-2,0-4-15 1,-2-2-26 0,2-4-24 0,-2-4-25-1,0-4-19 4,-2-4-20-3,-1-5-8-1,-2-2 10 1,1-3 17-1,-2-5 33 3,1-2 48-3,0 0 58 0,2 0 52 3,2-2 44-2,2 2 30 0,2-3 20-1,3 1-2 0,0 0-4 1,5 1-15 0,2-2-10 2,5 1-9-5,3-1-11 5,3 2-8-2,6-2-7-1,1 1-10 4,4-3-15-4,3 3-17 1,0-3-24 0,1 1-27 1,1-2-58-2,0 1-97 2,0-2-145-2,-2-1-72 1,0-1-28-1,-1-1-1 2,-2 1 35-2</inkml:trace>
    </iact:actionData>
  </iact:action>
  <iact:action type="add" startTime="54284">
    <iact:property name="dataType"/>
    <iact:actionData xml:id="d12">
      <inkml:trace xmlns:inkml="http://www.w3.org/2003/InkML" xml:id="stk12" contextRef="#ctx0" brushRef="#br0">16752 6246 30 0,'-1'8'354'9,"0"-1"34"-4,1-2 23-1,0-2 12-2,3-1-171 4,3-3-108-1,1-1-60 0,7-3-36 0,1-2-25 0,2-3-10-1,0 2-2 3,-1-1 0-4,0 0 1 3,-1 2 1-1,0 0 8 1,-4 3 1-1,1 2-2-1,-4 2 10 3,-1 5 6-3,-2 3 10 5,-3 4 5-6,-2 4 1 3,0 4-1-3,-3 0-7 2,-2 3-8 0,0 2-9 0,-1-1-12-2,2 2-3 4,1 0-9-2,-1-2-15 0,4-2-14-1,4-5-21 1,0-5-32 2,1-6-69-3,2-7-115 2,3-8-109-3,3-6-50 4,0-8-17-2,1-4 18 0,0-7 58-1</inkml:trace>
    </iact:actionData>
  </iact:action>
  <iact:action type="add" startTime="54557">
    <iact:property name="dataType"/>
    <iact:actionData xml:id="d13">
      <inkml:trace xmlns:inkml="http://www.w3.org/2003/InkML" xml:id="stk13" contextRef="#ctx0" brushRef="#br0">17177 5956 153 0,'-3'0'419'1,"-5"3"40"4,-2 4 21-1,0 5 5 2,1 2-230 1,4 4-159-3,2 1-165 1,1 2-205-1,1-1-106 1,-1-4-61 2,-2-2-15-2,0-1 22 0</inkml:trace>
    </iact:actionData>
  </iact:action>
  <iact:action type="add" startTime="55288">
    <iact:property name="dataType"/>
    <iact:actionData xml:id="d14">
      <inkml:trace xmlns:inkml="http://www.w3.org/2003/InkML" xml:id="stk14" contextRef="#ctx0" brushRef="#br0">13561 6646 11 0,'2'2'221'8,"0"-1"16"-1,1 0 15-5,1-1-79 3,0 3-58-2,0-2-33 4,1 1-11-2,1 0-8 4,1 0 1-7,3-1 5 3,1 0 8-3,4-1 14 4,4-1 5 2,4 0 8-7,5-1-4 5,2-1-8 2,4 1-14 0,2-1-16-6,1 2-16 3,3 0-15-3,-1-1-9 16,0 1-8-17,3-1-7 0,-1 0-4 4,2-1 0-2,2-1 3 2,0-3 4-2,1 0 4 4,-1-1 4-4,2-2 1 3,-4 0-2 5,0 1-3-9,-3 3-5 4,-3 0-12-3,-3 3-18 3,-4 2-36-4,-4 4-70 5,-5 1-155 2,-3 0-82-7,-6 3-35 0,0-2-8 4,1 0 22 1</inkml:trace>
    </iact:actionData>
  </iact:action>
  <iact:action type="add" startTime="56600">
    <iact:property name="dataType"/>
    <iact:actionData xml:id="d15">
      <inkml:trace xmlns:inkml="http://www.w3.org/2003/InkML" xml:id="stk15" contextRef="#ctx0" brushRef="#br0">16153 6677 148 0,'16'1'198'6,"3"0"-1"-2,2-1-57 2,3 0-35 2,2 3-20 0,2-3-14-6,2 2-11 3,1 0-6-3,1-1-1 7,1 0 3-1,1 0 4 3,38-3 70-10,-36 1-71 3,3-3-6-1,0 1-8 2,3 1-2 0,1-1-3 3,1-1 1-4,0 1 1 1,0 0 0 4,0 0-2-8,-2 0-3 2,3 0-1 4,-2 1-3-1,0 2-4-1,1 0-2 0,-2-1-3 1,-1 1-4-4,-2 0-3 4,0-2-4 0,-3 2-6-2,-1 0-12 3,-2 2-23-5,-1-1-38 3,-3-1-65 0,-3 1-132 1,-5 1-66-2,-2 0-27 3,-7 2 1-5,-4 1 25 6</inkml:trace>
    </iact:actionData>
  </iact:action>
  <iact:action type="add" startTime="63512">
    <iact:property name="dataType"/>
    <iact:actionData xml:id="d16">
      <inkml:trace xmlns:inkml="http://www.w3.org/2003/InkML" xml:id="stk16" contextRef="#ctx0" brushRef="#br0">16003 6609 123 0,'2'-5'195'4,"-1"3"-20"2,-1-3-32-1,2 3-21 4,-2-1-14-7,1 0-8 3,0 1-2 2,-1-2 1-4,2 1-2 3,-1 1-5 0,1-3-2 4,0 0-9-9,1 0-14 5,0 1-11-4,0 1-9 4,-1-1-11-3,2 3-6 2,-1 1 3 4,0 4 8-2,1 2 10-5,0 6 8 8,-1 2 2-3,0 5 0-5,-2 2-12-1,3 4-14 3,0 0-12 1,-2 1-7 1,2-1-5 0,0-3-5-4,0 0-1 3,1-1 2 2,1-2-5-2,1-3 2 1,0-2-2 1,0-3 2-6,1-3-4 5,1-3 3-4,0-2 3 4,3-4 0-2,2-4 0 4,0-2-2-5,3-4 4 6,0-2 0-3,2-2-2-4,-1 1-1 3,1-3-1 0,0 2-2 2,-4 3 0-6,-1 2-2 8,-3 3 2-8,-2 3 0 5,0 3 1-1,-3 4 4 1,0 4-1-3,-1 3 4 3,-1 5-4 1,0 2 1-4,1 1-1 6,-1 2 1-8,3-2 0 5,-1 0-5 0,2-2 1-1,1-2 1-1,1-3-1 2,1-3-1 0,2-3 0 0,0-5 1-5,3-4 0 6,2-5-4-3,1-5 1 3,1-2 1-5,0-4 2 7,1-2 0-7,-1 3-1 4,-2 0 4 0,-1 3-3-2,-2 4-4 3,-3 3 1-2,-4 5 3-2,0 5 3 2,-1 2 3 0,-2 7 1 0,-1 1 1 3,-1 0-4-4,0 3-2-1,3-2-3 1,1 0-3 6,-1-1-2-9,2-3 6 4,3-1 0 1,2-5-4-1,3-3 0 2,2-4 3-2,2-3 2 1,1-4-4-4,1 0 2 3,-1 0 5 0,-2 0 0 1,-1 2-5 0,-3 1-2-3,0 5-1 1,-3 1-1 2,-1 2 2 0,-2 1-6 0,0 1 5-4,0 1-2 6,-1 0-4-2,0 1-1-4,0 1-1 7,2-2 3-7,0-1-1 4,3-1 3-1,2-3 4 2,2-1 2-3,2-1-1 2,2-1 5-4,-2 2-1 5,1 2-1-3,1-1-3 0,-4 3 1 1,4 3 0 3,-1-1-2-6,-1 0 1 5,2 1 1-3,3 0 1 0,0-1-6 5,-2-1-6-5,3-1-13 2,0 0-25-5,0 0-45 6,-1-2-85-2,-3-1-138 1,0 0-71 0,-2 0-26-4,-6 1 2 4,-6-1 35 1</inkml:trace>
    </iact:actionData>
  </iact:action>
  <iact:action type="add" startTime="67928">
    <iact:property name="dataType"/>
    <iact:actionData xml:id="d17">
      <inkml:trace xmlns:inkml="http://www.w3.org/2003/InkML" xml:id="stk17" contextRef="#ctx0" brushRef="#br0">2629 3596 7 0,'-1'-3'147'8,"0"2"-20"-6,0-2-31 5,0 2-28-4,-1 0-16 4,2-1-11-1,-2 1-7 1,2 0 1 1,0 0 2-7,-1-1-3 6,1-1 8-5,-1 1 8 4,0-3 4-4,1 1-2 4,-1-2 1 1,0 2 5 1,1-1-3-6,0 2-7 4,0 1-5-4,0 1-4 5,0-1-7 4,0 1-11-10,0 0-8 7,0 1-6-6,0 0-3 4,0 0-1-4,1 0-3 2,0 0 3 1,0 0 4 4,1 0 4-7,0 0 4 2,2 0 4 1,-1 0 7 3,1-1 3-7,1 0-1 5,2 1-2-2,-2-1-5 2,4 0-1-1,1 1-5 0,1 0-6 1,1 1-5-1,1 0-3 0,0 1-2 1,2 0-1-1,0 0 1-1,3-1 3 4,-1-1 1-4,2 0 4 1,-1 0 3-3,2-1-1 4,-1-1 0-1,1 1 1 1,1 0-4-1,0-1-5-1,0 0 2 0,1-1 1 3,-1 3-3-2,0 0 1 0,0 0 3 0,1 0-1 1,-1 0-4-1,0 3 0 0,1-2 1 1,-1 0 1 0,0 1 1-1,1-1 4-3,-1-1 2 4,1 0-2-3,0-1 0 5,0-1-2-4,1 0-1 2,0-1-1-1,-1 0-3 2,1 0 3-2,0 0 7-4,2 0-1 6,-2-1-4-4,2 3 0 4,1-2 3-1,0 2-4-1,0 0-9-3,-1 0 2 8,1 0 4-8,0 1-5 3,0 0-2-1,1 0 4 2,0 0 4 0,1 0-2-1,0-1-1-3,1-1 4 4,0 1 2 0,1 0 0-2,1-2-7 2,0 0-3-2,1 0-1 3,-1 1 5-2,2 0-2 0,-2 1 0 0,-1 1 3 2,0 1 3-6,0 1 1 5,0 1 1 0,0 0-4-2,-1 2-1 2,-1 0 0-1,2-1 4-3,0 2-1 4,0-2-3 0,1-1 3 0,-1 0 2-1,3-2-5-1,-2 2-2 3,1-3 0-2,-1 0-1 0,0 0 2 1,0-2 1 0,0 1 3-4,-1 0 3 3,1 0-3 1,-1-1 6 0,3-1-2-1,-1 1 0 2,1-2 0-5,-1 2 0 3,1-1 1 1,0-1-4-2,-1 0 0 2,3 1 2-1,-2-3-1 4,0 2 2-8,-1 0 2 3,1 0-2 3,1 0-5-2,-2 1 2 2,1 1 0-4,-1 0-3 2,-1 2-1 2,0 0 1-5,-1 0 1 3,-1 0-2 2,0 0-1-5,-2 2 1 4,1-1 0 0,-1 1-2 1,-1 0 2-4,1-1 0 1,-2 2-1 1,1-2-5 1,0 2 3-2,0 0 4 1,0-1-1-1,1 1 1 1,0-1 2-1,0 2 4 3,0-1-2-2,0 1-4 2,0 0 5-3,1 0-4 2,1 1 0-2,0-1 0 0,1 0-2 1,1 0 1 2,1-1-4-2,1 1 1-1,1-2 0 1,1 1 1-1,1-1 0 3,-2 1 5-4,1-1-3 4,0-1 1-4,0 0 1 6,1 0-2-8,2-1 2 6,-1 2-6-3,0-2 3 2,0 1 4-2,1-1-1 1,-1 1 1 2,0-1-4-3,0 0 3 1,-1 2-2 1,2-2-2-2,-1 1-3 0,-1-1 6 2,1 0 1 0,2 0 0-1,0 0 0-1,0-1-3 2,0-1 2-3,1 2-4 5,-2-1 2-3,1 0 0-1,1-2 0 0,-2 1 4 1,0 0-7 2,-1 1 2-2,2-1-2 0,-1 0-1-1,1-1 3 1,0 2-2-1,1 0 5 4,-2 0 1-4,0 0 2 1,1 1-1-1,0-2-3 2,-1 2 3-3,1-3-3 5,2 3 4-7,-1-3 2 7,1 2-7-5,1 0 3 6,-1-1-1-6,-1 0 3 2,0 0-8 4,0 0-5-8,-1 1 1 5,0-2 5-1,-1 3-3 0,0 0-2-1,-1 0 5 3,1 0 5-5,-1 0 4 5,0 0-3-3,0 0 3 2,1 0 1-3,0 0 1 4,-2 0-2-5,4 0-5 4,0 0 0 1,0 0-4-2,0-1-1 0,4-1-1-2,-1 2 4 5,-1-1 5-4,1 0-5 1,-1-1 6-1,-1 1-3 4,0 1 0-4,-2-1-5 1,2 0-5-1,-1 1 2 1,1 0 0 0,0 0 5 1,0 0-1-1,0-1 0 0,2 0 3-1,-1 1 3 2,1 0-3 1,-1-3-1-3,1 1 0 2,1 0-3-3,-1 0 2 3,1 0-1-2,-2 1-5 1,-1 0 3-1,0 1 2 3,-2 1 3-2,-1 1-5 0,-2 0-4-1,1 1 6 2,-2 0-4-1,1 0-4-1,-1 0 1 0,1 1 7 4,1-1 6-3,-1-1-4-1,1 2 1 1,-1-2 3-1,2 1-1 1,0-1-2 2,-1-1-6-4,0 0 4 3,1 2 5-2,1-2-3 1,-1 1 0 2,-1 1 3-2,0-1 2 0,1 2 0-1,-3-2-7 1,1 1-1 0,0 0 0 0,-1-1-8 2,0 2 5-1,1-2-3-2,0-1 4 0,0 0 2 1,0 1 5-1,-1-1 3 4,2-1-8-4,-3 1 3 1,1-1 0 0,-1 0 5 0,1 0-7-2,-1 1-2 3,1 0 8-1,0 0-3 2,0 1 7-6,0-2-2 7,1 1-3-1,0 0-2-5,0-1-3 5,0 2 0-4,0-2-7 3,0 1-4-1,-1-1 2 2,0 0 9-3,-1 0 1 1,1 0-1-1,-1 0-1 2,-1 0 6-2,0-1-3 1,2 1-4-1,-1 0 4 4,-1-2-3-7,0 2 6 7,0 0-4-3,-1 0 0-1,3 0 5 1,-2 0 1 1,-1 0 0 0,-1 0-4-3,2 0 5 6,-1 0 0-8,0 0-4 6,0 0-4-5,-1-1 0 7,1 0-2-6,-1 1-6 3,-1-1 5-2,-2 1 1 1,0 0-3-1,-2 0 5 1,0 0 2 3,-3 0 4-5,1-1-8 3,0 1-1-1,-1 0 3 2,-2 0-5-3,1 0 2 0,-1 0-2-1,1 0 6 5,-1 0-4-4,-1 0 6 2,1 0 4-3,-2 0-7 2,0 0 6 2,-2 0-3-2,-1-1 7-1,-4 1-6 3,1-1-7-5,-4 0 11 5,-2 1-3-1,-1 0 4-2,-1 0 8 1,-2 0 5-2,-2-1 7 4,0 1-12-2,-2 0-24-1,-1 0-49 1,-1 0-131 0,-4-1-110 1,-1-1-56-1,-2 0-25 0,-3-4 9-1,0 0 35 1</inkml:trace>
    </iact:actionData>
  </iact:action>
  <iact:action type="add" startTime="73799">
    <iact:property name="dataType"/>
    <iact:actionData xml:id="d18">
      <inkml:trace xmlns:inkml="http://www.w3.org/2003/InkML" xml:id="stk18" contextRef="#ctx0" brushRef="#br0">4842 11415 18 0,'-4'3'155'8,"0"1"-19"-6,0 0-34 6,-1-1-18-3,2 1-18-2,-1-1-13 2,0 3-8 3,-1-2-2-5,1 1 5 3,-1 3 7 1,0 1 7-4,-1 0 9 3,2 0 4 1,0 2 0-5,-2-1-6 6,0 1-8-6,1 0-12 8,-1 2-14-3,0 0-8-4,0 1-10 7,-2 1-7-8,-1 2-3-1,-1 0 1 4,-1 4 2-4,-1 1 3 4,-1 4 5 1,-2 1 7 0,0 3 5 1,-2 0 3-5,0 2 0 2,-2 1-4 4,1 0-7-4,0-1-3-2,-1-1-5 4,1 0-7-2,-1-1-2 3,1-4-3-3,1 2 4 3,-1-2-3-3,1-1-2 1,1-3-6 0,1 1-2 1,0-3 5-2,1-1-3 3,3-3-2-4,1-3-3 3,2-2 1-1,0-1 1-2,2-4-11 5,0 0-14-5,2-3-24 2,0-1-23-1,1-2-48 2,0-2-58-1,-2-1-64 0,2-3-18-1,0 0 5 2,0-2 19-2</inkml:trace>
    </iact:actionData>
  </iact:action>
  <iact:action type="add" startTime="74374">
    <iact:property name="dataType"/>
    <iact:actionData xml:id="d19">
      <inkml:trace xmlns:inkml="http://www.w3.org/2003/InkML" xml:id="stk19" contextRef="#ctx0" brushRef="#br0">4312 11396 165 0,'0'-2'229'4,"-2"1"9"1,2 1-66 2,0 0-66-3,2 0-45 3,0 1-26-1,1 1-13-4,1 0-4 3,2 3-1 3,1 2 4-7,3 0 4 6,0 3 8-2,3 5 4-1,1 2 10 1,1 4 0 0,1 2 5-1,1 3 0 2,0 0-2-2,-1 4-3 3,0 0-9-3,2 2 3 1,-2 0-4 3,0 1 4-3,2 1-5-2,0 0 3 3,-1-2 1-1,2-1-1-1,-1-2-4 3,-2-3 0-1,1 1-2-4,-2-4-3 2,0-1-9 3,-2-2 6-3,1-2-3 1,-3-1 1 2,-1-5-2-2,-1 1 2-3,-2-3 3 5,0-2-4-1,-2-1 3-3,-1-2 2 5,-1 0 3-5,1-3 1 4,-3 1 2-5,-1-1 0 5,0-1 1-2,0-1-4-1,0 0-6 0,-1 0-6 4,-2 0-6-6,1-1-5 5,0 1-10-3,0-1-15 1,1 0-21-1,-1 0-52 3,0-1-102-2,-3 0-133-1,2-3-68 4,-2-1-29-3,2 3 1 0,-3 0 40-2</inkml:trace>
    </iact:actionData>
  </iact:action>
  <iact:action type="add" startTime="84555">
    <iact:property name="dataType"/>
    <iact:actionData xml:id="d20">
      <inkml:trace xmlns:inkml="http://www.w3.org/2003/InkML" xml:id="stk20" contextRef="#ctx0" brushRef="#br0">12489 3546 14 0,'0'-4'157'6,"3"0"-9"-3,-2 0-19 5,0-1-10-2,1 0-8 2,-1 1-2-6,0-2-10 5,0 4-13-5,-1-1-8 8,0 1-8-9,2 0-10 4,-2 2-9-3,0-3-8 4,0 3-7-2,0 0-1 3,0 0 5-2,0 0 2 4,0 0 3-7,-2 0 1 3,1 0 3 4,0 0-4 2,0 0-5-9,-1 0-6-1,-1 0-8 6,0 0-6-5,-2 0-9 3,0 0-4-2,-4-2 0 2,2 2 1-2,-2-1 4 3,-2-1 6-1,-2 0 6 0,3 0 5 0,-3 0 2 1,0-1-3 1,1 0 3-3,0 2-5 1,2-2-4-2,-1 2-7 6,1 1-3-7,-1 1-7 3,0 1-17 0,0 0-23 1,-1 1-27-1,1 2-47-1,0-1-67 0,-2-1-105 6,3 2-47-9,1-3-11 5,1 0 10-3,3-1 36 4</inkml:trace>
    </iact:actionData>
  </iact:action>
  <iact:action type="add" startTime="86215">
    <iact:property name="dataType"/>
    <iact:actionData xml:id="d21">
      <inkml:trace xmlns:inkml="http://www.w3.org/2003/InkML" xml:id="stk21" contextRef="#ctx0" brushRef="#br0">6295 8502 62 0,'35'48'75'3,"-4"3"-17"2,-3 2-22-1,-2 3-8 4,-3-1-12-6,-6 0-20 3,1 1-22 1,-6 0-19-2,-4 0-12 0,-3 1-21 4</inkml:trace>
    </iact:actionData>
  </iact:action>
  <iact:action type="add" startTime="104730">
    <iact:property name="dataType"/>
    <iact:actionData xml:id="d22">
      <inkml:trace xmlns:inkml="http://www.w3.org/2003/InkML" xml:id="stk22" contextRef="#ctx0" brushRef="#br0">3845 8243 46 0,'2'0'115'6,"1"-3"21"-2,-1 3 13 3,0-1 8-1,-1-2-1 2,3 1-13-6,-2-1-23 5,0-2-16-5,1 0-17 3,0-2-24 3,0-2-16 0,0 0-15-7,0-1-1 5,0 1-3 3,-1 0-2-7,-1-2 4 3,0 1 1-3,-1-1 7 4,-1 1 0-3,0-1 0 10,-2-1 1-9,0 2 1-1,-1-2 1 4,0 1-4 3,-1 2-2-8,-4 0-1-1,4 2-4 5,-2 1-4-3,-2 3-5 2,-1 2-7 0,1 2-2 1,-2 2-3-4,-2 3-3 3,1 2-3 1,-1 2 0-1,0 1 1-3,2 0-1 4,-1 1-3 0,3 1 2 0,2-3 3-2,1 2 0 3,3-2-1-5,1 1 0 3,4-2-1 1,1 0-3 0,3-1-2-4,1-1-1 7,2-1 1-5,3-3 1 2,-1-1 2-1,0-2 0-2,3-2 5 6,-1-3 1-8,1 0-3 6,-1-5-1-3,-1 0-1 2,-1-1-1 0,-1 0-3 0,-1 1 2-5,-3 1 3 5,-1 2 5-1,-2 2 6 0,0 1 6 1,-2 3 7-3,-1 1 5 2,0 4 4 0,-1 4 1 4,-1 3-1-7,-1 4-3 6,0 2-5-6,0 3-9 4,1-1-8 0,1 2-8 0,0 0 0-1,-1-2-1 0,1 2-2-4,0-1 2 6,-2 1 1-2,1 0-8 0,0 0-8 2,0 0-13-1,-2-1-9-5,3-1-12 5,-2 0-12 2,1-2-8-4,-2-1-8 3,1-2-2-5,-1-2 2 8,-1-2 6-9,-1 0 13 5,0-3 16-4,-1 0 15 5,-1-2 11-1,-3-3 14-1,3 1 14-3,0-1 9 6,-2-1 11-6,2 0 15 3,1 0 14 2,0 1 6-3,1-2-2 1,3 1-1-1,0-1-2 5,2-1-7-8,1 1-9 7,0-1-2-6,3 0-6 6,2 0 0-6,2 0-5 4,1-1-7-1,0-1-7 0,5 0-7-1,-2-2-12 4,2-2-22-4,2 1-32 3,1-3-46-5,0 0-84 6,-1-1-140-3,1-1-64-3,-2 0-24 6,0-1 7-4,-2 0 34 1</inkml:trace>
    </iact:actionData>
  </iact:action>
  <iact:action type="add" startTime="105425">
    <iact:property name="dataType"/>
    <iact:actionData xml:id="d23">
      <inkml:trace xmlns:inkml="http://www.w3.org/2003/InkML" xml:id="stk23" contextRef="#ctx0" brushRef="#br0">4032 8381 118 0,'-1'3'328'2,"-1"-1"38"2,-1-1 26 4,1 0-63-6,1 0-122 7,0-1-75-7,1 1-47 3,1-1-35 3,0 3-26-2,1-1-9-1,1 2-2-3,0 2 5 7,0 3 5-8,1 1 7 7,-2 2 3-7,0 1 2 5,0 2-9-1,-1-1-5 0,1 2-7 1,-1-2-19 2,0 1-12-6,-1-4-22 8,2 0-27-9,-1-4-39 4,0-2-39 0,0-1-57 0,-1-4-89 1,1-6-47-1,-1-3-7-1,2-4 19-1,0-4 31 5</inkml:trace>
    </iact:actionData>
  </iact:action>
  <iact:action type="add" startTime="105639">
    <iact:property name="dataType"/>
    <iact:actionData xml:id="d24">
      <inkml:trace xmlns:inkml="http://www.w3.org/2003/InkML" xml:id="stk24" contextRef="#ctx0" brushRef="#br0">4093 8274 22 0,'2'-10'281'2,"-1"2"28"3,-1 2 13 2,0 4-57-6,-1 2-97 7,0 5-87-5,0 4-88 2,0 3-157 4,-2 2-81-5,0 1-44-1,0 0-18 5,0-1 5-6</inkml:trace>
    </iact:actionData>
  </iact:action>
  <iact:action type="add" startTime="106516">
    <iact:property name="dataType"/>
    <iact:actionData xml:id="d25">
      <inkml:trace xmlns:inkml="http://www.w3.org/2003/InkML" xml:id="stk25" contextRef="#ctx0" brushRef="#br0">3516 8378 91 0,'1'0'170'5,"1"0"-29"0,-1 0-24 0,0 0-13 3,1 0-6-6,-1 0-6 4,1-2-13 2,0 0-9-6,0-1-7 3,-1-1-3 4,-1 1-4-7,0-3-4 4,0 2 3-4,0 0-1 4,-1-1-4 2,0 0-3-6,-1 1-10 7,0-3-3-4,-2 3-5-3,1-1-2 4,-1-2-1 2,0 0-2 4,-2 1-1-10,1-1 3-1,-1 0 6 4,-1 1 5-2,1 0 3 5,0 1 1-6,0 1 3 5,-1 1-6-5,0 2-5 2,1 2-10 7,-1 3-5-8,0 2-8-1,-2 5-5 4,3 3-5-2,0 3-2 2,2 1-3-1,-1 2 4 2,5 1 0-4,0-1 3 3,0-2 1 4,5-2 1-7,0-2-2 4,1-2-1-5,3-2 2 6,1-3-2-5,1-4-1 7,0-1-3-8,2-2-5-1,0-3-10 3,1-1-16 3,-3-3-11-4,1-1-12-1,-2-2-21 5,0-2-25-3,-2-2-35 2,-1-2-42-1,-2 0-70 1,-1-2-35-3,-3 0-3 3,-1-2 18-1</inkml:trace>
    </iact:actionData>
  </iact:action>
  <iact:action type="add" startTime="106907">
    <iact:property name="dataType"/>
    <iact:actionData xml:id="d26">
      <inkml:trace xmlns:inkml="http://www.w3.org/2003/InkML" xml:id="stk26" contextRef="#ctx0" brushRef="#br0">3536 8028 63 0,'-2'-13'224'5,"-1"1"25"0,0 2-13 0,0 0-49 0,-1 4-40 0,1 1-21-3,2 0-15 5,0 3-21-3,1 1-18 4,0 4-5-7,0 2-4 6,0 6-3-3,-2 6 9 1,2 6 7 2,0 3 4-3,0 6-3 1,0 1-10 0,0 2-12 2,0 1-14-3,0 0-16 1,0 0-10-1,0-1-7 2,0 0-7-2,0-2-13 3,2-3-22-3,-1 0-33 2,1-2-55-3,0-3-95 2,1-2-103 0,-1-4-46 2,-1-1-8-2,1-3 20-2,-1-2 44 3</inkml:trace>
    </iact:actionData>
  </iact:action>
  <iact:action type="add" startTime="107306">
    <iact:property name="dataType"/>
    <iact:actionData xml:id="d27">
      <inkml:trace xmlns:inkml="http://www.w3.org/2003/InkML" xml:id="stk27" contextRef="#ctx0" brushRef="#br0">3228 8751 150 0,'-3'0'197'9,"1"0"-30"-7,1 0-30 6,0 0-25-4,0 0-21-1,1 0-16 4,1-1-10-4,1 0-3 5,2-1-3-5,1-1 1 3,1-1 4-2,-1 2-4 2,5-1-4-2,-2 0-11 2,2 1 0-1,1-1-1-1,0 2-5 1,3-1 3 3,0 2-4-6,1-2 2 4,2 1-2-2,2 0-5 1,1 0-4 4,2-2 10-5,6-1 6-1,3-1-1 1,3-2-1 4,2-3-2-6,2 1-3 7,3-1-14-8,-1 0-11 9,1 1-4-8,1 1-2 5,-2 0-1-5,0 2-2 4,2 3-2-2,-4 1 2 1,1 1 1 3,-1 0-1-3,-2 1-2 0,-1 0 1 0,-2-1 2-2,-1 0-4 4,-2 0 2-1,-2-1 0-4,-1-1 4 6,-3 1 1-4,-3-1-2 2,-2-1-3-5,-2 2 0 5,-4 1 0 2,-3-1-5-6,-3 0 3 2,-2 1 2 4,-4 1 1-6,-1 0-4 4,-1 0-7-2,-3 2-11 4,-1 1-20-2,-1 0-22-4,-1-1-39 7,0 3-58-5,-1-1-118 0,-3 0-58-1,1 2-18 5,-3-1 2-3,1 3 30 0</inkml:trace>
    </iact:actionData>
  </iact:action>
  <iact:action type="add" startTime="107837">
    <iact:property name="dataType"/>
    <iact:actionData xml:id="d28">
      <inkml:trace xmlns:inkml="http://www.w3.org/2003/InkML" xml:id="stk28" contextRef="#ctx0" brushRef="#br0">3688 9106 35 0,'-3'5'237'5,"-2"-2"13"-1,0 1 10-3,-1-1-87 5,0-3-67-2,0 0-43 1,0-3-25 1,0-1-15 2,-2-3-8-7,0 0-4 6,0 0 9-6,1-1 13 7,-3 0 11-5,2 1 13 2,0 2 9 2,-1-2-2-3,2 5-16 4,-1-1-11-5,-1 3-13 2,0 3-12 0,0 1-11 2,-1 5 3-6,0 3 3 8,1 1 1-6,2 3 1 2,2 0 4 0,0 1 4 0,3 0-2-1,2-1 3 1,2-2-2 3,4-1-2-5,1-1-4 4,3-5-6-4,4-1-2 4,-1-2-2-5,4-5-8 6,-1-5-6-4,1-1-17 1,1-5-14-2,0-5-15 5,0-1-24-4,-2-4-19 2,-2-1-18-1,-1-3-17-1,-2-1-7 0,-1-1-12 4,-4-1 5-4,-1-1 11 1,-2 0 16-1,-2 1 31 1,-1 1 38 2,-1 1 46-5,-2 2 40 6,0 2 45-4,-1 3 47 0,-1 1 34 0,0 4 17 5,0 3 6-8,1 2-1 8,-1 1-16-6,1 2-24 2,2 2-30-1,0 2-27 1,1 3-25-1,-1 1-14 2,2 5-6-2,1 3-4 3,0 7 6-2,1 3 15 1,0 8 10-2,-1 4 6 2,1 5 0-2,-2 1 0 1,-2 4-4 0,2 0-5-1,-1 0-12 7,1-1-12-10,1-1-8 6,1-3-1-2,1-3-12-1,1-4-15-2,2-3-7 6,2-4-14-3,-1-3-14-1,2-4-27 3,1-5-21-5,1-2-34 4,2-7-48-1,-1-5-65 1,-1-6-95-2,0-2-39 1,1-6-5-1,-1-4 21 4,3-2 47-5</inkml:trace>
    </iact:actionData>
  </iact:action>
  <iact:action type="add" startTime="108372">
    <iact:property name="dataType"/>
    <iact:actionData xml:id="d29">
      <inkml:trace xmlns:inkml="http://www.w3.org/2003/InkML" xml:id="stk29" contextRef="#ctx0" brushRef="#br0">3955 8901 105 0,'1'-12'308'4,"1"4"32"4,-2 1 19-4,-2 1-69 0,2 2-91 3,-1 1-64-4,-1 2-44 5,-1 1-26-5,-2 2-23 2,3 4-16 0,-2 2-5 0,0 5 0-1,0 4 1 3,-1 2-3-3,1 5 11 4,0 3 6-7,-1 4 4 6,2 1-2-3,1 0 4 1,2 2 3 2,1-1-8-3,2-4-11 2,0-1-6-1,4-4-5 1,-1-2-2-1,2-3-11-1,1-4-5 1,2-3-7 1,-1-4-12-2,1-1-6 0,1-5-21 1,-1-3-14 2,1-5-31-3,-3-3-64 1,-1-7-95 1,-5-5-83-2,-1-5-36 1,-3-1-6 1,-2-2 21-1</inkml:trace>
    </iact:actionData>
  </iact:action>
  <iact:action type="add" startTime="108618">
    <iact:property name="dataType"/>
    <iact:actionData xml:id="d30">
      <inkml:trace xmlns:inkml="http://www.w3.org/2003/InkML" xml:id="stk30" contextRef="#ctx0" brushRef="#br0">3923 9022 100 0,'-15'-1'341'5,"2"-1"50"-1,-1 2 35 0,2 0-39 1,1 2-114 0,2-1-74 0,3-1-57 2,1 0-48-5,2 0-32 5,2 0-23-3,4 0-15 1,3-1-16 0,4-1-2 1,4-2-9-1,2 0-10-1,4-2-18 3,3 0-20-4,1 0-36 4,0-3-83-3,1 0-142 1,-1-2-72-1,-1-3-26 1,-3-1-2-1,3-1 24 4</inkml:trace>
    </iact:actionData>
  </iact:action>
  <iact:action type="add" startTime="108872">
    <iact:property name="dataType"/>
    <iact:actionData xml:id="d31">
      <inkml:trace xmlns:inkml="http://www.w3.org/2003/InkML" xml:id="stk31" contextRef="#ctx0" brushRef="#br0">4250 8487 265 0,'-1'-1'358'4,"0"0"22"5,0 1 7-8,1 0-125 5,1 0-115 2,1 0-69-6,2 0-36 2,1 1-25 2,2 0-5-2,2 1-12 2,1 0-13 0,0 1-17-2,1 0-28 0,0 0-66 2,-2 0-128 1,-1 0-64-3,-2-1-27 1,-1 0-5-1,-3-1 18 3</inkml:trace>
    </iact:actionData>
  </iact:action>
  <iact:action type="add" startTime="109053">
    <iact:property name="dataType"/>
    <iact:actionData xml:id="d32">
      <inkml:trace xmlns:inkml="http://www.w3.org/2003/InkML" xml:id="stk32" contextRef="#ctx0" brushRef="#br0">4227 8690 157 0,'-4'12'349'1,"-1"-3"23"4,2-1 14-1,3-3-81 1,3-2-128 1,4-3-96-1,1-3-73 0,4-4-58-1,5-2-66 2,1-3-71 2,2-1-74-4,1-1-49 0,1 1-12 2,-1 0 20-2,1 2 43 2</inkml:trace>
    </iact:actionData>
  </iact:action>
  <iact:action type="add" startTime="109223">
    <iact:property name="dataType"/>
    <iact:actionData xml:id="d33">
      <inkml:trace xmlns:inkml="http://www.w3.org/2003/InkML" xml:id="stk33" contextRef="#ctx0" brushRef="#br0">4500 8516 176 0,'-2'-1'257'7,"1"2"19"-1,-1 2-45-5,0 2-58 5,-1 2-40 3,1 4-26-5,1 1-13 2,0 3-15-4,2 0-9 5,1 2-1-4,1-1-12 5,2 0-5-7,1 0-10 6,-1-1-4-3,4-1-4 1,0-3-8 1,1-3 0-2,0-2-5 1,3-2-6 1,-1-4-2 3,0 0-5-5,2-6-3 0,-3 0 1 0,2-5-3 2,-4 0 1-3,-1-3-2 2,1-1 3-1,-4-1 3 4,-1-2 0-6,-2-2 1 5,-2 0 4-2,-2-1 15 2,-1 0 12-3,-3 1 8-1,-3 2 7 4,4 0 9-3,-3 3 3 0,0 3-11 2,-2 0-13-1,1 5-6 1,0 1-16 0,0 1-17-3,1 3-22 2,-1 2-26 2,-1 2-35-4,1 3-77 1,-1 2-137 3,-1 1-86-3,0 1-35 1,0 0-7-1,0-1 21 2</inkml:trace>
    </iact:actionData>
  </iact:action>
  <iact:action type="add" startTime="109792">
    <iact:property name="dataType"/>
    <iact:actionData xml:id="d34">
      <inkml:trace xmlns:inkml="http://www.w3.org/2003/InkML" xml:id="stk34" contextRef="#ctx0" brushRef="#br0">4310 8540 18 0,'-4'0'262'3,"1"0"30"-2,-1 0 18 4,2-1-60-2,0 0-76 3,1 1-61-1,1-2-41-1,2 1-23 3,-1-1-20-5,4 0-10 5,0-1-4-1,3 1-1-3,-1 0 0 4,2 1-2-1,0 1-3-4,2-1-2 6,-1 1-5-2,-1 1-2-4,2-1-8 4,-2 1-18-3,-2 1-24 4,0 0-37-1,-3 1-63-1,0-2-92-3,-3 1-43 6,-1-2-9-6,-2 2 9 4</inkml:trace>
    </iact:actionData>
  </iact:action>
  <iact:action type="add" startTime="110041">
    <iact:property name="dataType"/>
    <iact:actionData xml:id="d35">
      <inkml:trace xmlns:inkml="http://www.w3.org/2003/InkML" xml:id="stk35" contextRef="#ctx0" brushRef="#br0">4290 8750 87 0,'-3'10'288'4,"1"-2"17"3,1-3 21-3,1 0-72 1,2-1-90-1,2-1-59 1,3-3-31 1,5-3-17-1,3-2-17 2,1-2-11-3,4 0-15 1,1 0-27-1,-1 0-43 1,0-1-94 0,-3 3-101 0,0 0-58 0,-4 1-24 0,-1 2 5-1,-5 1 32 3</inkml:trace>
    </iact:actionData>
  </iact:action>
  <iact:action type="add" startTime="117877">
    <iact:property name="dataType"/>
    <iact:actionData xml:id="d36">
      <inkml:trace xmlns:inkml="http://www.w3.org/2003/InkML" xml:id="stk36" contextRef="#ctx0" brushRef="#br0">5369 9145 62 0,'-1'-2'70'7,"1"-1"-17"2,-1-1-6-7,1 1 6 3,-1 1 3 4,0 2 9-7,1-3 7 4,-1 1 3-3,0 2 5 2,-1-1-4-3,2 0-2 4,0 1-12 4,-1-1-5-8,0 1-5 4,1 0-1-3,0-1-6 2,-1 1-6-1,0 0-3 3,1-1-6-3,-1 1-6 3,1-2-4-3,-2 0 0 2,1 0 4-4,-1 1 5 4,1-2 1-1,0 1-1 0,0 0 3 0,0 0 1 1,-1 0-4-1,0 1-5 0,0 0-3 0,2-1 0 0,0 2-2 1,-1 0-3-2,1-2 0 2,0 1 4-3,1-1 0 4,-1 0-4-2,0-1 0 2,-1-1 1-6,0 1 5 5,0 1 4-2,-1-1 10 2,1 0 13-2,1 1 7 2,-1 1 1 0,1 1-3-3,0 2-6 9,-1 3-18-11,1 4-6 3,-2 3-8 3,2 3-7-3,0 3-4 1,-1 3-24 1,1 0-45-4,-1 2-157 5,-1-2-93-4,1-1-49 4,-2-2-24-3,0-3 5 2</inkml:trace>
    </iact:actionData>
  </iact:action>
  <iact:action type="add" startTime="119157">
    <iact:property name="dataType"/>
    <iact:actionData xml:id="d37">
      <inkml:trace xmlns:inkml="http://www.w3.org/2003/InkML" xml:id="stk37" contextRef="#ctx0" brushRef="#br0">5327 9167 12 0,'-1'0'149'8,"-1"-2"-13"-5,-1 1-38 3,2-2-28 1,0 2-14-5,0-2-3 5,1 2-1-5,0-2 6 3,0 0 2 3,0 1 6-6,0-1 7 4,0 1 11 5,0 2 6-7,0-3 94 3,-1 3-96-4,0 0-7 2,0-1-13 3,0 0-9 0,-2 1-7-6,2 0-8 14,-1 2-4-16,0 1-7 1,1 3 2 0,-1 5-2 4,0 1-1 0,2 5 2 1,0 1 2-1,0 3-1 1,2 0-9-3,0 0-10 1,0-1-23 2,1-3-38-1,1-2-72 2,-2-3-134-5,-1-5-73 4,0-4-31-2,-1-3-5 1,0-5 20 0</inkml:trace>
    </iact:actionData>
  </iact:action>
  <iact:action type="add" startTime="122333">
    <iact:property name="dataType"/>
    <iact:actionData xml:id="d38">
      <inkml:trace xmlns:inkml="http://www.w3.org/2003/InkML" xml:id="stk38" contextRef="#ctx0" brushRef="#br0">5285 9140 62 0,'0'-5'149'4,"0"1"-26"2,0-1-18-1,-1 2-8 0,1-1-7-1,0-1-3 4,1 2 0-2,-1-3 2 1,1 1 2-2,1 1-1-1,-1 0 3-2,0 0 1 9,0 1-7-9,1 1-9 0,-1 1-13 4,-1 1-15 2,0-1-15-6,0 1-9 3,1 1-5 4,-1-1 1-7,1 5 0 4,0 2 5 6,0 3 0-9,0 2-3-2,-1 5-3 4,1 0-5-1,0 2-2 4,-1 0-5-6,2-1-1 5,0 0-6-4,-1 0-13 4,1-2-21-4,-1 0-46 3,0-2-72 3,0-2-107-7,-1-2-50 6,4-1-20-6,-3 0 4 4,1-1 34-3</inkml:trace>
    </iact:actionData>
  </iact:action>
  <iact:action type="add" startTime="138068">
    <iact:property name="dataType"/>
    <iact:actionData xml:id="d39">
      <inkml:trace xmlns:inkml="http://www.w3.org/2003/InkML" xml:id="stk39" contextRef="#ctx0" brushRef="#br0">6738 11811 163 0,'-4'0'247'9,"1"0"24"-3,0 0-55-4,1 0-57 4,1 1-43 2,-1-1-35-6,2 0-31 11,1 0-25-11,2 2-16-1,1-2-17 6,1 0-15-2,2 0-22-2,-1 1-30 2,1 1-43 2,1-2-75-4,2 0-39 3,0 0-14-4,1 2 9 3</inkml:trace>
    </iact:actionData>
  </iact:action>
  <iact:action type="add" startTime="138560">
    <iact:property name="dataType"/>
    <iact:actionData xml:id="d40">
      <inkml:trace xmlns:inkml="http://www.w3.org/2003/InkML" xml:id="stk40" contextRef="#ctx0" brushRef="#br0">9107 12087 130 0,'-4'-1'134'8,"1"0"-53"-2,-1 1-31-4,2-2-19 5,0-1-14 1,1 3-6-6,1-2-8 5,0-1-10 1,0 1-16-7,0 2-38 6,-1-2-42-5,0-1-23 7,1 3-9-8</inkml:trace>
    </iact:actionData>
  </iact:action>
  <iact:action type="add" startTime="139375">
    <iact:property name="dataType"/>
    <iact:actionData xml:id="d41">
      <inkml:trace xmlns:inkml="http://www.w3.org/2003/InkML" xml:id="stk41" contextRef="#ctx0" brushRef="#br0">7636 12308 112 0,'-1'0'104'7,"1"0"-32"-3,0 0-18-1,0 0-7 5,0 0 3-1,-1 0 15-5,1 0 19 4,-1 0 22-3,1 0 19 2,0 0 6 2,-1 0-8 1,1 0-12-6,-2 0-23 3,2 0-23 4,0 0-19-7,0 0-9 3,-1-1-6 4,1 1-4-7,-1 0 5 3,-1 0-4-3,1 0-1 6,-1 0 1 2,0 0 0-6,-1 0 0-3,1 0-1 1,0 0 4 11,0-2 2-11,0 2-1-1,0 0 1 5,1 0-3-1,-1 0-3-1,0 0-3 2,-1 0-7-3,2 0-4 3,0 0-4 0,0 0-2-2,0 0-4 0,-1 0-2 3,1 0 1-2,0 2-2-1,-2-1 0 3,1-1 0-1,1 2 0-3,-2 0 0 1,0 1 0 2,-1 0 1-1,1 1 1 0,-1 0-2-1,1 0 1 4,-1 1 0-2,-1-1 1-4,1 1 0 2,1-1 0 2,-1 2 1-1,1-2-2 1,0 1-1 2,1-2-1-5,-1 2-1 1,1-1 1 0,-1 0 1 5,3 0-1-5,-3-1 1 1,2 1 1 1,0-1 2-3,0 1-1 0,-1-1-2 3,1-1 0-2,0 3 1 2,1-2-1-2,-1 1-2 3,0-2-1-2,1 1 2 1,-1-1-1-4,0-1 1 7,1 1 1-7,0-1 0 2,0 0 4 3,0-1-6-3,0 0-2 1,0 0 3 0,0 0-1 0,0 0 1-1,0 0-3 3,0 0 7-4,0 0 4 3,0 0-5-2,-1 0 0 2,1 0-1-2,-1 0-1 2,0 0-2-2,1 0-1 2,1 0-2 2,0 0-2-3,2 2-9 1,0-2-1-5,0 0-1 6,1 0-2-3,1-2-4 1,-1 2-1 2,1 0 6-1,-1-1-3-4,2-1 1 3,-2 0 3 0,2-1 2 0,-1 0 3 3,-2 0 4-6,2 0 3 4,-1 0 2-2,-1 0 0 2,-1 0 3-1,0 0 2 0,-1 3-1-1,-1-2 0 2,1-1 1-1,0 1-2 0,-1 0 3 0,0 1 1 0,-1-1 3 0,0 2 2 0,0-2 2 0,0 1 7 0,0-1-1-1,1 2 4 2,-1-2 3-1,0 2 1 0,1-1-3 0,-2 0-8 1,2 1 1-1,0-1-4-1,-1 0-5 2,0 0-4-2,1 1 0 2,-1 0 5-2,0 0-4 2,1-1 0-2,-1 1 2 2,1 0-4-2,-1 0 1 2,0 0-1-1,1 0-3 0,-1 0 0 0,-1 0 2 0,2-1 3 0,0 1-1 0,-1 0 2 4,1-2 1-8,-2 1 1 5,1 1-2 1,0 0-1-4,0 0 6 2,-1 0-2 0,2 0-2-1,-3 0-1 2,3 0-2-2,0 0 0 2,0 0-4-2,0 0 1 2,0 0-1-2,0 0 0 2,-1 1 3-2,0 1 0 2,1-2-4-2,0 0 2 2,0 0-4 0,0 1 0-1,0 0-5 0,0 2 0-1,-1-1 3 7,0 0-2-10,1 3 3 4,-1-3 2 0,1 1 0 1,-1-1-1-4,0 1 3 6,1-1 2-6,0-1 1 4,0 1-3-2,0 0 1 4,0 1-4-6,0 1-6 4,0-1-3 0,0-1-3-1,-2 0-3 0,2 1 3 0,0-1 4 1,0-1 1-2,0 0 7 1,0 0 6-1,0-1 5 2,0 1 0-1,0 0 1 0,0-1 4 0,0 0-9 0,0 0-3-1,0 0 1 3,0 0-4-4,2 0-2 3,-2 0-2 0,1 0 4-2,0 0 2 2,0 0 0-2,0 0 3 2,0-1 0-1,0 0 5 0,0 1-2 0,-1-1-1 0,0 0 1-1,0 0 2 3,0-1 3-3,0 2-2 1,0-1 3-1,0 1 2 2,0 0-1-2,0 0-3 2,0 0 0 0,0 0-5-2,0 0 0 2,0 0-1-2,0 0-1 2,0-1 0-2,0 1 0 2,0 0 1-2,0 0 0 2,0 1 4-2,0-1 3 2,0 0 5-2,0 0 4 2,0 0 3-2,0 0-2 2,0 0 0-2,-1 1-1 3,1-1-6-2,0 0-4-1,0 0-2 2,0 0-2-2,0 0-2 2,0 0-1-2,0 0-1 2,0 0 0-2,0 0 0 2,0 0 1-2,0 0 0 2,-1 0 0-1,1 0-5 0,0 0 3-1,0 1 3 3,1-1-1-4,-1 0-2 3,0 0 2-2,0 0 7 2,-1 0-2 0,1 1-5-2,0-1 1 2,0 0 4-2,0 0-5 2,0 0-1-2,0 0-1 2,0 0 2-1,0 0-1 0,0 1-1-1,1-1-4 3,0 1-7-3,2 0 0 1,-1-1-1-1,0 0-9 2,1 0-6-1,1 0-4 1,-1-2-8-1,1 1-15-1,0-1-6 2,0-1 1-1,2 1-1 3,-3 0 6-6,0 0 12 4,2 1 14-2,-2-1 7 6,-1 1 10 2,0 0 4-12,0-1 20 3,-2 1 6 1,0 1 7 7,-1-1 5-10,0 0 5 4,-1 1-4-2,0-3 0 3,0 3 1 1,0-1-2-3,0 0-9 2,0-1-1-1,1 1-6 0,-1 1 0-2,0-1-2 5,0 1 1-5,-2 0 3 4,2 0 3-5,0 1 2 5,-1-1-1-4,1 1 0 3,0-1-2-2,-1 2-3 2,0 0 0-1,0 1-1 0,-1-1-5 4,-2 1-2-7,2 2-3 3,-1-1 5 0,1 2-3 0,0 0 4 0,0 0 5 4,0 0 0-7,0-1-4 3,-1 2-3 0,2-2 1 1,-1 2 0-1,1-1-3 1,0 1 1-4,0 0 3 7,0 2 5-8,1 1 6 5,0-1 1 0,2 2-6-1,-2 0 0 1,2 0 0-1,0 1-4 0,-3 0-4-3,2 0-5 7,0-1 5-7,1 0 2 6,2 0 4-6,1 0 5 3,0 0 3 0,-1 1 7 0,1-1 0 1,-1 0 0 0,4 0-4-4,-1 0 1 6,1 0-3-2,1 2-4-2,1-3-3 2,0 0 2 0,1-1-3-4,2 0-2 7,-1-2-5-7,2-1 1 3,-2 0-2 0,0-2-4-2,0-4 2 5,-2 1 1-6,1-2 2 4,0-2 0-1,2-1 3 0,-1-2 1 4,-1-1-2-8,1-1-2 7,-1 0 0-2,0-1-4-4,0 0-2 3,-1-3 5 5,-1 3-2-9,1-4-5 5,-1 0 0-2,-1 0 1 0,0-2 0 4,-1-1-6-6,0 0 5 8,-2 0 3-9,3 0-3 5,-2 0-4 1,-3 0 6-3,1-1 1 1,-1 2-2 0,-1-2 1-2,-1 3 1 5,-1 2 4-3,0 0-4-2,-1 2-1 2,-3 0-3 3,2 0-4-7,0 1 7 5,-2 1 3-2,0 1-1 3,-1-1 4-2,-2 2 10 1,1-1 5-5,0 2-2 6,-2 0 2-4,2 0 6 6,-1 3-1-5,1-1-3 4,-1 0 1-7,0 1-1 4,1-1-6 2,-1 1-2-5,1 0 0 6,0 0 4-2,1 2-4-4,-1-1 3 2,1 1 3 6,-1 0 1-8,0 1-5 3,0-1-7 0,1 0-1 1,0 1 0-4,1-1-2 6,-1 0-4-4,2 0 2 0,1 0 3 2,2 0 1-1,0 0-3 1,1 0-5-3,0 1-5 6,0-1-8-8,0 0-11 5,-1 1-21 2,2 0-34-6,-2 2-42 3,-2 2-75 1,-2 2-127-2,0 0-94 2,-1 2-39 0,0-1 4-2,-1 0 30 4,0 1 71-6</inkml:trace>
    </iact:actionData>
  </iact:action>
  <iact:action type="add" startTime="147264">
    <iact:property name="dataType"/>
    <iact:actionData xml:id="d42">
      <inkml:trace xmlns:inkml="http://www.w3.org/2003/InkML" xml:id="stk42" contextRef="#ctx0" brushRef="#br0">9010 9612 42 0,'-2'-1'148'6,"1"0"-28"3,-1 1-35-7,1 0-25 4,1 0-17 1,-1 0-4-5,1 0 4 4,0 0 5 2,0-2 11-6,0 1 15 3,0 1 10 3,0 0 7-6,0-3 1 3,0 1-4 3,0 0-9-5,0-1-11 2,1 1-8-3,0 0-16 7,1 1-15-4,1-1-6-3,0 1-4 14,2 1-7-14,0 0-6-1,1 1 3 7,1 1 1-5,0-1-2 3,2 1-1-3,-2 1 1 3,-1-1 2-4,0 1 1 3,-2 1 3-1,1-1 3 0,-3 0 2 4,0 2 1-6,-2 1-1 7,-2 1-3-8,-2 1 0 9,-2 0-4-8,-1-1-3 6,-2 1 2-5,2-2-3 1,-3-2-3 2,1-1 0-1,1-1 5 1,-2-1 10-4,2-2 3 5,2-2 4-3,1-1 3 4,0-1 3-7,1 0-4 6,2-1-8-3,0 1-7 1,1-1-1 1,1 2 0-1,1 1-5 0,2 0-6 0,2 1-4 1,1-1 1-1,1 2-2 0,0 1-2 0,3 2 3-1,-2 1 3 0,1 1 3 5,-2 3-3-8,1 1 0 8,-3-1 4-8,-1 2-1 6,0-2-1-3,-2 1 1 3,-2-3 3-4,0 0 8 2,-2 0 7-1,0-3 5 5,0 0 6-6,-1-2 7 1,-2-1 2 6,-1 0 0-8,0-4-6 3,0 3-3-1,1-2-6 3,1-1-1-3,0 1-5 0,2-1-8 1,-1 0-6 3,3 1-10-6,3 2-18 3,-1-3-31 0,3 3-68 0,0-1-162 1,1 1-83-1,1 0-37 1,0 1-9-1,1 1 14 0</inkml:trace>
    </iact:actionData>
  </iact:action>
  <iact:action type="add" startTime="148322">
    <iact:property name="dataType"/>
    <iact:actionData xml:id="d43">
      <inkml:trace xmlns:inkml="http://www.w3.org/2003/InkML" xml:id="stk43" contextRef="#ctx0" brushRef="#br0">9124 11485 212 0,'-1'0'276'7,"0"-2"18"1,1-1-60-6,1 2-66 3,0-2-48 2,1 0-45-4,1 1-22 2,1-1-16 2,0 0-7-4,1 1-2 2,-1 0 0 2,1 1-3-5,0 0-3 5,-1 1 0-5,-1 0 3 5,0 1 5 0,-3-1 6-5,3 1 9 3,-6 1 1 4,2 0-2-7,-2 2-3 3,-3 0-7 5,-1 1-8-8,0 0-13 2,-4-3-2 3,1 2 4-1,1-2 0-4,-1-1 2 5,1-1-1-2,1-1 6-3,1-1-3 4,0-2-1 0,2-1-5 0,2-1-2-4,-1 0-3 4,1-1-3 0,3 1-1 0,0-1-3-1,0 2 1-2,3-1 0 2,0 1 1 1,1 1-2-1,3 1-1 3,1 0 0-4,0 3-1-2,1 0 0 2,0 3-1 4,0-1 2-3,-1 4 1-2,-2 0 1 2,0 0 1 1,-2 0 1-2,-3-1 3 1,-1 2 4 3,-2-2 6-5,-2 0 4 3,-1 0 3-3,0-3 2 6,-2 0 0-7,1-1-2 4,-2-2-4-1,0-1-2-1,2 0 2 1,0-2-4 0,0 1 0 1,-1 0 0 0,2 0-3-4,2 1-12 4,0 0-28-1,1 1-79 1,0-1-177 4,2 2-96-9,-2-3-45 5,0-2-20-1,0-3 11-2</inkml:trace>
    </iact:actionData>
  </iact:action>
  <iact:action type="add" startTime="150704">
    <iact:property name="dataType"/>
    <iact:actionData xml:id="d44">
      <inkml:trace xmlns:inkml="http://www.w3.org/2003/InkML" xml:id="stk44" contextRef="#ctx0" brushRef="#br0">5363 7832 89 0,'-3'-1'152'8,"0"1"-45"-3,0 0-35 2,-1 0-25-5,0 0-17 5,-2 0-17-5,1 1-9 9,-1 0-1-9,-2 2-6 3,3 0 0 2,-3-1 3-5,3 2 5 3,-1-1 6 2,0-1 8-5,1 1 15 4,1-2 8 1,0 1 14-5,2-1 16 4,-1 1 9 0,1-1 9 3,2 0-2-6,0-1-5 3,0-1-7-4,2-2-14 3,-1 0-4-1,2-1-9 1,0 2-6 0,2-3 1-1,-2 1-7 5,0 1-4-4,1 0-5 4,0 1-3-7,1 0 1-1,1 2 1 5,1 1 2 1,1 1 2-5,0-1-2 5,0 2-3-5,2 1-9 5,-1-1-4-1,-1 2-4 2,0-3-3-6,-3 1-1 1,-1 0 9 9,-1-2 14-10,-1 1 10 0,-2-1 9 3,-1 0 7 3,-3 1 2-7,-1 0-5 12,-4-2-11-11,1 2-7-1,-1-1-4 4,0-1-2 3,-2 0-1-5,1 2-2 5,1-2 4-2,0 0 1-3,3 0-1 3,0 0 0-4,2 0-1 5,1 0-1-5,1 0-7 9,-1 0-4-8,1-2-4-1,2 2-5 4,0 0-2-2,0 0-6 1,2 0 1 0,0 0-6-1,0-1-14 3,0-1-28 0,1 4-45-5,2-1-101 4,0 1-133-2,-1 1-67 2,0-1-22 0,-2 1 5 0,3-2 34-4</inkml:trace>
    </iact:actionData>
  </iact:action>
  <iact:action type="add" startTime="152444">
    <iact:property name="dataType"/>
    <iact:actionData xml:id="d45">
      <inkml:trace xmlns:inkml="http://www.w3.org/2003/InkML" xml:id="stk45" contextRef="#ctx0" brushRef="#br0">5321 7931 105 0,'-1'0'226'3,"1"1"19"3,-1 0-46-1,0 0-57 3,1 0-45-6,0-1-33 6,1 0-22-2,0 0-20-4,-1 1-10 6,1-1-5-2,-1 0-2-4,0 0 0 3,0 0 0 2,0 1 9-4,0 1 4 5,-2-1 9-3,-1 1 13-3,-2-1 14 4,1 1 7 1,0-1 6-4,-2-1 5 4,0-1 2 4,2-1-4-8,-3-1-11-2,3-2-8 4,-1-2-12-3,3 1-6 4,-1-2-10-2,2-2-10 1,0 1-5 2,1 0-3-2,1 1 0 0,1 0-1 2,2 2 1-5,-1-1 1 5,2 3-1-4,1 0 2 1,0 2-4 5,0 3 2-8,2 1-1 6,-2 4 0-2,2-1-3 0,-2 4 2-2,-2 0 3 5,0 1-1-6,-2 0 2 8,-1 1 5-8,-1-2 5 3,-1 0 3-1,-3-1 1 3,2-1 9-1,-3-2 4-2,-1-1 3 1,-2-3 1-2,1-2 0 6,-2-2-4-8,0-1-7 8,-2-2-2-7,3-2-1 3,0 0-3 1,0-1-1-1,2-1-8 0,2 1 1 2,1 1-3-3,2-1-7-1,1 2-3 1,2 1 0 2,1 2 7 3,2 1-6-8,3 1 1 5,-1 2-2-1,3 1-3 0,1 2 2 2,1 2-4-2,-1 0 2-1,0 1-4 2,-2 1 3-4,-1 1 2 7,-3 0-2-8,-2 0 0 6,1-1 0-4,-4 0 1 5,-4-3 4-5,2 2-1 2,-2-3 3 1,-1-1 2 2,-1-2 6-6,0-1-2 3,-1-2-2 1,1-1-2-3,1-3-4 5,1-3-1-6,1 2-5 4,1-1 3-2,2 0 2 2,0 2 2 1,3 1-3-2,1 4 0-3,1-1 1 4,2 3-5-2,3 3 2 2,-1 0 0 0,0 3 3-1,1 2 0 1,-1 1 0-3,-1 0 1 4,-2 0-1-1,1-1 0-1,-3-2 2-3,-1 1 0 4,-2-2 4-1,-1 0 1 1,-1-3 3-3,-2 0 1 3,0-1-3-2,-1-1 0 2,-2-1-3-1,2-1-8 1,-1 0-15-1,1-1-24-1,1 0-45 3,0-1-106-4,1 2-136 3,1 0-66-2,1 2-27 1,0 0 2 0,0 0 35 0</inkml:trace>
    </iact:actionData>
  </iact:action>
  <iact:action type="add" startTime="153798">
    <iact:property name="dataType"/>
    <iact:actionData xml:id="d46">
      <inkml:trace xmlns:inkml="http://www.w3.org/2003/InkML" xml:id="stk46" contextRef="#ctx0" brushRef="#br0">5334 10060 160 0,'-3'-4'183'4,"-1"1"-37"1,2 0-38 1,0 0-21 0,0-1-13 1,1 1-6 1,0-1 2-6,0-1 10 2,-1 2 8 4,-3-1 9-6,4 1 7 3,-2-1 1 3,0 1-14-6,0 0-19 3,-1 0-17 1,1 1-12-3,0 0-12 2,2 0-11 2,-1 1-5 0,2-1-5-5,1 0-3 3,0 1-6 4,3-2-1-5,0 0-1 0,2-1 1 4,1 0-1-5,2 2 0 4,-1-3 1-5,1 3-2 1,2 0 1 3,-2 1-1-1,1 2 2 1,-2 1 1-4,-1 1-1 4,-2 2 4 1,-2-1 1-4,-2 3 3 1,-1 0 4 2,-2 1 3-1,-2-1 4 0,-1 2 1-1,-4-1 1 2,3-2 1 0,-2 0-1 1,-1-3 1-1,-1 0 1-4,1-1 1 5,0-1-2-5,-1-3-1 4,1 0-2-1,2-3-3 2,-1 0-4-5,2-2-3 7,0-2-4-7,3-2-3 7,1 0-2-7,2-1-2 3,0 0-1-1,2 1 1 3,1-1 2-4,2 3 0 3,2 1 0 1,1-1 0-3,1 4 0 1,3 0 0-2,-1 3-1 3,-1 2-1-2,1 2-1 2,-1 0 2-1,1 5-2 2,-1 1 1-4,-1 0 2 6,-2 1 0-7,-2 1 1 3,-1-1-1-2,-1 1 1 5,-3-2 1-4,-3 1-1 1,0 0 4 0,-3-1 0-1,-1-2 0 2,-2 0 1 1,-2-4-1-4,-1 1 0 4,-2-3-1-4,1 0-2 1,0-3 0 2,-2 0-1-2,2-3 0 5,0-2-1-7,3 1-2 3,0 0 2 0,2-1 0 1,3 1 0-2,2 0 0 2,2 0 1-1,1 3 0-1,3-2-3 5,1 2 0-8,2 1-2 5,5 1 1 3,-1 2 1-8,1 2 0 4,2 0 1 0,0 3-2 1,-1 2 3-1,-1-1-2 0,-1 3-3 2,0 0 3-6,-3-1-1 7,-4 1 2-2,0-1 6-4,-3-1 2 3,-3 0 4 0,-2-1 1 4,-1 0 1-8,-4-3 4 5,1 1-4-1,-2-3 1 0,-3 0 1 0,2-2-2 1,-1-1-1-2,1-1-4 3,1-1-3-3,0-2-12 2,3-1-8-4,2 2-13 6,2-4-24-5,2 1-44 2,2-3-91 0,1-1-109 1,2-4-53-1,3 0-21 0,0-3 5 1,1-1 37-1</inkml:trace>
    </iact:actionData>
  </iact:action>
  <iact:action type="add" startTime="157628">
    <iact:property name="dataType"/>
    <iact:actionData xml:id="d47">
      <inkml:trace xmlns:inkml="http://www.w3.org/2003/InkML" xml:id="stk47" contextRef="#ctx0" brushRef="#br0">11902 8468 253 0,'-4'-6'298'8,"0"0"24"-6,1 1-28 4,-1-2-96 1,2 1-64 5,0-1-37-11,0 0-27 7,1 0-14-6,0 0-13 3,-1 0-1 1,2 1 4-5,0 2 0 7,0 1 4-3,0-1 1 0,0 2-5-3,0 0-6 2,0 1-8 1,0 1-6-2,0 0-1 4,0 0-10-3,-1 0-5 2,0 2-4-3,-1 0-3 3,0 3-1-2,-3 2 2 3,1 3 1-2,1 5 3-1,-1-1 4 0,1 4 6 3,1 1 0-2,-1 2 0 0,3-1 2 4,0 1 6-6,0-1 6 2,3-1-5-1,0-2-6 1,2 0-5-1,0-2 4 3,1-1-8-3,1-4-12 1,0 0-12 1,2-3-3 0,0-3-10-5,0-1-16 7,-2-3-18-5,2-2-22 3,1-3-28-2,-3-5-48 4,-1-2-67-4,-1-3-98 1,-2-5-39 2,0-2-5-5,-1-3 23 5,0-4 43-2</inkml:trace>
    </iact:actionData>
  </iact:action>
  <iact:action type="add" startTime="157968">
    <iact:property name="dataType"/>
    <iact:actionData xml:id="d48">
      <inkml:trace xmlns:inkml="http://www.w3.org/2003/InkML" xml:id="stk48" contextRef="#ctx0" brushRef="#br0">11990 8182 300 0,'-3'-11'361'4,"2"2"33"2,-2 3 18-1,-1-1-148 0,1 2-91-1,1 1-59 1,0 3-48-2,1-2-36 5,1 3-29-4,1 3-30 0,1 1-27 4,1 2-43-6,1 2-87 4,0 0-110 0,2 2-49-2,1 0-15 0,0 0 5 5,1 1 31-4</inkml:trace>
    </iact:actionData>
  </iact:action>
  <iact:action type="add" startTime="158141">
    <iact:property name="dataType"/>
    <iact:actionData xml:id="d49">
      <inkml:trace xmlns:inkml="http://www.w3.org/2003/InkML" xml:id="stk49" contextRef="#ctx0" brushRef="#br0">12145 8378 161 0,'-1'15'321'6,"-3"-1"25"-2,1 3 23 2,-3 0-89 0,2 5-119 0,-1 0-58-1,0 1-38-1,0 0-24 1,2 1-21-1,1-2-4 0,0-1-2 3,1-4-7-3,1 0-1 3,0-3-2-5,1-3-3 4,1-3-5-2,-2 0 4 4,3-3 5-4,-1-5 1 0,1-2 1 11,0-5 3-13,1-3-2 1,0-3-9-2,0-3-3 4,1-3 4-1,0-2-2 2,2 0-5 0,-1 0-1-1,-1 1 6-1,3 0 2 3,-2 2 2-5,2 1-2 5,-1 2 1-1,-1 3 6-2,1 2-2 0,0 1-2 3,-1 3 2-2,1 2 2-1,0 4 7 2,-1 3 6-3,2 3 4 4,-3 4 2-3,1 2-2 1,-3 1 6 1,0 3-4 0,0 1-6-2,-2 0-8 1,-1 0-6 0,0 0-5 2,0-2-15-6,0-3-18 7,0 2-20-4,0-4-27 0,0-3-37 4,0-1-74-4,-1-2-102 0,1-4-42 0,0-5-12 4,0-2 12-4,2-3 30 0</inkml:trace>
    </iact:actionData>
  </iact:action>
  <iact:action type="add" startTime="158512">
    <iact:property name="dataType"/>
    <iact:actionData xml:id="d50">
      <inkml:trace xmlns:inkml="http://www.w3.org/2003/InkML" xml:id="stk50" contextRef="#ctx0" brushRef="#br0">12347 8378 50 0,'4'-5'319'5,"-1"-2"27"-1,1 2 13 1,-3 2-26-1,2 1-151 3,-1 0-101 0,0 2-76-3,0 0-93 0,-2 0-133 1,1 1-74 2,4 0-31-4,-2 0-4 3,1 0 17-2</inkml:trace>
    </iact:actionData>
  </iact:action>
  <iact:action type="add" startTime="158643">
    <iact:property name="dataType"/>
    <iact:actionData xml:id="d51">
      <inkml:trace xmlns:inkml="http://www.w3.org/2003/InkML" xml:id="stk51" contextRef="#ctx0" brushRef="#br0">12416 8560 198 0,'-5'22'323'4,"0"-1"26"1,0-2 13 0,0-2-117-1,2-2-92 3,-1-3-62-2,3 0-51-1,1-4-37 0,1-1-35 4,2-5-59-4,0-1-87 0,1-4-92 0,1-2-38 3,0-2-15 1,2-1 10 2</inkml:trace>
    </iact:actionData>
  </iact:action>
  <iact:action type="add" startTime="159293">
    <iact:property name="dataType"/>
    <iact:actionData xml:id="d52">
      <inkml:trace xmlns:inkml="http://www.w3.org/2003/InkML" xml:id="stk52" contextRef="#ctx0" brushRef="#br0">12441 8542 58 0,'0'-2'202'7,"-2"0"28"-2,2-1-30 2,0 1-23-6,0 0-22 8,0 2-18-7,-2-3-14 4,2 1-17-1,-1 1-22 2,0-1-18-1,0 0-7-5,1 0-4 6,-1 1-10-3,0 0-11 2,1 1-8 1,0 0-8-1,0 0-9-4,0 0-5 3,0 1-4 0,0 1 4 1,0 1 10 5,0 2 7-7,-1 0 7-2,-1 5 8 1,1 2 8 2,-1 2 0 0,0 1-6 0,-1 1-5-1,1-1-6 4,-1 0-7-7,2-2-3 7,0-1-6-6,0-2-7 6,1 0 5-4,-1-3 0 2,1 0-4-2,0-3-6 0,0 0-6 1,0-2-3 0,1-1-20-1,1-3-23 2,1-1-25-2,0-2-39 4,1-4-55-1,-1 0-93-5,1-2-59 3,0-3-15 1,-1 2 8 1,4-3 30-3</inkml:trace>
    </iact:actionData>
  </iact:action>
  <iact:action type="add" startTime="159683">
    <iact:property name="dataType"/>
    <iact:actionData xml:id="d53">
      <inkml:trace xmlns:inkml="http://www.w3.org/2003/InkML" xml:id="stk53" contextRef="#ctx0" brushRef="#br0">12662 8228 84 0,'3'-5'298'2,"0"0"23"3,-2 2 12-1,0 2-81 0,-1 1-97 5,-1 1-67-8,-1 6-44 6,-1 2-20-3,-1 5-5 4,-1 3 4-4,1 7 7 1,-1 2 7-2,-1 5 7 2,1 4 10 2,-2 0 3-2,0 3-1-2,2-2-1 2,-1 1-6 0,3-4-7 1,2-2-10-2,2-4-9 3,1-3-7-1,2-2-7-1,1-5-5 0,2-5-10 1,3-3-9-4,0-4-19 2,2-4-31 4,1-5-62-4,0-2-118 0,-1-6-82 0,-2-2-36 4,-1-3-7-4,-1 0 18 1</inkml:trace>
    </iact:actionData>
  </iact:action>
  <iact:action type="add" startTime="159936">
    <iact:property name="dataType"/>
    <iact:actionData xml:id="d54">
      <inkml:trace xmlns:inkml="http://www.w3.org/2003/InkML" xml:id="stk54" contextRef="#ctx0" brushRef="#br0">12619 8445 212 0,'-7'-1'322'6,"-1"1"21"1,1 0 11-5,2 0-128 4,2 0-94 0,3 0-61-1,2-1-43 2,3-1-35-5,4 0-27 2,1-1-28 2,3-1-29 0,3-1-29 0,0 0-26-5,0 0-31 6,0-1-45-3,-2 0-24 3,-1 2 5-2,-2 0 18 1</inkml:trace>
    </iact:actionData>
  </iact:action>
  <iact:action type="add" startTime="160108">
    <iact:property name="dataType"/>
    <iact:actionData xml:id="d55">
      <inkml:trace xmlns:inkml="http://www.w3.org/2003/InkML" xml:id="stk55" contextRef="#ctx0" brushRef="#br0">12770 8473 97 0,'-5'12'288'7,"0"-2"27"-6,2 0 13 7,0-1-95-7,0 0-80 6,1-3-54-2,2 0-43 1,2-1-25-1,1 0-15 1,0 0-7-2,0-2-3 1,3 1-2 0,1-1-4-2,0-2-6 6,2 2-6-4,-2-2-10-2,2 1-6 3,0 0-11 0,-2-2-9-5,1 0-10 5,0-1-7 0,0-1-3-1,-2 0-4-1,1-1-2 1,-1-1 6 3,0 0 9-1,0-2 10-6,-1 1 6 5,-1-2 0 0,0 0 2-1,-1-2-4-2,1-2-6 1,0 2-5 3,3-4-5-3,-3 0-1 3,3-2-2-2,-1 0-1 1,-1-2 8-4,2-2 12 5,-2 2 18-4,1-3 21 3,-2 0 34 1,2 1 33-5,-1-1 38 4,1 2 32 0,-1 1 21-1,0 1 17 1,-2 1-7 0,1 3-11-3,-1 2-26 3,-1 1-27-4,-1 3-31 7,-1 2-24-7,0 2-13 3,0 1-9 1,0 4-4 0,-2 4 1-1,-1 5 8-2,-2 5 6 2,2 4 6 1,-2 4 4-1,0 7 4 2,-2 0 1-1,2 3-5-4,0 2-4 8,3-1-7-8,0 1-8 3,3-4-5 1,1-1-7 0,3-3-3-3,1-5-2 1,3-4-1 3,0-4-3-1,2-4 0-4,0-4-2 4,2-5-4-1,1-5-4 1,-1-4-8-4,2-6-8 5,-2-2-13-1,-1-4-12-1,-1-2-6 2,0-3-6-6,-1-2-2 5,-1-1 2 1,0 1 12-2,-2-1 10-4,-1 2 12 6,-1 4 13-3,-2 2 18 2,-1 5 15 0,0 3 7-3,-2 6 12 2,-2 4 6 1,0 7 2 0,-2 3 2-3,0 7-2 5,0 3 2-2,1 5-5-1,1 0-3-3,2 1-7 5,1 1-7-2,2-3-4 2,1-2-8-6,2-1-4 5,0-3-5 0,1-2 0 0,1-5-3-4,1-3-1 4,0-5-2-1,1-2 0 1,0-3-1-3,0-2-7 3,-2-5-4-2,0 0 0 3,0-2-3-1,-2-1 1-2,0 2-2 1,-2 1 3-2,0 2 5 4,1 1 1-3,-3 2 4 5,1 2 0-4,0 1 2-4,0 2 4 3,1 1 0 4,1 0 0-6,0 1-2 5,4 0 1-2,0 1 1 0,0-2-1-2,3-2-1 7,-2-2-1-8,1-3 1 3,3 0-3 1,-3-4 0 0,1-1-5-3,-2-2-1 3,0-3-6 0,-2 0-6-4,-2-3-7 6,1 0-8-3,-4-1 0 2,0-2-1-5,-1 1 2 5,-1 1 3-6,-1 4 10 6,0 1 14 0,0 1 6 1,-1 6 6-6,1 2 8 1,-1 4 5 2,1 4 4 1,1 7 0 1,2 4 6-3,0 5 6 3,3 4 5-5,0 4 8 3,1 3 3 2,1 5 3-1,2 6-3-3,-2 5-7 1,0 4-6 3,1 7-9 2,0 3-9-8,-1 1-8 3,0 1-4 4,-1-2-3-7,1-3-4 6,-2-2 0-2,-2-3 0 3,-1-4 1-7,-3-6-2 7,-2-5 2-7,-3-5 3 5,-2-5 0-1,-3-6-1 2,-3-6-1-5,-4-6-1 5,-2-7-6-2,-4-6-1 1,0-6 1-4,-2-4 0 5,1-6 2-1,1-4 4 0,2-5 13 1,3-2 5-5,3-3 4 4,4 0 4 0,2 0-1-4,6 3-3 4,4-3-8 0,5 2-5-4,4-1-4 5,2 1-12-2,6 0-8 1,0 0-13-3,5 2-25 3,1-2-32 1,3 0-56-5,1-1-139 3,2-3-74 2,1 1-30 0,1-2 0-5,0 2 22 6</inkml:trace>
    </iact:actionData>
  </iact:action>
  <iact:action type="add" startTime="161201">
    <iact:property name="dataType"/>
    <iact:actionData xml:id="d56">
      <inkml:trace xmlns:inkml="http://www.w3.org/2003/InkML" xml:id="stk56" contextRef="#ctx0" brushRef="#br0">13857 8495 39 0,'7'6'347'3,"-2"-1"44"1,-2-3 28 2,-2 1 11-1,1-1-185 1,-2-1-116-4,0 1-83 8,0 1-104-8,-2-1-185 3,1 1-93-1,0-1-44 3,0 1-12-2,2 2 12 0</inkml:trace>
    </iact:actionData>
  </iact:action>
  <iact:action type="add" startTime="161318">
    <iact:property name="dataType"/>
    <iact:actionData xml:id="d57">
      <inkml:trace xmlns:inkml="http://www.w3.org/2003/InkML" xml:id="stk57" contextRef="#ctx0" brushRef="#br0">13901 8693 140 0,'-1'14'334'3,"-1"-1"24"0,0-4 9 2,0-2-89-1,0-4-191 2,2-3-220-2,0-4-117 2,-1-5-63-1,1-4-31 0,-1-3 2 1</inkml:trace>
    </iact:actionData>
  </iact:action>
  <iact:action type="add" startTime="163493">
    <iact:property name="dataType"/>
    <iact:actionData xml:id="d58">
      <inkml:trace xmlns:inkml="http://www.w3.org/2003/InkML" xml:id="stk58" contextRef="#ctx0" brushRef="#br0">14745 8392 32 0,'-7'-3'270'9,"1"-1"23"-4,-1 1 22-3,-1 2-50 3,-1-2-99 3,4 3-58-6,-1 0-34 4,-2 3-17 2,1 2-14-6,0 4 0 3,0 6 11 4,-1 4 11-8,1 5 12 5,0 6 3 2,1 2 1-6,2 3-10 3,3 1-14 4,1-2-15-7,5-2-12 3,2-2-9 8,3-4-5-12,5-5-3 5,2-5-4 5,2-8-2-9,6-5-3-1,0-8-4 5,2-6-5-4,-1-5-8 5,0-5-8-5,-3-4-4 3,-4-2-4-2,-2-2-2 3,-4-1-6 0,-4 0 7 1,-5-1 6-5,-3 2 5 2,-3 2 7 3,-5 3 8 0,-4 5 11-5,-2 4 4 3,-5 4 1 2,-2 4 2-5,-2 4-1 4,0 3 1 0,1 3-7 0,0 3-9-4,3 0-15 5,5 2-25-2,3-1-36 1,3-1-60-4,5 0-111 5,4-3-79-2,5-1-30-2,2-2 0 6,4-2 22-5</inkml:trace>
    </iact:actionData>
  </iact:action>
  <iact:action type="add" startTime="163871">
    <iact:property name="dataType"/>
    <iact:actionData xml:id="d59">
      <inkml:trace xmlns:inkml="http://www.w3.org/2003/InkML" xml:id="stk59" contextRef="#ctx0" brushRef="#br0">15031 8329 75 0,'2'3'277'2,"-2"1"36"4,0 5 24 1,-2 6-70-5,-3 6-62 2,1 8-33 4,-2 7-32-3,-1 7-23-2,1 6-18 3,-1 4-25-3,2 5-19 4,-1 0-16-2,3 0-12 6,-1-4-15-9,2-4-11 5,2-1-1-5,0-7-3 4,0-4-2-4,1-4-1 5,0-5-2-1,-1-5-3-4,1-3-7 3,-1-5-6 1,0-7-18 1,0-3-19-6,0-7-30 7,-1-6-37-6,-1-6-54 6,0-4-67-3,0-7-61 0,-1-3-19 0,2-3 12 1,0-3 31-4</inkml:trace>
    </iact:actionData>
  </iact:action>
  <iact:action type="add" startTime="164113">
    <iact:property name="dataType"/>
    <iact:actionData xml:id="d60">
      <inkml:trace xmlns:inkml="http://www.w3.org/2003/InkML" xml:id="stk60" contextRef="#ctx0" brushRef="#br0">15051 8379 241 0,'4'-18'262'2,"0"2"12"3,-2 3-62-1,0 4-87 5,0 4-50-4,0-1-30 0,0 2-21 0,0 2-13 0,1 2-3-2,-1-3 5 4,1 3 9-2,-1 0 8-3,1 0 6 6,-1 0 3-3,1 0 0 1,-2 0-6-5,-1 0-7 6,3 0-7-1,-3 0-1-1,1 0-2 0,0 0 5 0,-1 1 2 2,0-1 1-3,0 0 3 2,0 0 3-5,0 0 0 5,0 2-3-2,0-2 0 2,0 0-2-2,0 0-3 2,0 0-4-2,0 0-5 2,0 0 1-2,0 0-4 2,0 0-3-2,0 0-3 3,0 0-1-3,0 0-2 1,0 0-1 1,0 0 0 0,0 0 3-1,0 1 2-1,0-1-1 1,0 0 8-1,0 0 1 2,0 0 2-2,0-1 1 2,-1 1-1-2,0 0 2 3,1 0-2-4,-3 0-1 3,3 0-5-2,-1 0 1 2,1 0-2-2,-2 0-5 2,2 0 1 0,0 0 0-2,0 0-3 3,0-2-3-4,0 1 4 4,2 1 5-4,-2 0-1 5,0 0-1-6,0 0 5 5,-2 0 0-2,2 0-1 0,-1 1-1 0,0-1-4 1,1 2 2-4,-1-2 0 7,0 0 1-8,-1 1-1 7,0-1-4-6,2 0 4 4,-1 0-4 0,0 0-1-2,1 0-1 3,-1 0 0-3,1 1 3 1,0-1 1-1,0 0-1 2,-1 0 0-2,0 0 0 2,0 0-1-1,0 0 1 0,1 0-3-1,-1 0 0 2,-1 0-2-2,2 0 0 2,0 0 1-2,0 0-2 2,0 0 3 0,0 0 0-2,0 0 1 2,0 1 1-2,-1-1-3 4,2 0-1-6,-1 0 0 4,0 0 1-2,0 0 0 2,0 1-2 2,0-1 2-6,0 0 2 2,0 0-1 2,0 0 2-2,0 0-1 2,0 0 0-2,0 1 0 2,0-1-1 0,0 0-2-2,0 0-1 2,0 0-1-2,0 0 2 2,0 0 1-2,0 0 0 2,0 0 3-2,0 0 0 2,-1 0 0-2,1 0-1 2,0 0 0-2,0 0-3 2,0 0-1-2,0 0 3 2,0 1-6-2,-1 1 3 2,0-1 2 0,-1 2 2-2,1-1-1 2,-1 0 0-2,2 1 5 3,-1-1-5-2,1-1-2 0,0 0 1-1,-1 2 0 1,1-3 1-1,0 1 0 3,0-1 2-4,0 0 2 3,0 0 1-2,0 0 1 2,0 0 1-2,-3 0 2 5,2 2-1-4,-1-2 0 0,-2 1 0-2,3 0 0 1,-1 1 2 2,1-1 0 0,0-1 2 0,0 1-3-3,0 0 4 3,0-1 2-3,-1 0 2 3,2 0-1-2,0 0 4 2,0 0-1-2,0 1-4 2,0-1-1-2,0 0-3 2,0 0-1 0,-1 0-1-2,1 0-3 2,0 0 1-2,-1 0-4 2,0 0 2-2,1 0-4 2,0 0-2-2,0 0 3 2,0 0-1-2,0 0 1 2,0 0-1-2,0 0-1 2,0 0 1-1,0 0-1 0,0 0 0-1,0 0-1 2,0 0 4 0,0 0-2-1,0 0 0 1,0 0-5-3,1 0 0 3,-1 0 1-2,0 0-3 2,0 0 5-2,0 0-3 4,0 0 8-6,0 0 0 4,0 0-2-2,-1 0-4 2,1 0 1-2,0 0 2 2,0 1 2-2,0-1-1 2,0 0-2 0,-1-1 2-2,1 1 0 2,1 0 2-1,-1-1-5 0,0 1 1-1,0 0 4 3,-1 0 3-3,1 0-6 1,0 0 2-1,0 0 2 3,1 0 0-3,-1 1 2 1,1-1-1-1,-1 0 3 3,0-1-9-4,0 1 5 3,-1 0-3 1,1 0-4-4,0 0-4 4,0 0 2-4,0 0 7 3,0 0-4-2,0 1 5 3,0-1-1-3,0 0 0 1,0 0-3-1,1 0 3 3,-1 0-6-3,1 0-1 1,-1 0 5-1,1 0 3 4,-1-1-5-6,0 1-4 5,0 0 3-2,-1 0 2-1,1 0-2 3,-1 0-3-3,1 0 1 2,0 0 8-3,1 0-1 5,-1 0-2-5,0 1-5 3,0-1 8-2,-1 0 0 2,1 0 2-3,1-1-6 4,-1 1 0-3,0 0 0 1,0 0-2-1,-1 0 4 3,0 0-9-2,1 0 8-1,0 0-1 3,0 0-4-2,0 0-9-1,0 0-8 0,0 0-2 3,0 0-3-3,0 0-9 1,2 1 2-1,-1 0-1 4,1-1-1-4,0 1-7 0,0 1-9 0,-1 0-10 2,0-1-17-2,1 1-27 4,-2-1-47-4,2-1-78 0,-2 0-78 3,0 0-30-4,2-2-3 3,0-2 19-2</inkml:trace>
    </iact:actionData>
  </iact:action>
  <iact:action type="remove" startTime="167415">
    <iact:property name="style" value="instant"/>
    <iact:actionData xml:id="d61" ref="#d0"/>
    <iact:actionData xml:id="d62" ref="#d1"/>
    <iact:actionData xml:id="d63" ref="#d2"/>
    <iact:actionData xml:id="d64" ref="#d3"/>
    <iact:actionData xml:id="d65" ref="#d4"/>
    <iact:actionData xml:id="d66" ref="#d5"/>
    <iact:actionData xml:id="d67" ref="#d6"/>
    <iact:actionData xml:id="d68" ref="#d7"/>
    <iact:actionData xml:id="d69" ref="#d8"/>
    <iact:actionData xml:id="d70" ref="#d9"/>
    <iact:actionData xml:id="d71" ref="#d10"/>
    <iact:actionData xml:id="d72" ref="#d11"/>
    <iact:actionData xml:id="d73" ref="#d12"/>
    <iact:actionData xml:id="d74" ref="#d13"/>
    <iact:actionData xml:id="d75" ref="#d14"/>
    <iact:actionData xml:id="d76" ref="#d15"/>
    <iact:actionData xml:id="d77" ref="#d16"/>
    <iact:actionData xml:id="d78" ref="#d17"/>
    <iact:actionData xml:id="d79" ref="#d18"/>
    <iact:actionData xml:id="d80" ref="#d19"/>
    <iact:actionData xml:id="d81" ref="#d20"/>
    <iact:actionData xml:id="d82" ref="#d21"/>
    <iact:actionData xml:id="d83" ref="#d22"/>
    <iact:actionData xml:id="d84" ref="#d23"/>
    <iact:actionData xml:id="d85" ref="#d24"/>
    <iact:actionData xml:id="d86" ref="#d25"/>
    <iact:actionData xml:id="d87" ref="#d26"/>
    <iact:actionData xml:id="d88" ref="#d27"/>
    <iact:actionData xml:id="d89" ref="#d28"/>
    <iact:actionData xml:id="d90" ref="#d29"/>
    <iact:actionData xml:id="d91" ref="#d30"/>
    <iact:actionData xml:id="d92" ref="#d31"/>
    <iact:actionData xml:id="d93" ref="#d32"/>
    <iact:actionData xml:id="d94" ref="#d33"/>
    <iact:actionData xml:id="d95" ref="#d34"/>
    <iact:actionData xml:id="d96" ref="#d35"/>
    <iact:actionData xml:id="d97" ref="#d36"/>
    <iact:actionData xml:id="d98" ref="#d37"/>
    <iact:actionData xml:id="d99" ref="#d38"/>
    <iact:actionData xml:id="d100" ref="#d39"/>
    <iact:actionData xml:id="d101" ref="#d40"/>
    <iact:actionData xml:id="d102" ref="#d41"/>
    <iact:actionData xml:id="d103" ref="#d42"/>
    <iact:actionData xml:id="d104" ref="#d43"/>
    <iact:actionData xml:id="d105" ref="#d44"/>
    <iact:actionData xml:id="d106" ref="#d45"/>
    <iact:actionData xml:id="d107" ref="#d46"/>
    <iact:actionData xml:id="d108" ref="#d47"/>
    <iact:actionData xml:id="d109" ref="#d48"/>
    <iact:actionData xml:id="d110" ref="#d49"/>
    <iact:actionData xml:id="d111" ref="#d50"/>
    <iact:actionData xml:id="d112" ref="#d51"/>
    <iact:actionData xml:id="d113" ref="#d52"/>
    <iact:actionData xml:id="d114" ref="#d53"/>
    <iact:actionData xml:id="d115" ref="#d54"/>
    <iact:actionData xml:id="d116" ref="#d55"/>
    <iact:actionData xml:id="d117" ref="#d56"/>
    <iact:actionData xml:id="d118" ref="#d57"/>
    <iact:actionData xml:id="d119" ref="#d58"/>
    <iact:actionData xml:id="d120" ref="#d59"/>
    <iact:actionData xml:id="d121" ref="#d60"/>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154"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92224" y="0"/>
            <a:ext cx="4278154" cy="339884"/>
          </a:xfrm>
          <a:prstGeom prst="rect">
            <a:avLst/>
          </a:prstGeom>
        </p:spPr>
        <p:txBody>
          <a:bodyPr vert="horz" lIns="91440" tIns="45720" rIns="91440" bIns="45720" rtlCol="0"/>
          <a:lstStyle>
            <a:lvl1pPr algn="r">
              <a:defRPr sz="1200"/>
            </a:lvl1pPr>
          </a:lstStyle>
          <a:p>
            <a:fld id="{7F854D89-1BE6-4BDD-8F63-0F6F123914B1}" type="datetimeFigureOut">
              <a:rPr lang="zh-CN" altLang="en-US" smtClean="0"/>
              <a:t>2023/3/17</a:t>
            </a:fld>
            <a:endParaRPr lang="zh-CN" altLang="en-US"/>
          </a:p>
        </p:txBody>
      </p:sp>
      <p:sp>
        <p:nvSpPr>
          <p:cNvPr id="4" name="幻灯片图像占位符 3"/>
          <p:cNvSpPr>
            <a:spLocks noGrp="1" noRot="1" noChangeAspect="1"/>
          </p:cNvSpPr>
          <p:nvPr>
            <p:ph type="sldImg" idx="2"/>
          </p:nvPr>
        </p:nvSpPr>
        <p:spPr>
          <a:xfrm>
            <a:off x="3236913" y="509588"/>
            <a:ext cx="3398837"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7267" y="3228896"/>
            <a:ext cx="7898130" cy="30589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5"/>
          </p:nvPr>
        </p:nvSpPr>
        <p:spPr>
          <a:xfrm>
            <a:off x="5592224" y="6456612"/>
            <a:ext cx="4278154" cy="339884"/>
          </a:xfrm>
          <a:prstGeom prst="rect">
            <a:avLst/>
          </a:prstGeom>
        </p:spPr>
        <p:txBody>
          <a:bodyPr vert="horz" lIns="91440" tIns="45720" rIns="91440" bIns="45720" rtlCol="0" anchor="b"/>
          <a:lstStyle>
            <a:lvl1pPr algn="r">
              <a:defRPr sz="1200"/>
            </a:lvl1pPr>
          </a:lstStyle>
          <a:p>
            <a:fld id="{521C655F-7417-4F93-AF58-C18D2F8D9D20}" type="slidenum">
              <a:rPr lang="zh-CN" altLang="en-US" smtClean="0"/>
              <a:t>‹#›</a:t>
            </a:fld>
            <a:endParaRPr lang="zh-CN" altLang="en-US"/>
          </a:p>
        </p:txBody>
      </p:sp>
      <p:sp>
        <p:nvSpPr>
          <p:cNvPr id="8" name="页脚占位符 7"/>
          <p:cNvSpPr>
            <a:spLocks noGrp="1"/>
          </p:cNvSpPr>
          <p:nvPr>
            <p:ph type="ftr" sz="quarter" idx="4"/>
          </p:nvPr>
        </p:nvSpPr>
        <p:spPr>
          <a:xfrm>
            <a:off x="0" y="6456612"/>
            <a:ext cx="4278154" cy="339884"/>
          </a:xfrm>
          <a:prstGeom prst="rect">
            <a:avLst/>
          </a:prstGeom>
        </p:spPr>
        <p:txBody>
          <a:bodyPr vert="horz" lIns="91440" tIns="45720" rIns="91440" bIns="45720" rtlCol="0" anchor="b"/>
          <a:lstStyle>
            <a:lvl1pPr algn="l">
              <a:defRPr sz="1200"/>
            </a:lvl1pPr>
          </a:lstStyle>
          <a:p>
            <a:r>
              <a:rPr lang="en-US"/>
              <a:t>ch26-27</a:t>
            </a:r>
          </a:p>
        </p:txBody>
      </p:sp>
    </p:spTree>
    <p:extLst>
      <p:ext uri="{BB962C8B-B14F-4D97-AF65-F5344CB8AC3E}">
        <p14:creationId xmlns:p14="http://schemas.microsoft.com/office/powerpoint/2010/main" val="2118847207"/>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current is the amount</a:t>
            </a:r>
            <a:r>
              <a:rPr lang="en-US" altLang="zh-CN" baseline="0" dirty="0"/>
              <a:t> of positive charge arriving at this cross-section A during time interval </a:t>
            </a:r>
            <a:r>
              <a:rPr lang="en-US" altLang="zh-CN" baseline="0" dirty="0" err="1"/>
              <a:t>dt</a:t>
            </a:r>
            <a:r>
              <a:rPr lang="en-US" altLang="zh-CN" baseline="0" dirty="0"/>
              <a:t>, remember this definition!</a:t>
            </a:r>
          </a:p>
          <a:p>
            <a:r>
              <a:rPr lang="en-US" altLang="zh-CN" baseline="0" dirty="0"/>
              <a:t>In this book, the current density always parallel to the </a:t>
            </a:r>
            <a:r>
              <a:rPr lang="en-US" altLang="zh-CN" baseline="0" dirty="0" err="1"/>
              <a:t>dA</a:t>
            </a:r>
            <a:r>
              <a:rPr lang="en-US" altLang="zh-CN" baseline="0" dirty="0"/>
              <a:t>, that means J always through A</a:t>
            </a:r>
          </a:p>
          <a:p>
            <a:r>
              <a:rPr lang="en-US" altLang="zh-CN" baseline="0" dirty="0"/>
              <a:t>For the conductor, the current density and drift velocity can be related by this formula, here n is the charge density.</a:t>
            </a:r>
            <a:endParaRPr lang="zh-CN" alt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definition of R, from this two equations, we can derive this one</a:t>
            </a:r>
            <a:r>
              <a:rPr lang="en-US" altLang="zh-CN" baseline="0" dirty="0"/>
              <a:t> for the case that A is uniform for all L, and this L is the length along the current.</a:t>
            </a:r>
          </a:p>
          <a:p>
            <a:r>
              <a:rPr lang="en-US" altLang="zh-CN" dirty="0"/>
              <a:t>For the conductor,</a:t>
            </a:r>
            <a:r>
              <a:rPr lang="en-US" altLang="zh-CN" baseline="0" dirty="0"/>
              <a:t> the resistivity can be describe by those quantities.</a:t>
            </a:r>
          </a:p>
          <a:p>
            <a:r>
              <a:rPr lang="en-US" altLang="zh-CN" baseline="0" dirty="0"/>
              <a:t>Here we say this equation only valid for uniform A along L (or current direction), let’s look an example:</a:t>
            </a:r>
            <a:endParaRPr lang="zh-CN" alt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a:t>
            </a:r>
            <a:r>
              <a:rPr lang="en-US" altLang="zh-CN" baseline="0" dirty="0" smtClean="0"/>
              <a:t> is a cylindrical conductor, for the right one, the current is along this direction, so for each tiny segment dl, A is the same, so we have</a:t>
            </a:r>
          </a:p>
          <a:p>
            <a:r>
              <a:rPr lang="en-US" altLang="zh-CN" baseline="0" dirty="0" smtClean="0"/>
              <a:t>For the left side one, the current is along the radial direction, so for each dl, or we call </a:t>
            </a:r>
            <a:r>
              <a:rPr lang="en-US" altLang="zh-CN" baseline="0" dirty="0" err="1" smtClean="0"/>
              <a:t>dr</a:t>
            </a:r>
            <a:r>
              <a:rPr lang="en-US" altLang="zh-CN" baseline="0" dirty="0" smtClean="0"/>
              <a:t>, the corresponding area is the side face(flank) area of the cylinder, that is 2pirL, as r increases, the A increase, so we have to calculate resistance for each cylindrical shell, and then sum them up. In other word, we have to use integral to calculate R.</a:t>
            </a:r>
            <a:r>
              <a:rPr lang="zh-CN" altLang="en-US" baseline="0" dirty="0" smtClean="0"/>
              <a:t> </a:t>
            </a:r>
            <a:r>
              <a:rPr lang="en-US" altLang="zh-CN" baseline="0" dirty="0" smtClean="0"/>
              <a:t>for the shell with radius r and width </a:t>
            </a:r>
            <a:r>
              <a:rPr lang="en-US" altLang="zh-CN" baseline="0" dirty="0" err="1" smtClean="0"/>
              <a:t>dr</a:t>
            </a:r>
            <a:r>
              <a:rPr lang="en-US" altLang="zh-CN" baseline="0" dirty="0" smtClean="0"/>
              <a:t>, the resistance is:  </a:t>
            </a:r>
          </a:p>
          <a:p>
            <a:r>
              <a:rPr lang="en-US" altLang="zh-CN" baseline="0" dirty="0" smtClean="0"/>
              <a:t>Then we do the integral from the inner shell to out shell, that is from r=a to r=b, then we get the R, it’s big different from this one although for the same conductor.</a:t>
            </a:r>
          </a:p>
        </p:txBody>
      </p:sp>
      <p:sp>
        <p:nvSpPr>
          <p:cNvPr id="4" name="页脚占位符 3"/>
          <p:cNvSpPr>
            <a:spLocks noGrp="1"/>
          </p:cNvSpPr>
          <p:nvPr>
            <p:ph type="ftr" sz="quarter" idx="10"/>
          </p:nvPr>
        </p:nvSpPr>
        <p:spPr/>
        <p:txBody>
          <a:bodyPr/>
          <a:lstStyle/>
          <a:p>
            <a:r>
              <a:rPr lang="en-US" smtClean="0">
                <a:solidFill>
                  <a:prstClr val="black"/>
                </a:solidFill>
              </a:rPr>
              <a:t>ch26-27</a:t>
            </a:r>
            <a:endParaRPr lang="en-US">
              <a:solidFill>
                <a:prstClr val="black"/>
              </a:solidFill>
            </a:endParaRPr>
          </a:p>
        </p:txBody>
      </p:sp>
    </p:spTree>
    <p:extLst>
      <p:ext uri="{BB962C8B-B14F-4D97-AF65-F5344CB8AC3E}">
        <p14:creationId xmlns:p14="http://schemas.microsoft.com/office/powerpoint/2010/main" val="3166660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Junction rule: for a given</a:t>
            </a:r>
            <a:r>
              <a:rPr lang="en-US" altLang="zh-CN" baseline="0" dirty="0"/>
              <a:t> junction, the current into it must be equal to the current out of it.</a:t>
            </a:r>
            <a:endParaRPr lang="zh-CN" alt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baseline="0" dirty="0"/>
              <a:t>Static electric field is a </a:t>
            </a:r>
            <a:r>
              <a:rPr lang="en-US" altLang="zh-CN" sz="1200" b="0" i="0" kern="1200" dirty="0">
                <a:solidFill>
                  <a:schemeClr val="tx1"/>
                </a:solidFill>
                <a:effectLst/>
                <a:latin typeface="+mn-lt"/>
                <a:ea typeface="+mn-ea"/>
                <a:cs typeface="+mn-cs"/>
              </a:rPr>
              <a:t>conservative field,</a:t>
            </a:r>
            <a:r>
              <a:rPr lang="en-US" altLang="zh-CN" sz="1200" b="0" i="0" kern="1200" baseline="0" dirty="0">
                <a:solidFill>
                  <a:schemeClr val="tx1"/>
                </a:solidFill>
                <a:effectLst/>
                <a:latin typeface="+mn-lt"/>
                <a:ea typeface="+mn-ea"/>
                <a:cs typeface="+mn-cs"/>
              </a:rPr>
              <a:t> the integration does not depend on specific route, so we have loop rule: for a close loop, the total change in potential along the loop must be 0.</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baseline="0" dirty="0">
                <a:solidFill>
                  <a:schemeClr val="tx1"/>
                </a:solidFill>
                <a:effectLst/>
                <a:latin typeface="+mn-lt"/>
                <a:ea typeface="+mn-ea"/>
                <a:cs typeface="+mn-cs"/>
              </a:rPr>
              <a:t>Usually, There are three kinds of device in a circuit, for the battery, from lower potential, the negative terminal to higher potential, the positive terminal, the potential increases, so the change in the potential is positive +E</a:t>
            </a:r>
            <a:r>
              <a:rPr lang="zh-CN" altLang="en-US" sz="1200" b="0" i="0" kern="1200" baseline="0" dirty="0">
                <a:solidFill>
                  <a:schemeClr val="tx1"/>
                </a:solidFill>
                <a:effectLst/>
                <a:latin typeface="+mn-lt"/>
                <a:ea typeface="+mn-ea"/>
                <a:cs typeface="+mn-cs"/>
              </a:rPr>
              <a:t>， </a:t>
            </a:r>
            <a:r>
              <a:rPr lang="en-US" altLang="zh-CN" sz="1200" b="0" i="0" kern="1200" baseline="0" dirty="0">
                <a:solidFill>
                  <a:schemeClr val="tx1"/>
                </a:solidFill>
                <a:effectLst/>
                <a:latin typeface="+mn-lt"/>
                <a:ea typeface="+mn-ea"/>
                <a:cs typeface="+mn-cs"/>
              </a:rPr>
              <a:t>for the resistor, along the direction of current, the potential decreases, so if the loop direction is the same as current’s direction, the change in potential is negative and the value is -</a:t>
            </a:r>
            <a:r>
              <a:rPr lang="en-US" altLang="zh-CN" sz="1200" b="0" i="0" kern="1200" baseline="0" dirty="0" err="1">
                <a:solidFill>
                  <a:schemeClr val="tx1"/>
                </a:solidFill>
                <a:effectLst/>
                <a:latin typeface="+mn-lt"/>
                <a:ea typeface="+mn-ea"/>
                <a:cs typeface="+mn-cs"/>
              </a:rPr>
              <a:t>ir.</a:t>
            </a:r>
            <a:r>
              <a:rPr lang="en-US" altLang="zh-CN" sz="1200" b="0" i="0" kern="1200" baseline="0" dirty="0">
                <a:solidFill>
                  <a:schemeClr val="tx1"/>
                </a:solidFill>
                <a:effectLst/>
                <a:latin typeface="+mn-lt"/>
                <a:ea typeface="+mn-ea"/>
                <a:cs typeface="+mn-cs"/>
              </a:rPr>
              <a:t> The potential change depend on the direction of current for a given loop. So before we use loop rule, first, we should assume the current direction. As the figure shows, then we can use loop rule, we start at this point, along the loop and move through e2,, from negative terminal to positive terminal, the potential change is , and then move through r2, along the current, the potential change is negative , and then move through r1, is still –ir1 and then through e1, from positive terminal to negative terminal, potential change is - , then back to starting point, the total change in potential must be 0. we also can write as this:</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baseline="0" dirty="0">
                <a:solidFill>
                  <a:schemeClr val="tx1"/>
                </a:solidFill>
                <a:effectLst/>
                <a:latin typeface="+mn-lt"/>
                <a:ea typeface="+mn-ea"/>
                <a:cs typeface="+mn-cs"/>
              </a:rPr>
              <a:t>Starting from a, the potential is </a:t>
            </a:r>
            <a:r>
              <a:rPr lang="en-US" altLang="zh-CN" sz="1200" b="0" i="0" kern="1200" baseline="0" dirty="0" err="1">
                <a:solidFill>
                  <a:schemeClr val="tx1"/>
                </a:solidFill>
                <a:effectLst/>
                <a:latin typeface="+mn-lt"/>
                <a:ea typeface="+mn-ea"/>
                <a:cs typeface="+mn-cs"/>
              </a:rPr>
              <a:t>Va</a:t>
            </a:r>
            <a:r>
              <a:rPr lang="en-US" altLang="zh-CN" sz="1200" b="0" i="0" kern="1200" baseline="0" dirty="0">
                <a:solidFill>
                  <a:schemeClr val="tx1"/>
                </a:solidFill>
                <a:effectLst/>
                <a:latin typeface="+mn-lt"/>
                <a:ea typeface="+mn-ea"/>
                <a:cs typeface="+mn-cs"/>
              </a:rPr>
              <a:t>, then back to a ,the potential is still </a:t>
            </a:r>
            <a:r>
              <a:rPr lang="en-US" altLang="zh-CN" sz="1200" b="0" i="0" kern="1200" baseline="0" dirty="0" err="1">
                <a:solidFill>
                  <a:schemeClr val="tx1"/>
                </a:solidFill>
                <a:effectLst/>
                <a:latin typeface="+mn-lt"/>
                <a:ea typeface="+mn-ea"/>
                <a:cs typeface="+mn-cs"/>
              </a:rPr>
              <a:t>va</a:t>
            </a:r>
            <a:r>
              <a:rPr lang="en-US" altLang="zh-CN" sz="1200" b="0" i="0" kern="1200" baseline="0" dirty="0">
                <a:solidFill>
                  <a:schemeClr val="tx1"/>
                </a:solidFill>
                <a:effectLst/>
                <a:latin typeface="+mn-lt"/>
                <a:ea typeface="+mn-ea"/>
                <a:cs typeface="+mn-cs"/>
              </a:rPr>
              <a:t> ,so we have:</a:t>
            </a: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b="0" i="0" kern="1200" dirty="0">
              <a:solidFill>
                <a:schemeClr val="tx1"/>
              </a:solidFill>
              <a:effectLst/>
              <a:latin typeface="+mn-lt"/>
              <a:ea typeface="+mn-ea"/>
              <a:cs typeface="+mn-cs"/>
            </a:endParaRPr>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First,</a:t>
            </a:r>
            <a:r>
              <a:rPr lang="en-US" baseline="0" dirty="0"/>
              <a:t> </a:t>
            </a:r>
            <a:r>
              <a:rPr lang="en-US" dirty="0"/>
              <a:t>assume the direction of currents, for</a:t>
            </a:r>
            <a:r>
              <a:rPr lang="en-US" baseline="0" dirty="0"/>
              <a:t> example, like this, use junction rule for junction A. into A from left side i2, into A from right side i3, out of A i1, then we have:</a:t>
            </a:r>
          </a:p>
          <a:p>
            <a:r>
              <a:rPr lang="en-US" baseline="0" dirty="0"/>
              <a:t>i1=i2+i3   (equation 1)</a:t>
            </a:r>
          </a:p>
          <a:p>
            <a:r>
              <a:rPr lang="en-US" baseline="0" dirty="0"/>
              <a:t>Then use loop rule. In this problem, we have three unknown, so we need three equations, we already have one equation, we need another two, so we need choose two loops:</a:t>
            </a:r>
          </a:p>
          <a:p>
            <a:r>
              <a:rPr lang="en-US" baseline="0" dirty="0"/>
              <a:t>choose loop 1 like this:</a:t>
            </a:r>
          </a:p>
          <a:p>
            <a:r>
              <a:rPr lang="en-US" baseline="0" dirty="0"/>
              <a:t>Start from this point, first move through e1,from negative to positive +, and then move through R2, along the direction of current, so potential decrease, -ir1----</a:t>
            </a:r>
          </a:p>
          <a:p>
            <a:endParaRPr lang="en-US" baseline="0" dirty="0"/>
          </a:p>
          <a:p>
            <a:r>
              <a:rPr lang="en-US" baseline="0" dirty="0"/>
              <a:t>Choose loop 2 like this:-----</a:t>
            </a:r>
          </a:p>
          <a:p>
            <a:endParaRPr lang="en-US" baseline="0" dirty="0"/>
          </a:p>
          <a:p>
            <a:r>
              <a:rPr lang="en-US" baseline="0" dirty="0"/>
              <a:t>Then combine these three equations, we can figure out i1,i2 and i3</a:t>
            </a:r>
          </a:p>
          <a:p>
            <a:endParaRPr lang="en-US" baseline="0" dirty="0"/>
          </a:p>
          <a:p>
            <a:r>
              <a:rPr lang="en-US" baseline="0" dirty="0"/>
              <a:t>Start from point A and choose one route to the ground, for example this route:</a:t>
            </a:r>
          </a:p>
          <a:p>
            <a:r>
              <a:rPr lang="en-US" baseline="0" dirty="0"/>
              <a:t>VA-i3r3=0</a:t>
            </a:r>
          </a:p>
          <a:p>
            <a:endParaRPr 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If</a:t>
            </a:r>
            <a:r>
              <a:rPr lang="en-US" baseline="0" dirty="0"/>
              <a:t> here has a battery, then is a charging circuit, first assume the direction of current, and then choose a loop, write the loop equation:</a:t>
            </a:r>
          </a:p>
          <a:p>
            <a:r>
              <a:rPr lang="en-US" baseline="0" dirty="0"/>
              <a:t>And then solve this differential equation, we can get the q and I as a function of time t.</a:t>
            </a:r>
          </a:p>
          <a:p>
            <a:r>
              <a:rPr lang="en-US" baseline="0" dirty="0"/>
              <a:t>When the time t=0, that means just after the switch is closed, q must be equal to the initial q, for example 0 for an uncharged capacitor, and the current must get its largest value</a:t>
            </a:r>
          </a:p>
          <a:p>
            <a:r>
              <a:rPr lang="en-US" baseline="0" dirty="0"/>
              <a:t>When the time goes to infinity, then means the swit</a:t>
            </a:r>
            <a:r>
              <a:rPr lang="en-US" altLang="zh-CN" baseline="0" dirty="0"/>
              <a:t>c</a:t>
            </a:r>
            <a:r>
              <a:rPr lang="en-US" baseline="0" dirty="0"/>
              <a:t>h has been opened for a long time, the capacitor has been fully charged, so the value of charge can not change, q must be a constant , current must be 0. and q=</a:t>
            </a:r>
            <a:r>
              <a:rPr lang="en-US" baseline="0" dirty="0" err="1"/>
              <a:t>cV</a:t>
            </a:r>
            <a:endParaRPr lang="en-US" baseline="0"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Please keep in mind, the I is the current in the circuit,</a:t>
            </a:r>
            <a:r>
              <a:rPr lang="en-US" baseline="0" dirty="0"/>
              <a:t> the q is the charge on the capacitor, for discharging process, q must decrease, that means </a:t>
            </a:r>
            <a:r>
              <a:rPr lang="en-US" baseline="0" dirty="0" err="1"/>
              <a:t>dq</a:t>
            </a:r>
            <a:r>
              <a:rPr lang="en-US" baseline="0" dirty="0"/>
              <a:t>/</a:t>
            </a:r>
            <a:r>
              <a:rPr lang="en-US" baseline="0" dirty="0" err="1"/>
              <a:t>d</a:t>
            </a:r>
            <a:r>
              <a:rPr lang="en-US" altLang="zh-CN" baseline="0" dirty="0" err="1"/>
              <a:t>t</a:t>
            </a:r>
            <a:r>
              <a:rPr lang="en-US" altLang="zh-CN" baseline="0" dirty="0"/>
              <a:t> must be sampler then 0</a:t>
            </a:r>
          </a:p>
          <a:p>
            <a:r>
              <a:rPr lang="en-US" baseline="0" dirty="0"/>
              <a:t>So if you choose I along this direction, so </a:t>
            </a:r>
            <a:r>
              <a:rPr lang="en-US" baseline="0" dirty="0" err="1"/>
              <a:t>i</a:t>
            </a:r>
            <a:r>
              <a:rPr lang="en-US" baseline="0" dirty="0"/>
              <a:t>=</a:t>
            </a:r>
            <a:r>
              <a:rPr lang="en-US" baseline="0" dirty="0" err="1"/>
              <a:t>dq</a:t>
            </a:r>
            <a:r>
              <a:rPr lang="en-US" baseline="0" dirty="0"/>
              <a:t>/</a:t>
            </a:r>
            <a:r>
              <a:rPr lang="en-US" baseline="0" dirty="0" err="1"/>
              <a:t>dt</a:t>
            </a:r>
            <a:r>
              <a:rPr lang="en-US" baseline="0" dirty="0"/>
              <a:t> is indeed smaller then 0, but if you choose this as the direction of the current, then I should be a positive value.</a:t>
            </a:r>
          </a:p>
          <a:p>
            <a:r>
              <a:rPr lang="en-US" baseline="0" dirty="0"/>
              <a:t>At this case, you can guess </a:t>
            </a:r>
            <a:r>
              <a:rPr lang="en-US" baseline="0" dirty="0" err="1"/>
              <a:t>i</a:t>
            </a:r>
            <a:r>
              <a:rPr lang="en-US" baseline="0" dirty="0"/>
              <a:t>=-</a:t>
            </a:r>
            <a:r>
              <a:rPr lang="en-US" baseline="0" dirty="0" err="1"/>
              <a:t>dq</a:t>
            </a:r>
            <a:r>
              <a:rPr lang="en-US" baseline="0" dirty="0"/>
              <a:t>/</a:t>
            </a:r>
            <a:r>
              <a:rPr lang="en-US" baseline="0" dirty="0" err="1"/>
              <a:t>dt</a:t>
            </a:r>
            <a:r>
              <a:rPr lang="en-US" baseline="0" dirty="0"/>
              <a:t>, why, think about it.</a:t>
            </a:r>
            <a:endParaRPr 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Initially, S have been open for a long time, so only e2 charge the capacitor</a:t>
            </a:r>
            <a:r>
              <a:rPr lang="en-US" baseline="0" dirty="0"/>
              <a:t>, and the capacitor can be considered to be fully charged, so </a:t>
            </a:r>
          </a:p>
          <a:p>
            <a:r>
              <a:rPr lang="en-US" baseline="0" dirty="0"/>
              <a:t>Qi= CV=CE2</a:t>
            </a:r>
          </a:p>
          <a:p>
            <a:endParaRPr lang="en-US" baseline="0" dirty="0"/>
          </a:p>
          <a:p>
            <a:r>
              <a:rPr lang="en-US" baseline="0" dirty="0"/>
              <a:t>Finally ,the switch has been closed for a long time, at this case , the e2 charge or discharge to capacitor, and a new balance has been arrived because a long time, so the charge on C does not change, that means the current through C is 0, so the we can simplify the circuit as, and we want to find the potential difference between the terminal.</a:t>
            </a:r>
          </a:p>
          <a:p>
            <a:r>
              <a:rPr lang="en-US" baseline="0" dirty="0"/>
              <a:t>Assume the </a:t>
            </a:r>
            <a:r>
              <a:rPr lang="en-US" baseline="0"/>
              <a:t>current moves along </a:t>
            </a:r>
            <a:r>
              <a:rPr lang="en-US" baseline="0" dirty="0"/>
              <a:t>this way, and then use loop rule to find </a:t>
            </a:r>
            <a:r>
              <a:rPr lang="en-US" baseline="0"/>
              <a:t>its value.</a:t>
            </a:r>
            <a:endParaRPr 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Two</a:t>
            </a:r>
            <a:r>
              <a:rPr lang="en-US" baseline="0" dirty="0"/>
              <a:t> flashes per second, that means one flash per 0.5s, and usually this time contains two times t1, the time need to charge the capacitor from 0v to 75v, and the time need to discharge capacitor, here can be considered as 0, we can omit this time , only t1 needed to be considered</a:t>
            </a:r>
          </a:p>
          <a:p>
            <a:r>
              <a:rPr lang="en-US" baseline="0" dirty="0"/>
              <a:t>For this equation, where t=0.5s, </a:t>
            </a:r>
            <a:r>
              <a:rPr lang="en-US" baseline="0" dirty="0" err="1"/>
              <a:t>Vl</a:t>
            </a:r>
            <a:r>
              <a:rPr lang="en-US" baseline="0" dirty="0"/>
              <a:t>=75V e=95V, find R=?</a:t>
            </a:r>
          </a:p>
          <a:p>
            <a:endParaRPr lang="en-US" baseline="0" dirty="0"/>
          </a:p>
          <a:p>
            <a:endParaRPr lang="en-US" baseline="0" dirty="0"/>
          </a:p>
        </p:txBody>
      </p:sp>
      <p:sp>
        <p:nvSpPr>
          <p:cNvPr id="4" name="页脚占位符 3"/>
          <p:cNvSpPr>
            <a:spLocks noGrp="1"/>
          </p:cNvSpPr>
          <p:nvPr>
            <p:ph type="ftr" sz="quarter" idx="10"/>
          </p:nvPr>
        </p:nvSpPr>
        <p:spPr/>
        <p:txBody>
          <a:bodyPr/>
          <a:lstStyle/>
          <a:p>
            <a:r>
              <a:rPr lang="en-US"/>
              <a:t>ch26-27</a:t>
            </a:r>
          </a:p>
        </p:txBody>
      </p:sp>
    </p:spTree>
    <p:extLst>
      <p:ext uri="{BB962C8B-B14F-4D97-AF65-F5344CB8AC3E}">
        <p14:creationId xmlns:p14="http://schemas.microsoft.com/office/powerpoint/2010/main" val="3267055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页脚占位符 3"/>
          <p:cNvSpPr>
            <a:spLocks noGrp="1"/>
          </p:cNvSpPr>
          <p:nvPr>
            <p:ph type="ftr" sz="quarter" idx="10"/>
          </p:nvPr>
        </p:nvSpPr>
        <p:spPr/>
        <p:txBody>
          <a:bodyPr/>
          <a:lstStyle/>
          <a:p>
            <a:r>
              <a:rPr lang="en-US"/>
              <a:t>ch26-27</a:t>
            </a:r>
          </a:p>
        </p:txBody>
      </p:sp>
    </p:spTree>
    <p:extLst>
      <p:ext uri="{BB962C8B-B14F-4D97-AF65-F5344CB8AC3E}">
        <p14:creationId xmlns:p14="http://schemas.microsoft.com/office/powerpoint/2010/main" val="2786891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页脚占位符 3"/>
          <p:cNvSpPr>
            <a:spLocks noGrp="1"/>
          </p:cNvSpPr>
          <p:nvPr>
            <p:ph type="ftr" sz="quarter" idx="10"/>
          </p:nvPr>
        </p:nvSpPr>
        <p:spPr/>
        <p:txBody>
          <a:bodyPr/>
          <a:lstStyle/>
          <a:p>
            <a:r>
              <a:rPr lang="en-US"/>
              <a:t>ch26-27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3313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3313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76200"/>
            <a:ext cx="2152650" cy="39227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76200"/>
            <a:ext cx="6305550" cy="39227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3313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3313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76200"/>
            <a:ext cx="2152650" cy="39227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76200"/>
            <a:ext cx="6305550" cy="39227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0449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307686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3313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3313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11855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6144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1481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14997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737884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806411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45027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76200"/>
            <a:ext cx="2152650" cy="39227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76200"/>
            <a:ext cx="6305550" cy="39227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0808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76200"/>
            <a:ext cx="85344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0"/>
            <a:r>
              <a:rPr lang="en-US" altLang="zh-CN"/>
              <a:t>Click to edit Master title style</a:t>
            </a:r>
          </a:p>
        </p:txBody>
      </p:sp>
      <p:sp>
        <p:nvSpPr>
          <p:cNvPr id="1027" name="Text Box 4"/>
          <p:cNvSpPr txBox="1">
            <a:spLocks noChangeArrowheads="1"/>
          </p:cNvSpPr>
          <p:nvPr/>
        </p:nvSpPr>
        <p:spPr bwMode="auto">
          <a:xfrm>
            <a:off x="0" y="6613525"/>
            <a:ext cx="9144000" cy="244475"/>
          </a:xfrm>
          <a:prstGeom prst="rect">
            <a:avLst/>
          </a:prstGeom>
          <a:noFill/>
          <a:ln>
            <a:noFill/>
          </a:ln>
          <a:effectLst/>
        </p:spPr>
        <p:txBody>
          <a:bodyPr anchor="b">
            <a:spAutoFit/>
          </a:bodyPr>
          <a:lstStyle>
            <a:lvl1pPr algn="r">
              <a:defRPr sz="2400">
                <a:solidFill>
                  <a:schemeClr val="tx1"/>
                </a:solidFill>
                <a:latin typeface="Arial" panose="020B0604020202020204" pitchFamily="34" charset="0"/>
                <a:ea typeface="MS PGothic" panose="020B0600070205080204" pitchFamily="34" charset="-128"/>
              </a:defRPr>
            </a:lvl1pPr>
            <a:lvl2pPr marL="37931725" indent="-37474525" algn="r">
              <a:defRPr sz="2400">
                <a:solidFill>
                  <a:schemeClr val="tx1"/>
                </a:solidFill>
                <a:latin typeface="Arial" panose="020B0604020202020204" pitchFamily="34" charset="0"/>
                <a:ea typeface="MS PGothic" panose="020B0600070205080204" pitchFamily="34" charset="-128"/>
              </a:defRPr>
            </a:lvl2pPr>
            <a:lvl3pPr>
              <a:defRPr sz="2400">
                <a:solidFill>
                  <a:schemeClr val="tx1"/>
                </a:solidFill>
                <a:latin typeface="Arial" panose="020B0604020202020204" pitchFamily="34" charset="0"/>
                <a:ea typeface="MS PGothic" panose="020B0600070205080204" pitchFamily="34" charset="-128"/>
              </a:defRPr>
            </a:lvl3pPr>
            <a:lvl4pPr>
              <a:defRPr sz="2400">
                <a:solidFill>
                  <a:schemeClr val="tx1"/>
                </a:solidFill>
                <a:latin typeface="Arial" panose="020B0604020202020204" pitchFamily="34" charset="0"/>
                <a:ea typeface="MS PGothic" panose="020B0600070205080204" pitchFamily="34" charset="-128"/>
              </a:defRPr>
            </a:lvl4pPr>
            <a:lvl5pPr>
              <a:defRPr sz="2400">
                <a:solidFill>
                  <a:schemeClr val="tx1"/>
                </a:solidFill>
                <a:latin typeface="Arial" panose="020B060402020202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l" eaLnBrk="0" fontAlgn="base" hangingPunct="0">
              <a:spcBef>
                <a:spcPct val="0"/>
              </a:spcBef>
              <a:spcAft>
                <a:spcPct val="0"/>
              </a:spcAft>
            </a:pPr>
            <a:r>
              <a:rPr lang="en-US" altLang="zh-CN" sz="1000" dirty="0">
                <a:solidFill>
                  <a:srgbClr val="000000"/>
                </a:solidFill>
                <a:latin typeface="Times New Roman" panose="02020603050405020304" pitchFamily="18" charset="0"/>
                <a:ea typeface="宋体" panose="02010600030101010101" pitchFamily="2" charset="-122"/>
              </a:rPr>
              <a:t>   General Physics II, SUSTC                                                                                                                                                                                                                </a:t>
            </a:r>
            <a:r>
              <a:rPr lang="en-US" altLang="zh-CN" sz="1000" dirty="0" err="1">
                <a:solidFill>
                  <a:srgbClr val="000000"/>
                </a:solidFill>
                <a:latin typeface="Times New Roman" panose="02020603050405020304" pitchFamily="18" charset="0"/>
                <a:ea typeface="宋体" panose="02010600030101010101" pitchFamily="2" charset="-122"/>
              </a:rPr>
              <a:t>Ch</a:t>
            </a:r>
            <a:r>
              <a:rPr lang="en-US" altLang="zh-CN" sz="1000" dirty="0">
                <a:solidFill>
                  <a:srgbClr val="000000"/>
                </a:solidFill>
                <a:latin typeface="Times New Roman" panose="02020603050405020304" pitchFamily="18" charset="0"/>
                <a:ea typeface="宋体" panose="02010600030101010101" pitchFamily="2" charset="-122"/>
              </a:rPr>
              <a:t> 26-27  -  </a:t>
            </a:r>
            <a:fld id="{C0E60604-F5AF-4D58-81B3-5329A2BA5166}" type="slidenum">
              <a:rPr lang="en-US" altLang="zh-CN" sz="1000" dirty="0">
                <a:solidFill>
                  <a:srgbClr val="000000"/>
                </a:solidFill>
                <a:latin typeface="Times New Roman" panose="02020603050405020304" pitchFamily="18" charset="0"/>
                <a:ea typeface="宋体" panose="02010600030101010101" pitchFamily="2" charset="-122"/>
              </a:rPr>
              <a:t>‹#›</a:t>
            </a:fld>
            <a:endParaRPr lang="en-US" altLang="zh-CN" sz="1000" dirty="0">
              <a:solidFill>
                <a:srgbClr val="000000"/>
              </a:solidFill>
              <a:latin typeface="Times New Roman" panose="02020603050405020304" pitchFamily="18" charset="0"/>
              <a:ea typeface="宋体" panose="02010600030101010101" pitchFamily="2" charset="-122"/>
            </a:endParaRPr>
          </a:p>
        </p:txBody>
      </p:sp>
      <p:sp>
        <p:nvSpPr>
          <p:cNvPr id="1028" name="Line 5"/>
          <p:cNvSpPr>
            <a:spLocks noChangeShapeType="1"/>
          </p:cNvSpPr>
          <p:nvPr/>
        </p:nvSpPr>
        <p:spPr bwMode="auto">
          <a:xfrm>
            <a:off x="179388" y="6597650"/>
            <a:ext cx="8785225" cy="0"/>
          </a:xfrm>
          <a:prstGeom prst="line">
            <a:avLst/>
          </a:prstGeom>
          <a:noFill/>
          <a:ln w="25400">
            <a:solidFill>
              <a:srgbClr val="00487A"/>
            </a:solidFill>
            <a:round/>
          </a:ln>
          <a:effectLst/>
        </p:spPr>
        <p:txBody>
          <a:bodyPr wrap="none" anchor="ctr"/>
          <a:lstStyle/>
          <a:p>
            <a:pPr algn="r" eaLnBrk="0" fontAlgn="base" hangingPunct="0">
              <a:spcBef>
                <a:spcPct val="0"/>
              </a:spcBef>
              <a:spcAft>
                <a:spcPct val="0"/>
              </a:spcAft>
              <a:defRPr/>
            </a:pPr>
            <a:endParaRPr lang="en-US" sz="2400">
              <a:solidFill>
                <a:srgbClr val="000000"/>
              </a:solidFill>
            </a:endParaRPr>
          </a:p>
        </p:txBody>
      </p:sp>
      <p:sp>
        <p:nvSpPr>
          <p:cNvPr id="1029" name="Line 6"/>
          <p:cNvSpPr>
            <a:spLocks noChangeShapeType="1"/>
          </p:cNvSpPr>
          <p:nvPr/>
        </p:nvSpPr>
        <p:spPr bwMode="auto">
          <a:xfrm>
            <a:off x="179388" y="620713"/>
            <a:ext cx="8785225" cy="0"/>
          </a:xfrm>
          <a:prstGeom prst="line">
            <a:avLst/>
          </a:prstGeom>
          <a:noFill/>
          <a:ln w="50800">
            <a:solidFill>
              <a:srgbClr val="00487A"/>
            </a:solidFill>
            <a:round/>
          </a:ln>
          <a:effectLst/>
        </p:spPr>
        <p:txBody>
          <a:bodyPr wrap="none" anchor="ctr"/>
          <a:lstStyle/>
          <a:p>
            <a:pPr algn="r" eaLnBrk="0" fontAlgn="base" hangingPunct="0">
              <a:spcBef>
                <a:spcPct val="0"/>
              </a:spcBef>
              <a:spcAft>
                <a:spcPct val="0"/>
              </a:spcAft>
              <a:defRPr/>
            </a:pPr>
            <a:endParaRPr lang="en-US" sz="2400">
              <a:solidFill>
                <a:srgbClr val="000000"/>
              </a:solidFill>
            </a:endParaRPr>
          </a:p>
        </p:txBody>
      </p:sp>
      <p:sp>
        <p:nvSpPr>
          <p:cNvPr id="1030" name="Rectangle 9"/>
          <p:cNvSpPr>
            <a:spLocks noGrp="1" noChangeArrowheads="1"/>
          </p:cNvSpPr>
          <p:nvPr>
            <p:ph type="body" idx="1"/>
          </p:nvPr>
        </p:nvSpPr>
        <p:spPr bwMode="auto">
          <a:xfrm>
            <a:off x="228600" y="685800"/>
            <a:ext cx="861060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1"/>
            <a:r>
              <a:rPr lang="en-US" altLang="zh-CN"/>
              <a:t>Click to edit Master text styles</a:t>
            </a:r>
          </a:p>
          <a:p>
            <a:pPr lvl="2"/>
            <a:r>
              <a:rPr lang="en-US" altLang="zh-CN"/>
              <a:t>Second level</a:t>
            </a:r>
          </a:p>
          <a:p>
            <a:pPr lvl="3"/>
            <a:r>
              <a:rPr lang="en-US" altLang="zh-CN"/>
              <a:t>Third level</a:t>
            </a:r>
          </a:p>
          <a:p>
            <a:pPr lvl="4"/>
            <a:r>
              <a:rPr lang="en-US" altLang="zh-CN"/>
              <a:t>Fourth level</a:t>
            </a:r>
          </a:p>
          <a:p>
            <a:pPr lvl="4"/>
            <a:r>
              <a:rPr lang="en-US" altLang="zh-CN"/>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S PGothic" panose="020B0600070205080204" pitchFamily="34" charset="-128"/>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6pPr>
      <a:lvl7pPr marL="13652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7pPr>
      <a:lvl8pPr marL="18224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8pPr>
      <a:lvl9pPr marL="22796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9pPr>
    </p:titleStyle>
    <p:bodyStyle>
      <a:lvl1pPr marL="342900" indent="-342900" algn="l" rtl="0" eaLnBrk="0" fontAlgn="base" hangingPunct="0">
        <a:spcBef>
          <a:spcPct val="45000"/>
        </a:spcBef>
        <a:spcAft>
          <a:spcPct val="20000"/>
        </a:spcAft>
        <a:buClr>
          <a:srgbClr val="0066CC"/>
        </a:buClr>
        <a:defRPr sz="3000">
          <a:solidFill>
            <a:schemeClr val="tx1"/>
          </a:solidFill>
          <a:latin typeface="+mn-lt"/>
          <a:ea typeface="MS PGothic" panose="020B0600070205080204" pitchFamily="34" charset="-128"/>
          <a:cs typeface="+mn-cs"/>
        </a:defRPr>
      </a:lvl1pPr>
      <a:lvl2pPr marL="514350" indent="-400050" algn="l" rtl="0" eaLnBrk="0" fontAlgn="base" hangingPunct="0">
        <a:spcBef>
          <a:spcPct val="45000"/>
        </a:spcBef>
        <a:spcAft>
          <a:spcPct val="20000"/>
        </a:spcAft>
        <a:buClr>
          <a:srgbClr val="D33325"/>
        </a:buClr>
        <a:buFont typeface="Times" pitchFamily="18" charset="0"/>
        <a:buChar char="•"/>
        <a:defRPr sz="3000">
          <a:solidFill>
            <a:schemeClr val="tx1"/>
          </a:solidFill>
          <a:latin typeface="+mj-lt"/>
          <a:ea typeface="MS PGothic" panose="020B0600070205080204" pitchFamily="34" charset="-128"/>
        </a:defRPr>
      </a:lvl2pPr>
      <a:lvl3pPr marL="1254125" indent="-450850" algn="l" rtl="0" eaLnBrk="0" fontAlgn="base" hangingPunct="0">
        <a:spcBef>
          <a:spcPct val="45000"/>
        </a:spcBef>
        <a:spcAft>
          <a:spcPct val="20000"/>
        </a:spcAft>
        <a:buClr>
          <a:srgbClr val="D33325"/>
        </a:buClr>
        <a:buFont typeface="Times New Roman" panose="02020603050405020304" pitchFamily="18" charset="0"/>
        <a:buChar char="–"/>
        <a:defRPr sz="2800">
          <a:solidFill>
            <a:schemeClr val="tx1"/>
          </a:solidFill>
          <a:latin typeface="+mj-lt"/>
          <a:ea typeface="MS PGothic" panose="020B0600070205080204" pitchFamily="34" charset="-128"/>
        </a:defRPr>
      </a:lvl3pPr>
      <a:lvl4pPr marL="1828800" indent="-342900" algn="l" rtl="0" eaLnBrk="0" fontAlgn="base" hangingPunct="0">
        <a:spcBef>
          <a:spcPct val="45000"/>
        </a:spcBef>
        <a:spcAft>
          <a:spcPct val="20000"/>
        </a:spcAft>
        <a:buClr>
          <a:srgbClr val="D33325"/>
        </a:buClr>
        <a:buFont typeface="Times" pitchFamily="18" charset="0"/>
        <a:buChar char="•"/>
        <a:defRPr sz="2600">
          <a:solidFill>
            <a:schemeClr val="tx1"/>
          </a:solidFill>
          <a:latin typeface="+mj-lt"/>
          <a:ea typeface="MS PGothic" panose="020B0600070205080204" pitchFamily="34" charset="-128"/>
        </a:defRPr>
      </a:lvl4pPr>
      <a:lvl5pPr marL="2286000" indent="-335280" algn="l" rtl="0" eaLnBrk="0" fontAlgn="base" hangingPunct="0">
        <a:spcBef>
          <a:spcPct val="45000"/>
        </a:spcBef>
        <a:spcAft>
          <a:spcPct val="20000"/>
        </a:spcAft>
        <a:buClr>
          <a:srgbClr val="D33325"/>
        </a:buClr>
        <a:buFont typeface="Times New Roman" panose="02020603050405020304" pitchFamily="18" charset="0"/>
        <a:buChar char="–"/>
        <a:defRPr sz="2600">
          <a:solidFill>
            <a:schemeClr val="tx1"/>
          </a:solidFill>
          <a:latin typeface="+mj-lt"/>
          <a:ea typeface="MS PGothic" panose="020B0600070205080204" pitchFamily="34" charset="-128"/>
        </a:defRPr>
      </a:lvl5pPr>
      <a:lvl6pPr marL="27432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6pPr>
      <a:lvl7pPr marL="32004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7pPr>
      <a:lvl8pPr marL="36576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8pPr>
      <a:lvl9pPr marL="41148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76200"/>
            <a:ext cx="85344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0"/>
            <a:r>
              <a:rPr lang="en-US" altLang="zh-CN"/>
              <a:t>Click to edit Master title style</a:t>
            </a:r>
          </a:p>
        </p:txBody>
      </p:sp>
      <p:sp>
        <p:nvSpPr>
          <p:cNvPr id="1027" name="Text Box 4"/>
          <p:cNvSpPr txBox="1">
            <a:spLocks noChangeArrowheads="1"/>
          </p:cNvSpPr>
          <p:nvPr/>
        </p:nvSpPr>
        <p:spPr bwMode="auto">
          <a:xfrm>
            <a:off x="0" y="6613525"/>
            <a:ext cx="9144000" cy="244475"/>
          </a:xfrm>
          <a:prstGeom prst="rect">
            <a:avLst/>
          </a:prstGeom>
          <a:noFill/>
          <a:ln>
            <a:noFill/>
          </a:ln>
          <a:effectLst/>
        </p:spPr>
        <p:txBody>
          <a:bodyPr anchor="b">
            <a:spAutoFit/>
          </a:bodyPr>
          <a:lstStyle>
            <a:lvl1pPr algn="r">
              <a:defRPr sz="2400">
                <a:solidFill>
                  <a:schemeClr val="tx1"/>
                </a:solidFill>
                <a:latin typeface="Arial" panose="020B0604020202020204" pitchFamily="34" charset="0"/>
                <a:ea typeface="MS PGothic" panose="020B0600070205080204" pitchFamily="34" charset="-128"/>
              </a:defRPr>
            </a:lvl1pPr>
            <a:lvl2pPr marL="37931725" indent="-37474525" algn="r">
              <a:defRPr sz="2400">
                <a:solidFill>
                  <a:schemeClr val="tx1"/>
                </a:solidFill>
                <a:latin typeface="Arial" panose="020B0604020202020204" pitchFamily="34" charset="0"/>
                <a:ea typeface="MS PGothic" panose="020B0600070205080204" pitchFamily="34" charset="-128"/>
              </a:defRPr>
            </a:lvl2pPr>
            <a:lvl3pPr>
              <a:defRPr sz="2400">
                <a:solidFill>
                  <a:schemeClr val="tx1"/>
                </a:solidFill>
                <a:latin typeface="Arial" panose="020B0604020202020204" pitchFamily="34" charset="0"/>
                <a:ea typeface="MS PGothic" panose="020B0600070205080204" pitchFamily="34" charset="-128"/>
              </a:defRPr>
            </a:lvl3pPr>
            <a:lvl4pPr>
              <a:defRPr sz="2400">
                <a:solidFill>
                  <a:schemeClr val="tx1"/>
                </a:solidFill>
                <a:latin typeface="Arial" panose="020B0604020202020204" pitchFamily="34" charset="0"/>
                <a:ea typeface="MS PGothic" panose="020B0600070205080204" pitchFamily="34" charset="-128"/>
              </a:defRPr>
            </a:lvl4pPr>
            <a:lvl5pPr>
              <a:defRPr sz="2400">
                <a:solidFill>
                  <a:schemeClr val="tx1"/>
                </a:solidFill>
                <a:latin typeface="Arial" panose="020B060402020202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l" eaLnBrk="0" fontAlgn="base" hangingPunct="0">
              <a:spcBef>
                <a:spcPct val="0"/>
              </a:spcBef>
              <a:spcAft>
                <a:spcPct val="0"/>
              </a:spcAft>
            </a:pPr>
            <a:r>
              <a:rPr lang="en-US" altLang="zh-CN" sz="1000" dirty="0">
                <a:solidFill>
                  <a:srgbClr val="000000"/>
                </a:solidFill>
                <a:latin typeface="Times New Roman" panose="02020603050405020304" pitchFamily="18" charset="0"/>
                <a:ea typeface="宋体" panose="02010600030101010101" pitchFamily="2" charset="-122"/>
              </a:rPr>
              <a:t>   General Physics II, SUSTC                                                                                                                                                                                                                </a:t>
            </a:r>
            <a:r>
              <a:rPr lang="en-US" altLang="zh-CN" sz="1000" dirty="0" err="1">
                <a:solidFill>
                  <a:srgbClr val="000000"/>
                </a:solidFill>
                <a:latin typeface="Times New Roman" panose="02020603050405020304" pitchFamily="18" charset="0"/>
                <a:ea typeface="宋体" panose="02010600030101010101" pitchFamily="2" charset="-122"/>
              </a:rPr>
              <a:t>Ch</a:t>
            </a:r>
            <a:r>
              <a:rPr lang="en-US" altLang="zh-CN" sz="1000" dirty="0">
                <a:solidFill>
                  <a:srgbClr val="000000"/>
                </a:solidFill>
                <a:latin typeface="Times New Roman" panose="02020603050405020304" pitchFamily="18" charset="0"/>
                <a:ea typeface="宋体" panose="02010600030101010101" pitchFamily="2" charset="-122"/>
              </a:rPr>
              <a:t> 25  -  </a:t>
            </a:r>
            <a:fld id="{C0E60604-F5AF-4D58-81B3-5329A2BA5166}" type="slidenum">
              <a:rPr lang="en-US" altLang="zh-CN" sz="1000" dirty="0">
                <a:solidFill>
                  <a:srgbClr val="000000"/>
                </a:solidFill>
                <a:latin typeface="Times New Roman" panose="02020603050405020304" pitchFamily="18" charset="0"/>
                <a:ea typeface="宋体" panose="02010600030101010101" pitchFamily="2" charset="-122"/>
              </a:rPr>
              <a:t>‹#›</a:t>
            </a:fld>
            <a:endParaRPr lang="en-US" altLang="zh-CN" sz="1000" dirty="0">
              <a:solidFill>
                <a:srgbClr val="000000"/>
              </a:solidFill>
              <a:latin typeface="Times New Roman" panose="02020603050405020304" pitchFamily="18" charset="0"/>
              <a:ea typeface="宋体" panose="02010600030101010101" pitchFamily="2" charset="-122"/>
            </a:endParaRPr>
          </a:p>
        </p:txBody>
      </p:sp>
      <p:sp>
        <p:nvSpPr>
          <p:cNvPr id="1028" name="Line 5"/>
          <p:cNvSpPr>
            <a:spLocks noChangeShapeType="1"/>
          </p:cNvSpPr>
          <p:nvPr/>
        </p:nvSpPr>
        <p:spPr bwMode="auto">
          <a:xfrm>
            <a:off x="179388" y="6597650"/>
            <a:ext cx="8785225" cy="0"/>
          </a:xfrm>
          <a:prstGeom prst="line">
            <a:avLst/>
          </a:prstGeom>
          <a:noFill/>
          <a:ln w="25400">
            <a:solidFill>
              <a:srgbClr val="00487A"/>
            </a:solidFill>
            <a:round/>
          </a:ln>
          <a:effectLst/>
        </p:spPr>
        <p:txBody>
          <a:bodyPr wrap="none" anchor="ctr"/>
          <a:lstStyle/>
          <a:p>
            <a:pPr algn="r" eaLnBrk="0" fontAlgn="base" hangingPunct="0">
              <a:spcBef>
                <a:spcPct val="0"/>
              </a:spcBef>
              <a:spcAft>
                <a:spcPct val="0"/>
              </a:spcAft>
              <a:defRPr/>
            </a:pPr>
            <a:endParaRPr lang="en-US" sz="2400">
              <a:solidFill>
                <a:srgbClr val="000000"/>
              </a:solidFill>
            </a:endParaRPr>
          </a:p>
        </p:txBody>
      </p:sp>
      <p:sp>
        <p:nvSpPr>
          <p:cNvPr id="1029" name="Line 6"/>
          <p:cNvSpPr>
            <a:spLocks noChangeShapeType="1"/>
          </p:cNvSpPr>
          <p:nvPr/>
        </p:nvSpPr>
        <p:spPr bwMode="auto">
          <a:xfrm>
            <a:off x="179388" y="620713"/>
            <a:ext cx="8785225" cy="0"/>
          </a:xfrm>
          <a:prstGeom prst="line">
            <a:avLst/>
          </a:prstGeom>
          <a:noFill/>
          <a:ln w="50800">
            <a:solidFill>
              <a:srgbClr val="00487A"/>
            </a:solidFill>
            <a:round/>
          </a:ln>
          <a:effectLst/>
        </p:spPr>
        <p:txBody>
          <a:bodyPr wrap="none" anchor="ctr"/>
          <a:lstStyle/>
          <a:p>
            <a:pPr algn="r" eaLnBrk="0" fontAlgn="base" hangingPunct="0">
              <a:spcBef>
                <a:spcPct val="0"/>
              </a:spcBef>
              <a:spcAft>
                <a:spcPct val="0"/>
              </a:spcAft>
              <a:defRPr/>
            </a:pPr>
            <a:endParaRPr lang="en-US" sz="2400">
              <a:solidFill>
                <a:srgbClr val="000000"/>
              </a:solidFill>
            </a:endParaRPr>
          </a:p>
        </p:txBody>
      </p:sp>
      <p:sp>
        <p:nvSpPr>
          <p:cNvPr id="1030" name="Rectangle 9"/>
          <p:cNvSpPr>
            <a:spLocks noGrp="1" noChangeArrowheads="1"/>
          </p:cNvSpPr>
          <p:nvPr>
            <p:ph type="body" idx="1"/>
          </p:nvPr>
        </p:nvSpPr>
        <p:spPr bwMode="auto">
          <a:xfrm>
            <a:off x="228600" y="685800"/>
            <a:ext cx="861060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1"/>
            <a:r>
              <a:rPr lang="en-US" altLang="zh-CN"/>
              <a:t>Click to edit Master text styles</a:t>
            </a:r>
          </a:p>
          <a:p>
            <a:pPr lvl="2"/>
            <a:r>
              <a:rPr lang="en-US" altLang="zh-CN"/>
              <a:t>Second level</a:t>
            </a:r>
          </a:p>
          <a:p>
            <a:pPr lvl="3"/>
            <a:r>
              <a:rPr lang="en-US" altLang="zh-CN"/>
              <a:t>Third level</a:t>
            </a:r>
          </a:p>
          <a:p>
            <a:pPr lvl="4"/>
            <a:r>
              <a:rPr lang="en-US" altLang="zh-CN"/>
              <a:t>Fourth level</a:t>
            </a:r>
          </a:p>
          <a:p>
            <a:pPr lvl="4"/>
            <a:r>
              <a:rPr lang="en-US" altLang="zh-CN"/>
              <a:t>Fifth level</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dt="0"/>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S PGothic" panose="020B0600070205080204" pitchFamily="34" charset="-128"/>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6pPr>
      <a:lvl7pPr marL="13652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7pPr>
      <a:lvl8pPr marL="18224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8pPr>
      <a:lvl9pPr marL="2279650" indent="-450850" algn="l" rtl="0" fontAlgn="base">
        <a:lnSpc>
          <a:spcPct val="90000"/>
        </a:lnSpc>
        <a:spcBef>
          <a:spcPct val="0"/>
        </a:spcBef>
        <a:spcAft>
          <a:spcPct val="0"/>
        </a:spcAft>
        <a:defRPr sz="3000" b="1">
          <a:solidFill>
            <a:srgbClr val="D33325"/>
          </a:solidFill>
          <a:latin typeface="Times New Roman" panose="02020603050405020304" pitchFamily="18" charset="0"/>
        </a:defRPr>
      </a:lvl9pPr>
    </p:titleStyle>
    <p:bodyStyle>
      <a:lvl1pPr marL="342900" indent="-342900" algn="l" rtl="0" eaLnBrk="0" fontAlgn="base" hangingPunct="0">
        <a:spcBef>
          <a:spcPct val="45000"/>
        </a:spcBef>
        <a:spcAft>
          <a:spcPct val="20000"/>
        </a:spcAft>
        <a:buClr>
          <a:srgbClr val="0066CC"/>
        </a:buClr>
        <a:defRPr sz="3000">
          <a:solidFill>
            <a:schemeClr val="tx1"/>
          </a:solidFill>
          <a:latin typeface="+mn-lt"/>
          <a:ea typeface="MS PGothic" panose="020B0600070205080204" pitchFamily="34" charset="-128"/>
          <a:cs typeface="+mn-cs"/>
        </a:defRPr>
      </a:lvl1pPr>
      <a:lvl2pPr marL="514350" indent="-400050" algn="l" rtl="0" eaLnBrk="0" fontAlgn="base" hangingPunct="0">
        <a:spcBef>
          <a:spcPct val="45000"/>
        </a:spcBef>
        <a:spcAft>
          <a:spcPct val="20000"/>
        </a:spcAft>
        <a:buClr>
          <a:srgbClr val="D33325"/>
        </a:buClr>
        <a:buFont typeface="Times" pitchFamily="18" charset="0"/>
        <a:buChar char="•"/>
        <a:defRPr sz="3000">
          <a:solidFill>
            <a:schemeClr val="tx1"/>
          </a:solidFill>
          <a:latin typeface="+mj-lt"/>
          <a:ea typeface="MS PGothic" panose="020B0600070205080204" pitchFamily="34" charset="-128"/>
        </a:defRPr>
      </a:lvl2pPr>
      <a:lvl3pPr marL="1254125" indent="-450850" algn="l" rtl="0" eaLnBrk="0" fontAlgn="base" hangingPunct="0">
        <a:spcBef>
          <a:spcPct val="45000"/>
        </a:spcBef>
        <a:spcAft>
          <a:spcPct val="20000"/>
        </a:spcAft>
        <a:buClr>
          <a:srgbClr val="D33325"/>
        </a:buClr>
        <a:buFont typeface="Times New Roman" panose="02020603050405020304" pitchFamily="18" charset="0"/>
        <a:buChar char="–"/>
        <a:defRPr sz="2800">
          <a:solidFill>
            <a:schemeClr val="tx1"/>
          </a:solidFill>
          <a:latin typeface="+mj-lt"/>
          <a:ea typeface="MS PGothic" panose="020B0600070205080204" pitchFamily="34" charset="-128"/>
        </a:defRPr>
      </a:lvl3pPr>
      <a:lvl4pPr marL="1828800" indent="-342900" algn="l" rtl="0" eaLnBrk="0" fontAlgn="base" hangingPunct="0">
        <a:spcBef>
          <a:spcPct val="45000"/>
        </a:spcBef>
        <a:spcAft>
          <a:spcPct val="20000"/>
        </a:spcAft>
        <a:buClr>
          <a:srgbClr val="D33325"/>
        </a:buClr>
        <a:buFont typeface="Times" pitchFamily="18" charset="0"/>
        <a:buChar char="•"/>
        <a:defRPr sz="2600">
          <a:solidFill>
            <a:schemeClr val="tx1"/>
          </a:solidFill>
          <a:latin typeface="+mj-lt"/>
          <a:ea typeface="MS PGothic" panose="020B0600070205080204" pitchFamily="34" charset="-128"/>
        </a:defRPr>
      </a:lvl4pPr>
      <a:lvl5pPr marL="2286000" indent="-335280" algn="l" rtl="0" eaLnBrk="0" fontAlgn="base" hangingPunct="0">
        <a:spcBef>
          <a:spcPct val="45000"/>
        </a:spcBef>
        <a:spcAft>
          <a:spcPct val="20000"/>
        </a:spcAft>
        <a:buClr>
          <a:srgbClr val="D33325"/>
        </a:buClr>
        <a:buFont typeface="Times New Roman" panose="02020603050405020304" pitchFamily="18" charset="0"/>
        <a:buChar char="–"/>
        <a:defRPr sz="2600">
          <a:solidFill>
            <a:schemeClr val="tx1"/>
          </a:solidFill>
          <a:latin typeface="+mj-lt"/>
          <a:ea typeface="MS PGothic" panose="020B0600070205080204" pitchFamily="34" charset="-128"/>
        </a:defRPr>
      </a:lvl5pPr>
      <a:lvl6pPr marL="27432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6pPr>
      <a:lvl7pPr marL="32004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7pPr>
      <a:lvl8pPr marL="36576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8pPr>
      <a:lvl9pPr marL="4114800" indent="-335280" algn="l" rtl="0" fontAlgn="base">
        <a:spcBef>
          <a:spcPct val="45000"/>
        </a:spcBef>
        <a:spcAft>
          <a:spcPct val="20000"/>
        </a:spcAft>
        <a:buClr>
          <a:srgbClr val="D33325"/>
        </a:buClr>
        <a:buFont typeface="Times New Roman" panose="02020603050405020304" pitchFamily="18" charset="0"/>
        <a:buChar char="–"/>
        <a:defRPr sz="26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76200"/>
            <a:ext cx="85344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zh-CN"/>
              <a:t>Click to edit Master title style</a:t>
            </a:r>
          </a:p>
        </p:txBody>
      </p:sp>
      <p:sp>
        <p:nvSpPr>
          <p:cNvPr id="1027" name="Text Box 4"/>
          <p:cNvSpPr txBox="1">
            <a:spLocks noChangeArrowheads="1"/>
          </p:cNvSpPr>
          <p:nvPr/>
        </p:nvSpPr>
        <p:spPr bwMode="auto">
          <a:xfrm>
            <a:off x="0" y="6613525"/>
            <a:ext cx="9144000" cy="244475"/>
          </a:xfrm>
          <a:prstGeom prst="rect">
            <a:avLst/>
          </a:prstGeom>
          <a:noFill/>
          <a:ln>
            <a:noFill/>
          </a:ln>
          <a:effectLst/>
        </p:spPr>
        <p:txBody>
          <a:bodyPr anchor="b">
            <a:spAutoFit/>
          </a:bodyPr>
          <a:lstStyle>
            <a:lvl1pPr algn="r">
              <a:defRPr sz="2400">
                <a:solidFill>
                  <a:schemeClr val="tx1"/>
                </a:solidFill>
                <a:latin typeface="Arial" charset="0"/>
                <a:ea typeface="MS PGothic" pitchFamily="34" charset="-128"/>
              </a:defRPr>
            </a:lvl1pPr>
            <a:lvl2pPr marL="37931725" indent="-37474525" algn="r">
              <a:defRPr sz="2400">
                <a:solidFill>
                  <a:schemeClr val="tx1"/>
                </a:solidFill>
                <a:latin typeface="Arial" charset="0"/>
                <a:ea typeface="MS PGothic" pitchFamily="34" charset="-128"/>
              </a:defRPr>
            </a:lvl2pPr>
            <a:lvl3pPr>
              <a:defRPr sz="2400">
                <a:solidFill>
                  <a:schemeClr val="tx1"/>
                </a:solidFill>
                <a:latin typeface="Arial" charset="0"/>
                <a:ea typeface="MS PGothic" pitchFamily="34" charset="-128"/>
              </a:defRPr>
            </a:lvl3pPr>
            <a:lvl4pPr>
              <a:defRPr sz="2400">
                <a:solidFill>
                  <a:schemeClr val="tx1"/>
                </a:solidFill>
                <a:latin typeface="Arial" charset="0"/>
                <a:ea typeface="MS PGothic" pitchFamily="34" charset="-128"/>
              </a:defRPr>
            </a:lvl4pPr>
            <a:lvl5pPr>
              <a:defRPr sz="2400">
                <a:solidFill>
                  <a:schemeClr val="tx1"/>
                </a:solidFill>
                <a:latin typeface="Arial" charset="0"/>
                <a:ea typeface="MS PGothic" pitchFamily="34" charset="-128"/>
              </a:defRPr>
            </a:lvl5pPr>
            <a:lvl6pPr marL="457200" eaLnBrk="0" fontAlgn="base" hangingPunct="0">
              <a:spcBef>
                <a:spcPct val="0"/>
              </a:spcBef>
              <a:spcAft>
                <a:spcPct val="0"/>
              </a:spcAft>
              <a:defRPr sz="2400">
                <a:solidFill>
                  <a:schemeClr val="tx1"/>
                </a:solidFill>
                <a:latin typeface="Arial" charset="0"/>
                <a:ea typeface="MS PGothic" pitchFamily="34" charset="-128"/>
              </a:defRPr>
            </a:lvl6pPr>
            <a:lvl7pPr marL="914400" eaLnBrk="0" fontAlgn="base" hangingPunct="0">
              <a:spcBef>
                <a:spcPct val="0"/>
              </a:spcBef>
              <a:spcAft>
                <a:spcPct val="0"/>
              </a:spcAft>
              <a:defRPr sz="2400">
                <a:solidFill>
                  <a:schemeClr val="tx1"/>
                </a:solidFill>
                <a:latin typeface="Arial" charset="0"/>
                <a:ea typeface="MS PGothic" pitchFamily="34" charset="-128"/>
              </a:defRPr>
            </a:lvl7pPr>
            <a:lvl8pPr marL="1371600" eaLnBrk="0" fontAlgn="base" hangingPunct="0">
              <a:spcBef>
                <a:spcPct val="0"/>
              </a:spcBef>
              <a:spcAft>
                <a:spcPct val="0"/>
              </a:spcAft>
              <a:defRPr sz="2400">
                <a:solidFill>
                  <a:schemeClr val="tx1"/>
                </a:solidFill>
                <a:latin typeface="Arial" charset="0"/>
                <a:ea typeface="MS PGothic" pitchFamily="34" charset="-128"/>
              </a:defRPr>
            </a:lvl8pPr>
            <a:lvl9pPr marL="1828800" eaLnBrk="0" fontAlgn="base" hangingPunct="0">
              <a:spcBef>
                <a:spcPct val="0"/>
              </a:spcBef>
              <a:spcAft>
                <a:spcPct val="0"/>
              </a:spcAft>
              <a:defRPr sz="2400">
                <a:solidFill>
                  <a:schemeClr val="tx1"/>
                </a:solidFill>
                <a:latin typeface="Arial" charset="0"/>
                <a:ea typeface="MS PGothic" pitchFamily="34" charset="-128"/>
              </a:defRPr>
            </a:lvl9pPr>
          </a:lstStyle>
          <a:p>
            <a:pPr algn="l" eaLnBrk="0" fontAlgn="base" hangingPunct="0">
              <a:spcBef>
                <a:spcPct val="0"/>
              </a:spcBef>
              <a:spcAft>
                <a:spcPct val="0"/>
              </a:spcAft>
            </a:pPr>
            <a:r>
              <a:rPr lang="en-US" altLang="zh-CN" sz="1000" dirty="0">
                <a:solidFill>
                  <a:srgbClr val="000000"/>
                </a:solidFill>
                <a:latin typeface="Times New Roman" pitchFamily="18" charset="0"/>
                <a:ea typeface="宋体" pitchFamily="2" charset="-122"/>
              </a:rPr>
              <a:t>   General Physics II, SUSTC                                                                                                                                                                                                                </a:t>
            </a:r>
            <a:r>
              <a:rPr lang="en-US" altLang="zh-CN" sz="1000" dirty="0" err="1">
                <a:solidFill>
                  <a:srgbClr val="000000"/>
                </a:solidFill>
                <a:latin typeface="Times New Roman" pitchFamily="18" charset="0"/>
                <a:ea typeface="宋体" pitchFamily="2" charset="-122"/>
              </a:rPr>
              <a:t>Ch</a:t>
            </a:r>
            <a:r>
              <a:rPr lang="en-US" altLang="zh-CN" sz="1000" dirty="0">
                <a:solidFill>
                  <a:srgbClr val="000000"/>
                </a:solidFill>
                <a:latin typeface="Times New Roman" pitchFamily="18" charset="0"/>
                <a:ea typeface="宋体" pitchFamily="2" charset="-122"/>
              </a:rPr>
              <a:t> 26-27  -  </a:t>
            </a:r>
            <a:fld id="{C0E60604-F5AF-4D58-81B3-5329A2BA5166}" type="slidenum">
              <a:rPr lang="en-US" altLang="zh-CN" sz="1000">
                <a:solidFill>
                  <a:srgbClr val="000000"/>
                </a:solidFill>
                <a:latin typeface="Times New Roman" pitchFamily="18" charset="0"/>
                <a:ea typeface="宋体" pitchFamily="2" charset="-122"/>
              </a:rPr>
              <a:pPr algn="l" eaLnBrk="0" fontAlgn="base" hangingPunct="0">
                <a:spcBef>
                  <a:spcPct val="0"/>
                </a:spcBef>
                <a:spcAft>
                  <a:spcPct val="0"/>
                </a:spcAft>
              </a:pPr>
              <a:t>‹#›</a:t>
            </a:fld>
            <a:endParaRPr lang="en-US" altLang="zh-CN" sz="1000" dirty="0">
              <a:solidFill>
                <a:srgbClr val="000000"/>
              </a:solidFill>
              <a:latin typeface="Times New Roman" pitchFamily="18" charset="0"/>
              <a:ea typeface="宋体" pitchFamily="2" charset="-122"/>
            </a:endParaRPr>
          </a:p>
        </p:txBody>
      </p:sp>
      <p:sp>
        <p:nvSpPr>
          <p:cNvPr id="1028" name="Line 5"/>
          <p:cNvSpPr>
            <a:spLocks noChangeShapeType="1"/>
          </p:cNvSpPr>
          <p:nvPr/>
        </p:nvSpPr>
        <p:spPr bwMode="auto">
          <a:xfrm>
            <a:off x="179388" y="6597650"/>
            <a:ext cx="8785225" cy="0"/>
          </a:xfrm>
          <a:prstGeom prst="line">
            <a:avLst/>
          </a:prstGeom>
          <a:noFill/>
          <a:ln w="25400">
            <a:solidFill>
              <a:srgbClr val="00487A"/>
            </a:solidFill>
            <a:round/>
            <a:headEnd/>
            <a:tailEnd/>
          </a:ln>
          <a:effectLst/>
        </p:spPr>
        <p:txBody>
          <a:bodyPr wrap="none" anchor="ctr"/>
          <a:lstStyle/>
          <a:p>
            <a:pPr algn="r" eaLnBrk="0" fontAlgn="base" hangingPunct="0">
              <a:spcBef>
                <a:spcPct val="0"/>
              </a:spcBef>
              <a:spcAft>
                <a:spcPct val="0"/>
              </a:spcAft>
              <a:defRPr/>
            </a:pPr>
            <a:endParaRPr lang="en-US" sz="2400">
              <a:solidFill>
                <a:srgbClr val="000000"/>
              </a:solidFill>
            </a:endParaRPr>
          </a:p>
        </p:txBody>
      </p:sp>
      <p:sp>
        <p:nvSpPr>
          <p:cNvPr id="1029" name="Line 6"/>
          <p:cNvSpPr>
            <a:spLocks noChangeShapeType="1"/>
          </p:cNvSpPr>
          <p:nvPr/>
        </p:nvSpPr>
        <p:spPr bwMode="auto">
          <a:xfrm>
            <a:off x="179388" y="620713"/>
            <a:ext cx="8785225" cy="0"/>
          </a:xfrm>
          <a:prstGeom prst="line">
            <a:avLst/>
          </a:prstGeom>
          <a:noFill/>
          <a:ln w="50800">
            <a:solidFill>
              <a:srgbClr val="00487A"/>
            </a:solidFill>
            <a:round/>
            <a:headEnd/>
            <a:tailEnd/>
          </a:ln>
          <a:effectLst/>
        </p:spPr>
        <p:txBody>
          <a:bodyPr wrap="none" anchor="ctr"/>
          <a:lstStyle/>
          <a:p>
            <a:pPr algn="r" eaLnBrk="0" fontAlgn="base" hangingPunct="0">
              <a:spcBef>
                <a:spcPct val="0"/>
              </a:spcBef>
              <a:spcAft>
                <a:spcPct val="0"/>
              </a:spcAft>
              <a:defRPr/>
            </a:pPr>
            <a:endParaRPr lang="en-US" sz="2400">
              <a:solidFill>
                <a:srgbClr val="000000"/>
              </a:solidFill>
            </a:endParaRPr>
          </a:p>
        </p:txBody>
      </p:sp>
      <p:sp>
        <p:nvSpPr>
          <p:cNvPr id="1030" name="Rectangle 9"/>
          <p:cNvSpPr>
            <a:spLocks noGrp="1" noChangeArrowheads="1"/>
          </p:cNvSpPr>
          <p:nvPr>
            <p:ph type="body" idx="1"/>
          </p:nvPr>
        </p:nvSpPr>
        <p:spPr bwMode="auto">
          <a:xfrm>
            <a:off x="228600" y="685800"/>
            <a:ext cx="861060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1"/>
            <a:r>
              <a:rPr lang="en-US" altLang="zh-CN"/>
              <a:t>Click to edit Master text styles</a:t>
            </a:r>
          </a:p>
          <a:p>
            <a:pPr lvl="2"/>
            <a:r>
              <a:rPr lang="en-US" altLang="zh-CN"/>
              <a:t>Second level</a:t>
            </a:r>
          </a:p>
          <a:p>
            <a:pPr lvl="3"/>
            <a:r>
              <a:rPr lang="en-US" altLang="zh-CN"/>
              <a:t>Third level</a:t>
            </a:r>
          </a:p>
          <a:p>
            <a:pPr lvl="4"/>
            <a:r>
              <a:rPr lang="en-US" altLang="zh-CN"/>
              <a:t>Fourth level</a:t>
            </a:r>
          </a:p>
          <a:p>
            <a:pPr lvl="4"/>
            <a:r>
              <a:rPr lang="en-US" altLang="zh-CN"/>
              <a:t>Fifth level</a:t>
            </a:r>
          </a:p>
        </p:txBody>
      </p:sp>
    </p:spTree>
    <p:extLst>
      <p:ext uri="{BB962C8B-B14F-4D97-AF65-F5344CB8AC3E}">
        <p14:creationId xmlns:p14="http://schemas.microsoft.com/office/powerpoint/2010/main" val="144046219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dt="0"/>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S PGothic" pitchFamily="34" charset="-128"/>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charset="0"/>
          <a:ea typeface="MS PGothic"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charset="0"/>
          <a:ea typeface="MS PGothic"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charset="0"/>
          <a:ea typeface="MS PGothic"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charset="0"/>
          <a:ea typeface="MS PGothic" pitchFamily="34" charset="-128"/>
        </a:defRPr>
      </a:lvl5pPr>
      <a:lvl6pPr marL="908050" indent="-450850" algn="l" rtl="0" fontAlgn="base">
        <a:lnSpc>
          <a:spcPct val="90000"/>
        </a:lnSpc>
        <a:spcBef>
          <a:spcPct val="0"/>
        </a:spcBef>
        <a:spcAft>
          <a:spcPct val="0"/>
        </a:spcAft>
        <a:defRPr sz="3000" b="1">
          <a:solidFill>
            <a:srgbClr val="D33325"/>
          </a:solidFill>
          <a:latin typeface="Times New Roman" charset="0"/>
        </a:defRPr>
      </a:lvl6pPr>
      <a:lvl7pPr marL="1365250" indent="-450850" algn="l" rtl="0" fontAlgn="base">
        <a:lnSpc>
          <a:spcPct val="90000"/>
        </a:lnSpc>
        <a:spcBef>
          <a:spcPct val="0"/>
        </a:spcBef>
        <a:spcAft>
          <a:spcPct val="0"/>
        </a:spcAft>
        <a:defRPr sz="3000" b="1">
          <a:solidFill>
            <a:srgbClr val="D33325"/>
          </a:solidFill>
          <a:latin typeface="Times New Roman" charset="0"/>
        </a:defRPr>
      </a:lvl7pPr>
      <a:lvl8pPr marL="1822450" indent="-450850" algn="l" rtl="0" fontAlgn="base">
        <a:lnSpc>
          <a:spcPct val="90000"/>
        </a:lnSpc>
        <a:spcBef>
          <a:spcPct val="0"/>
        </a:spcBef>
        <a:spcAft>
          <a:spcPct val="0"/>
        </a:spcAft>
        <a:defRPr sz="3000" b="1">
          <a:solidFill>
            <a:srgbClr val="D33325"/>
          </a:solidFill>
          <a:latin typeface="Times New Roman" charset="0"/>
        </a:defRPr>
      </a:lvl8pPr>
      <a:lvl9pPr marL="2279650" indent="-450850" algn="l" rtl="0" fontAlgn="base">
        <a:lnSpc>
          <a:spcPct val="90000"/>
        </a:lnSpc>
        <a:spcBef>
          <a:spcPct val="0"/>
        </a:spcBef>
        <a:spcAft>
          <a:spcPct val="0"/>
        </a:spcAft>
        <a:defRPr sz="3000" b="1">
          <a:solidFill>
            <a:srgbClr val="D33325"/>
          </a:solidFill>
          <a:latin typeface="Times New Roman" charset="0"/>
        </a:defRPr>
      </a:lvl9pPr>
    </p:titleStyle>
    <p:bodyStyle>
      <a:lvl1pPr marL="342900" indent="-342900" algn="l" rtl="0" eaLnBrk="0" fontAlgn="base" hangingPunct="0">
        <a:spcBef>
          <a:spcPct val="45000"/>
        </a:spcBef>
        <a:spcAft>
          <a:spcPct val="20000"/>
        </a:spcAft>
        <a:buClr>
          <a:srgbClr val="0066CC"/>
        </a:buClr>
        <a:defRPr sz="3000">
          <a:solidFill>
            <a:schemeClr val="tx1"/>
          </a:solidFill>
          <a:latin typeface="+mn-lt"/>
          <a:ea typeface="MS PGothic" pitchFamily="34" charset="-128"/>
          <a:cs typeface="+mn-cs"/>
        </a:defRPr>
      </a:lvl1pPr>
      <a:lvl2pPr marL="514350" indent="-400050" algn="l" rtl="0" eaLnBrk="0" fontAlgn="base" hangingPunct="0">
        <a:spcBef>
          <a:spcPct val="45000"/>
        </a:spcBef>
        <a:spcAft>
          <a:spcPct val="20000"/>
        </a:spcAft>
        <a:buClr>
          <a:srgbClr val="D33325"/>
        </a:buClr>
        <a:buFont typeface="Times" pitchFamily="18" charset="0"/>
        <a:buChar char="•"/>
        <a:defRPr sz="3000">
          <a:solidFill>
            <a:schemeClr val="tx1"/>
          </a:solidFill>
          <a:latin typeface="+mj-lt"/>
          <a:ea typeface="MS PGothic" pitchFamily="34" charset="-128"/>
        </a:defRPr>
      </a:lvl2pPr>
      <a:lvl3pPr marL="1254125" indent="-450850" algn="l" rtl="0" eaLnBrk="0" fontAlgn="base" hangingPunct="0">
        <a:spcBef>
          <a:spcPct val="45000"/>
        </a:spcBef>
        <a:spcAft>
          <a:spcPct val="20000"/>
        </a:spcAft>
        <a:buClr>
          <a:srgbClr val="D33325"/>
        </a:buClr>
        <a:buFont typeface="Times New Roman" pitchFamily="18" charset="0"/>
        <a:buChar char="–"/>
        <a:defRPr sz="2800">
          <a:solidFill>
            <a:schemeClr val="tx1"/>
          </a:solidFill>
          <a:latin typeface="+mj-lt"/>
          <a:ea typeface="MS PGothic" pitchFamily="34" charset="-128"/>
        </a:defRPr>
      </a:lvl3pPr>
      <a:lvl4pPr marL="1828800" indent="-342900" algn="l" rtl="0" eaLnBrk="0" fontAlgn="base" hangingPunct="0">
        <a:spcBef>
          <a:spcPct val="45000"/>
        </a:spcBef>
        <a:spcAft>
          <a:spcPct val="20000"/>
        </a:spcAft>
        <a:buClr>
          <a:srgbClr val="D33325"/>
        </a:buClr>
        <a:buFont typeface="Times" pitchFamily="18" charset="0"/>
        <a:buChar char="•"/>
        <a:defRPr sz="2600">
          <a:solidFill>
            <a:schemeClr val="tx1"/>
          </a:solidFill>
          <a:latin typeface="+mj-lt"/>
          <a:ea typeface="MS PGothic" pitchFamily="34" charset="-128"/>
        </a:defRPr>
      </a:lvl4pPr>
      <a:lvl5pPr marL="2286000" indent="-334963" algn="l" rtl="0" eaLnBrk="0" fontAlgn="base" hangingPunct="0">
        <a:spcBef>
          <a:spcPct val="45000"/>
        </a:spcBef>
        <a:spcAft>
          <a:spcPct val="20000"/>
        </a:spcAft>
        <a:buClr>
          <a:srgbClr val="D33325"/>
        </a:buClr>
        <a:buFont typeface="Times New Roman" pitchFamily="18" charset="0"/>
        <a:buChar char="–"/>
        <a:defRPr sz="2600">
          <a:solidFill>
            <a:schemeClr val="tx1"/>
          </a:solidFill>
          <a:latin typeface="+mj-lt"/>
          <a:ea typeface="MS PGothic" pitchFamily="34" charset="-128"/>
        </a:defRPr>
      </a:lvl5pPr>
      <a:lvl6pPr marL="2743200" indent="-334963" algn="l" rtl="0" fontAlgn="base">
        <a:spcBef>
          <a:spcPct val="45000"/>
        </a:spcBef>
        <a:spcAft>
          <a:spcPct val="20000"/>
        </a:spcAft>
        <a:buClr>
          <a:srgbClr val="D33325"/>
        </a:buClr>
        <a:buFont typeface="Times New Roman" charset="0"/>
        <a:buChar char="–"/>
        <a:defRPr sz="2600">
          <a:solidFill>
            <a:schemeClr val="tx1"/>
          </a:solidFill>
          <a:latin typeface="+mj-lt"/>
        </a:defRPr>
      </a:lvl6pPr>
      <a:lvl7pPr marL="3200400" indent="-334963" algn="l" rtl="0" fontAlgn="base">
        <a:spcBef>
          <a:spcPct val="45000"/>
        </a:spcBef>
        <a:spcAft>
          <a:spcPct val="20000"/>
        </a:spcAft>
        <a:buClr>
          <a:srgbClr val="D33325"/>
        </a:buClr>
        <a:buFont typeface="Times New Roman" charset="0"/>
        <a:buChar char="–"/>
        <a:defRPr sz="2600">
          <a:solidFill>
            <a:schemeClr val="tx1"/>
          </a:solidFill>
          <a:latin typeface="+mj-lt"/>
        </a:defRPr>
      </a:lvl7pPr>
      <a:lvl8pPr marL="3657600" indent="-334963" algn="l" rtl="0" fontAlgn="base">
        <a:spcBef>
          <a:spcPct val="45000"/>
        </a:spcBef>
        <a:spcAft>
          <a:spcPct val="20000"/>
        </a:spcAft>
        <a:buClr>
          <a:srgbClr val="D33325"/>
        </a:buClr>
        <a:buFont typeface="Times New Roman" charset="0"/>
        <a:buChar char="–"/>
        <a:defRPr sz="2600">
          <a:solidFill>
            <a:schemeClr val="tx1"/>
          </a:solidFill>
          <a:latin typeface="+mj-lt"/>
        </a:defRPr>
      </a:lvl8pPr>
      <a:lvl9pPr marL="4114800" indent="-334963" algn="l" rtl="0" fontAlgn="base">
        <a:spcBef>
          <a:spcPct val="45000"/>
        </a:spcBef>
        <a:spcAft>
          <a:spcPct val="20000"/>
        </a:spcAft>
        <a:buClr>
          <a:srgbClr val="D33325"/>
        </a:buClr>
        <a:buFont typeface="Times New Roman" charset="0"/>
        <a:buChar char="–"/>
        <a:defRPr sz="26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7.png"/><Relationship Id="rId3" Type="http://schemas.openxmlformats.org/officeDocument/2006/relationships/notesSlide" Target="../notesSlides/notesSlide2.xml"/><Relationship Id="rId7" Type="http://schemas.openxmlformats.org/officeDocument/2006/relationships/image" Target="../media/image2.wmf"/><Relationship Id="rId12"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png"/><Relationship Id="rId5" Type="http://schemas.openxmlformats.org/officeDocument/2006/relationships/image" Target="../media/image1.wmf"/><Relationship Id="rId10" Type="http://schemas.openxmlformats.org/officeDocument/2006/relationships/image" Target="../media/image4.png"/><Relationship Id="rId4" Type="http://schemas.openxmlformats.org/officeDocument/2006/relationships/oleObject" Target="../embeddings/oleObject1.bin"/><Relationship Id="rId9" Type="http://schemas.openxmlformats.org/officeDocument/2006/relationships/image" Target="../media/image3.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2.wmf"/><Relationship Id="rId3" Type="http://schemas.openxmlformats.org/officeDocument/2006/relationships/notesSlide" Target="../notesSlides/notesSlide3.xml"/><Relationship Id="rId7" Type="http://schemas.openxmlformats.org/officeDocument/2006/relationships/image" Target="../media/image9.wmf"/><Relationship Id="rId12"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11.wmf"/><Relationship Id="rId5" Type="http://schemas.openxmlformats.org/officeDocument/2006/relationships/image" Target="../media/image8.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0.wmf"/></Relationships>
</file>

<file path=ppt/slides/_rels/slide4.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notesSlide" Target="../notesSlides/notesSlide4.xml"/><Relationship Id="rId7" Type="http://schemas.openxmlformats.org/officeDocument/2006/relationships/oleObject" Target="../embeddings/oleObject10.bin"/><Relationship Id="rId2" Type="http://schemas.openxmlformats.org/officeDocument/2006/relationships/slideLayout" Target="../slideLayouts/slideLayout21.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1.xml"/><Relationship Id="rId5" Type="http://schemas.microsoft.com/office/2007/relationships/hdphoto" Target="../media/hdphoto1.wdp"/><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20.wmf"/><Relationship Id="rId5" Type="http://schemas.openxmlformats.org/officeDocument/2006/relationships/oleObject" Target="../embeddings/oleObject11.bin"/><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26.wmf"/><Relationship Id="rId3" Type="http://schemas.openxmlformats.org/officeDocument/2006/relationships/notesSlide" Target="../notesSlides/notesSlide9.xml"/><Relationship Id="rId7" Type="http://schemas.openxmlformats.org/officeDocument/2006/relationships/image" Target="../media/image30.png"/><Relationship Id="rId12"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jpe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35.wmf"/><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oleObject" Target="../embeddings/oleObject13.bin"/><Relationship Id="rId11" Type="http://schemas.openxmlformats.org/officeDocument/2006/relationships/image" Target="../media/image36.wmf"/><Relationship Id="rId5" Type="http://schemas.openxmlformats.org/officeDocument/2006/relationships/image" Target="../media/image39.png"/><Relationship Id="rId10" Type="http://schemas.openxmlformats.org/officeDocument/2006/relationships/oleObject" Target="../embeddings/oleObject14.bin"/><Relationship Id="rId4" Type="http://schemas.openxmlformats.org/officeDocument/2006/relationships/image" Target="../media/image38.png"/><Relationship Id="rId9"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1.png"/><Relationship Id="rId4" Type="http://schemas.microsoft.com/office/2011/relationships/inkAction" Target="../ink/inkAction1.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8" Type="http://schemas.openxmlformats.org/officeDocument/2006/relationships/customXml" Target="../ink/ink1.xml"/><Relationship Id="rId13" Type="http://schemas.openxmlformats.org/officeDocument/2006/relationships/image" Target="../media/image57.emf"/><Relationship Id="rId18" Type="http://schemas.openxmlformats.org/officeDocument/2006/relationships/customXml" Target="../ink/ink6.xml"/><Relationship Id="rId3" Type="http://schemas.openxmlformats.org/officeDocument/2006/relationships/notesSlide" Target="../notesSlides/notesSlide14.xml"/><Relationship Id="rId21" Type="http://schemas.openxmlformats.org/officeDocument/2006/relationships/image" Target="../media/image61.emf"/><Relationship Id="rId7" Type="http://schemas.openxmlformats.org/officeDocument/2006/relationships/image" Target="../media/image56.emf"/><Relationship Id="rId12" Type="http://schemas.openxmlformats.org/officeDocument/2006/relationships/customXml" Target="../ink/ink3.xml"/><Relationship Id="rId17" Type="http://schemas.openxmlformats.org/officeDocument/2006/relationships/image" Target="../media/image59.emf"/><Relationship Id="rId2" Type="http://schemas.openxmlformats.org/officeDocument/2006/relationships/slideLayout" Target="../slideLayouts/slideLayout1.xml"/><Relationship Id="rId16" Type="http://schemas.openxmlformats.org/officeDocument/2006/relationships/customXml" Target="../ink/ink5.xml"/><Relationship Id="rId20" Type="http://schemas.openxmlformats.org/officeDocument/2006/relationships/customXml" Target="../ink/ink7.xml"/><Relationship Id="rId1" Type="http://schemas.openxmlformats.org/officeDocument/2006/relationships/vmlDrawing" Target="../drawings/vmlDrawing7.vml"/><Relationship Id="rId6" Type="http://schemas.openxmlformats.org/officeDocument/2006/relationships/image" Target="../media/image54.wmf"/><Relationship Id="rId11" Type="http://schemas.openxmlformats.org/officeDocument/2006/relationships/image" Target="../media/image560.emf"/><Relationship Id="rId5" Type="http://schemas.openxmlformats.org/officeDocument/2006/relationships/oleObject" Target="../embeddings/oleObject15.bin"/><Relationship Id="rId15" Type="http://schemas.openxmlformats.org/officeDocument/2006/relationships/image" Target="../media/image58.emf"/><Relationship Id="rId10" Type="http://schemas.openxmlformats.org/officeDocument/2006/relationships/customXml" Target="../ink/ink2.xml"/><Relationship Id="rId19" Type="http://schemas.openxmlformats.org/officeDocument/2006/relationships/image" Target="../media/image60.emf"/><Relationship Id="rId4" Type="http://schemas.openxmlformats.org/officeDocument/2006/relationships/image" Target="../media/image55.png"/><Relationship Id="rId9" Type="http://schemas.openxmlformats.org/officeDocument/2006/relationships/image" Target="../media/image55.emf"/><Relationship Id="rId14" Type="http://schemas.openxmlformats.org/officeDocument/2006/relationships/customXml" Target="../ink/ink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3"/>
          <p:cNvSpPr>
            <a:spLocks noGrp="1"/>
          </p:cNvSpPr>
          <p:nvPr>
            <p:ph type="title"/>
          </p:nvPr>
        </p:nvSpPr>
        <p:spPr/>
        <p:txBody>
          <a:bodyPr/>
          <a:lstStyle/>
          <a:p>
            <a:r>
              <a:rPr lang="en-US" altLang="zh-CN" dirty="0">
                <a:ea typeface="宋体" panose="02010600030101010101" pitchFamily="2" charset="-122"/>
              </a:rPr>
              <a:t>Key words</a:t>
            </a:r>
            <a:endParaRPr lang="zh-CN" altLang="en-US" dirty="0">
              <a:ea typeface="宋体" panose="02010600030101010101" pitchFamily="2" charset="-122"/>
            </a:endParaRPr>
          </a:p>
        </p:txBody>
      </p:sp>
      <p:sp>
        <p:nvSpPr>
          <p:cNvPr id="2051" name="TextBox 4"/>
          <p:cNvSpPr txBox="1">
            <a:spLocks noChangeArrowheads="1"/>
          </p:cNvSpPr>
          <p:nvPr/>
        </p:nvSpPr>
        <p:spPr bwMode="auto">
          <a:xfrm>
            <a:off x="611559" y="836712"/>
            <a:ext cx="2927831"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r" eaLnBrk="0" fontAlgn="base" hangingPunct="0">
              <a:spcBef>
                <a:spcPct val="0"/>
              </a:spcBef>
              <a:spcAft>
                <a:spcPct val="0"/>
              </a:spcAft>
              <a:defRPr sz="2400">
                <a:solidFill>
                  <a:schemeClr val="tx1"/>
                </a:solidFill>
                <a:latin typeface="Arial" panose="020B0604020202020204" pitchFamily="34" charset="0"/>
              </a:defRPr>
            </a:lvl6pPr>
            <a:lvl7pPr marL="2971800" indent="-228600" algn="r" eaLnBrk="0" fontAlgn="base" hangingPunct="0">
              <a:spcBef>
                <a:spcPct val="0"/>
              </a:spcBef>
              <a:spcAft>
                <a:spcPct val="0"/>
              </a:spcAft>
              <a:defRPr sz="2400">
                <a:solidFill>
                  <a:schemeClr val="tx1"/>
                </a:solidFill>
                <a:latin typeface="Arial" panose="020B0604020202020204" pitchFamily="34" charset="0"/>
              </a:defRPr>
            </a:lvl7pPr>
            <a:lvl8pPr marL="3429000" indent="-228600" algn="r" eaLnBrk="0" fontAlgn="base" hangingPunct="0">
              <a:spcBef>
                <a:spcPct val="0"/>
              </a:spcBef>
              <a:spcAft>
                <a:spcPct val="0"/>
              </a:spcAft>
              <a:defRPr sz="2400">
                <a:solidFill>
                  <a:schemeClr val="tx1"/>
                </a:solidFill>
                <a:latin typeface="Arial" panose="020B0604020202020204" pitchFamily="34" charset="0"/>
              </a:defRPr>
            </a:lvl8pPr>
            <a:lvl9pPr marL="3886200" indent="-228600" algn="r" eaLnBrk="0" fontAlgn="base" hangingPunct="0">
              <a:spcBef>
                <a:spcPct val="0"/>
              </a:spcBef>
              <a:spcAft>
                <a:spcPct val="0"/>
              </a:spcAft>
              <a:defRPr sz="2400">
                <a:solidFill>
                  <a:schemeClr val="tx1"/>
                </a:solidFill>
                <a:latin typeface="Arial" panose="020B0604020202020204" pitchFamily="34" charset="0"/>
              </a:defRPr>
            </a:lvl9pPr>
          </a:lstStyle>
          <a:p>
            <a:pPr>
              <a:spcBef>
                <a:spcPts val="2400"/>
              </a:spcBef>
            </a:pPr>
            <a:r>
              <a:rPr lang="en-US" altLang="zh-CN" sz="2000" dirty="0">
                <a:latin typeface="Times New Roman" panose="02020603050405020304" pitchFamily="18" charset="0"/>
                <a:ea typeface="宋体" panose="02010600030101010101" pitchFamily="2" charset="-122"/>
              </a:rPr>
              <a:t>Electric current </a:t>
            </a:r>
          </a:p>
          <a:p>
            <a:pPr>
              <a:spcBef>
                <a:spcPts val="2400"/>
              </a:spcBef>
            </a:pPr>
            <a:r>
              <a:rPr lang="en-US" altLang="zh-CN" sz="2000" dirty="0">
                <a:latin typeface="Times New Roman" panose="02020603050405020304" pitchFamily="18" charset="0"/>
                <a:ea typeface="宋体" panose="02010600030101010101" pitchFamily="2" charset="-122"/>
              </a:rPr>
              <a:t>Current density</a:t>
            </a:r>
          </a:p>
          <a:p>
            <a:pPr>
              <a:spcBef>
                <a:spcPts val="2400"/>
              </a:spcBef>
            </a:pPr>
            <a:r>
              <a:rPr lang="en-US" altLang="zh-CN" sz="2000" dirty="0">
                <a:latin typeface="Times New Roman" panose="02020603050405020304" pitchFamily="18" charset="0"/>
                <a:ea typeface="宋体" panose="02010600030101010101" pitchFamily="2" charset="-122"/>
              </a:rPr>
              <a:t>Resistance </a:t>
            </a:r>
          </a:p>
          <a:p>
            <a:pPr>
              <a:spcBef>
                <a:spcPts val="2400"/>
              </a:spcBef>
            </a:pPr>
            <a:r>
              <a:rPr lang="en-US" altLang="zh-CN" sz="2000" dirty="0">
                <a:latin typeface="Times New Roman" panose="02020603050405020304" pitchFamily="18" charset="0"/>
                <a:ea typeface="宋体" panose="02010600030101010101" pitchFamily="2" charset="-122"/>
              </a:rPr>
              <a:t>Resistivity </a:t>
            </a:r>
          </a:p>
          <a:p>
            <a:pPr>
              <a:spcBef>
                <a:spcPts val="2400"/>
              </a:spcBef>
            </a:pPr>
            <a:r>
              <a:rPr lang="en-US" altLang="zh-CN" sz="2000" dirty="0">
                <a:latin typeface="Times New Roman" panose="02020603050405020304" pitchFamily="18" charset="0"/>
                <a:ea typeface="宋体" panose="02010600030101010101" pitchFamily="2" charset="-122"/>
              </a:rPr>
              <a:t>Ohm’s law</a:t>
            </a:r>
          </a:p>
          <a:p>
            <a:pPr>
              <a:spcBef>
                <a:spcPts val="2400"/>
              </a:spcBef>
            </a:pPr>
            <a:r>
              <a:rPr lang="en-US" altLang="zh-CN" sz="2000" dirty="0">
                <a:latin typeface="Times New Roman" panose="02020603050405020304" pitchFamily="18" charset="0"/>
                <a:ea typeface="宋体" panose="02010600030101010101" pitchFamily="2" charset="-122"/>
              </a:rPr>
              <a:t>Power</a:t>
            </a:r>
          </a:p>
          <a:p>
            <a:pPr>
              <a:spcBef>
                <a:spcPts val="2400"/>
              </a:spcBef>
            </a:pPr>
            <a:r>
              <a:rPr lang="en-US" altLang="zh-CN" sz="2000" dirty="0">
                <a:latin typeface="Times New Roman" panose="02020603050405020304" pitchFamily="18" charset="0"/>
                <a:ea typeface="宋体" panose="02010600030101010101" pitchFamily="2" charset="-122"/>
              </a:rPr>
              <a:t>Resistive dissipation </a:t>
            </a:r>
          </a:p>
          <a:p>
            <a:pPr>
              <a:spcBef>
                <a:spcPts val="2400"/>
              </a:spcBef>
            </a:pPr>
            <a:r>
              <a:rPr lang="en-US" altLang="zh-CN" sz="2000" dirty="0">
                <a:latin typeface="Times New Roman" panose="02020603050405020304" pitchFamily="18" charset="0"/>
                <a:ea typeface="宋体" panose="02010600030101010101" pitchFamily="2" charset="-122"/>
              </a:rPr>
              <a:t>Semiconductors</a:t>
            </a:r>
          </a:p>
          <a:p>
            <a:pPr>
              <a:spcBef>
                <a:spcPts val="2400"/>
              </a:spcBef>
            </a:pPr>
            <a:r>
              <a:rPr lang="en-US" altLang="zh-CN" sz="2000" dirty="0" smtClean="0">
                <a:latin typeface="Times New Roman" panose="02020603050405020304" pitchFamily="18" charset="0"/>
                <a:ea typeface="宋体" panose="02010600030101010101" pitchFamily="2" charset="-122"/>
              </a:rPr>
              <a:t>Superconductors</a:t>
            </a:r>
            <a:endParaRPr lang="en-US" altLang="zh-CN" sz="2000" dirty="0">
              <a:latin typeface="Times New Roman" panose="02020603050405020304" pitchFamily="18" charset="0"/>
              <a:ea typeface="宋体" panose="02010600030101010101" pitchFamily="2" charset="-122"/>
            </a:endParaRPr>
          </a:p>
        </p:txBody>
      </p:sp>
      <p:sp>
        <p:nvSpPr>
          <p:cNvPr id="2053" name="矩形 1"/>
          <p:cNvSpPr>
            <a:spLocks noChangeArrowheads="1"/>
          </p:cNvSpPr>
          <p:nvPr/>
        </p:nvSpPr>
        <p:spPr bwMode="auto">
          <a:xfrm>
            <a:off x="5435600" y="1177925"/>
            <a:ext cx="28082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ts val="2400"/>
              </a:spcBef>
            </a:pPr>
            <a:endParaRPr lang="en-US" altLang="zh-CN" sz="2000" dirty="0">
              <a:solidFill>
                <a:srgbClr val="000000"/>
              </a:solidFill>
              <a:latin typeface="Times New Roman" panose="02020603050405020304" pitchFamily="18" charset="0"/>
              <a:ea typeface="宋体" panose="02010600030101010101" pitchFamily="2" charset="-122"/>
            </a:endParaRPr>
          </a:p>
          <a:p>
            <a:pPr algn="l">
              <a:spcBef>
                <a:spcPts val="2400"/>
              </a:spcBef>
            </a:pPr>
            <a:endParaRPr lang="en-US" altLang="zh-CN" sz="2000" dirty="0">
              <a:solidFill>
                <a:srgbClr val="000000"/>
              </a:solidFill>
              <a:latin typeface="Times New Roman" panose="02020603050405020304" pitchFamily="18" charset="0"/>
              <a:ea typeface="宋体" panose="02010600030101010101" pitchFamily="2" charset="-122"/>
            </a:endParaRPr>
          </a:p>
        </p:txBody>
      </p:sp>
      <p:cxnSp>
        <p:nvCxnSpPr>
          <p:cNvPr id="6" name="直接连接符 3"/>
          <p:cNvCxnSpPr>
            <a:cxnSpLocks noChangeShapeType="1"/>
          </p:cNvCxnSpPr>
          <p:nvPr/>
        </p:nvCxnSpPr>
        <p:spPr bwMode="auto">
          <a:xfrm>
            <a:off x="4139952" y="1052736"/>
            <a:ext cx="0" cy="5449724"/>
          </a:xfrm>
          <a:prstGeom prst="line">
            <a:avLst/>
          </a:prstGeom>
          <a:noFill/>
          <a:ln w="349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4"/>
          <p:cNvSpPr txBox="1">
            <a:spLocks noChangeArrowheads="1"/>
          </p:cNvSpPr>
          <p:nvPr/>
        </p:nvSpPr>
        <p:spPr bwMode="auto">
          <a:xfrm>
            <a:off x="5141186" y="857320"/>
            <a:ext cx="2714205"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r" eaLnBrk="0" fontAlgn="base" hangingPunct="0">
              <a:spcBef>
                <a:spcPct val="0"/>
              </a:spcBef>
              <a:spcAft>
                <a:spcPct val="0"/>
              </a:spcAft>
              <a:defRPr sz="2400">
                <a:solidFill>
                  <a:schemeClr val="tx1"/>
                </a:solidFill>
                <a:latin typeface="Arial" panose="020B0604020202020204" pitchFamily="34" charset="0"/>
              </a:defRPr>
            </a:lvl6pPr>
            <a:lvl7pPr marL="2971800" indent="-228600" algn="r" eaLnBrk="0" fontAlgn="base" hangingPunct="0">
              <a:spcBef>
                <a:spcPct val="0"/>
              </a:spcBef>
              <a:spcAft>
                <a:spcPct val="0"/>
              </a:spcAft>
              <a:defRPr sz="2400">
                <a:solidFill>
                  <a:schemeClr val="tx1"/>
                </a:solidFill>
                <a:latin typeface="Arial" panose="020B0604020202020204" pitchFamily="34" charset="0"/>
              </a:defRPr>
            </a:lvl7pPr>
            <a:lvl8pPr marL="3429000" indent="-228600" algn="r" eaLnBrk="0" fontAlgn="base" hangingPunct="0">
              <a:spcBef>
                <a:spcPct val="0"/>
              </a:spcBef>
              <a:spcAft>
                <a:spcPct val="0"/>
              </a:spcAft>
              <a:defRPr sz="2400">
                <a:solidFill>
                  <a:schemeClr val="tx1"/>
                </a:solidFill>
                <a:latin typeface="Arial" panose="020B0604020202020204" pitchFamily="34" charset="0"/>
              </a:defRPr>
            </a:lvl8pPr>
            <a:lvl9pPr marL="3886200" indent="-228600" algn="r" eaLnBrk="0" fontAlgn="base" hangingPunct="0">
              <a:spcBef>
                <a:spcPct val="0"/>
              </a:spcBef>
              <a:spcAft>
                <a:spcPct val="0"/>
              </a:spcAft>
              <a:defRPr sz="2400">
                <a:solidFill>
                  <a:schemeClr val="tx1"/>
                </a:solidFill>
                <a:latin typeface="Arial" panose="020B0604020202020204" pitchFamily="34" charset="0"/>
              </a:defRPr>
            </a:lvl9pPr>
          </a:lstStyle>
          <a:p>
            <a:pPr algn="l">
              <a:spcBef>
                <a:spcPts val="2400"/>
              </a:spcBef>
            </a:pPr>
            <a:r>
              <a:rPr lang="en-US" altLang="zh-CN" sz="2000" dirty="0">
                <a:latin typeface="Times New Roman" panose="02020603050405020304" pitchFamily="18" charset="0"/>
                <a:ea typeface="宋体" panose="02010600030101010101" pitchFamily="2" charset="-122"/>
              </a:rPr>
              <a:t>Capacitive time constant</a:t>
            </a:r>
          </a:p>
          <a:p>
            <a:pPr algn="l"/>
            <a:r>
              <a:rPr lang="en-US" altLang="zh-CN" sz="2000" dirty="0">
                <a:latin typeface="Times New Roman" panose="02020603050405020304" pitchFamily="18" charset="0"/>
                <a:ea typeface="宋体" panose="02010600030101010101" pitchFamily="2" charset="-122"/>
                <a:cs typeface="Arial" panose="020B0604020202020204" pitchFamily="34" charset="0"/>
              </a:rPr>
              <a:t>(RC time constant)</a:t>
            </a:r>
          </a:p>
          <a:p>
            <a:pPr algn="l">
              <a:spcBef>
                <a:spcPts val="2400"/>
              </a:spcBef>
            </a:pPr>
            <a:r>
              <a:rPr lang="en-US" altLang="zh-CN" sz="2000" dirty="0">
                <a:latin typeface="Times New Roman" panose="02020603050405020304" pitchFamily="18" charset="0"/>
                <a:ea typeface="宋体" panose="02010600030101010101" pitchFamily="2" charset="-122"/>
              </a:rPr>
              <a:t>Electromotive force  </a:t>
            </a:r>
          </a:p>
          <a:p>
            <a:r>
              <a:rPr lang="en-US" altLang="zh-CN" sz="2000" dirty="0">
                <a:latin typeface="Times New Roman" panose="02020603050405020304" pitchFamily="18" charset="0"/>
                <a:ea typeface="宋体" panose="02010600030101010101" pitchFamily="2" charset="-122"/>
              </a:rPr>
              <a:t>(</a:t>
            </a:r>
            <a:r>
              <a:rPr lang="en-US" altLang="zh-CN" sz="2000" dirty="0" err="1">
                <a:latin typeface="Times New Roman" panose="02020603050405020304" pitchFamily="18" charset="0"/>
                <a:ea typeface="宋体" panose="02010600030101010101" pitchFamily="2" charset="-122"/>
              </a:rPr>
              <a:t>emf</a:t>
            </a:r>
            <a:r>
              <a:rPr lang="en-US" altLang="zh-CN"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cs typeface="Times New Roman" panose="02020603050405020304" pitchFamily="18" charset="0"/>
              </a:rPr>
              <a:t>ε</a:t>
            </a:r>
            <a:r>
              <a:rPr lang="en-US" altLang="zh-CN" sz="2000" dirty="0">
                <a:latin typeface="Times New Roman" panose="02020603050405020304" pitchFamily="18" charset="0"/>
                <a:ea typeface="宋体" panose="02010600030101010101" pitchFamily="2" charset="-122"/>
              </a:rPr>
              <a:t>)</a:t>
            </a:r>
          </a:p>
          <a:p>
            <a:pPr algn="l">
              <a:spcBef>
                <a:spcPts val="2400"/>
              </a:spcBef>
            </a:pPr>
            <a:r>
              <a:rPr lang="en-US" altLang="zh-CN" sz="2000" dirty="0">
                <a:latin typeface="Times New Roman" panose="02020603050405020304" pitchFamily="18" charset="0"/>
                <a:ea typeface="宋体" panose="02010600030101010101" pitchFamily="2" charset="-122"/>
              </a:rPr>
              <a:t>Voltmeter</a:t>
            </a:r>
            <a:endParaRPr lang="el-GR" altLang="zh-CN" sz="2000" dirty="0">
              <a:latin typeface="Times New Roman" panose="02020603050405020304" pitchFamily="18" charset="0"/>
              <a:cs typeface="Arial" panose="020B0604020202020204" pitchFamily="34" charset="0"/>
            </a:endParaRPr>
          </a:p>
          <a:p>
            <a:pPr algn="l">
              <a:spcBef>
                <a:spcPts val="2400"/>
              </a:spcBef>
            </a:pPr>
            <a:r>
              <a:rPr lang="en-US" altLang="zh-CN" sz="2000" dirty="0">
                <a:latin typeface="Times New Roman" panose="02020603050405020304" pitchFamily="18" charset="0"/>
                <a:ea typeface="宋体" panose="02010600030101010101" pitchFamily="2" charset="-122"/>
              </a:rPr>
              <a:t>Ammeter</a:t>
            </a:r>
          </a:p>
          <a:p>
            <a:pPr algn="l">
              <a:spcBef>
                <a:spcPts val="2400"/>
              </a:spcBef>
            </a:pPr>
            <a:r>
              <a:rPr lang="en-US" altLang="zh-CN" sz="2000" dirty="0">
                <a:latin typeface="Times New Roman" panose="02020603050405020304" pitchFamily="18" charset="0"/>
                <a:ea typeface="宋体" panose="02010600030101010101" pitchFamily="2" charset="-122"/>
              </a:rPr>
              <a:t>Terminal Voltage</a:t>
            </a:r>
          </a:p>
          <a:p>
            <a:pPr algn="l">
              <a:spcBef>
                <a:spcPts val="2400"/>
              </a:spcBef>
            </a:pPr>
            <a:r>
              <a:rPr lang="en-US" altLang="zh-CN" sz="2000" dirty="0">
                <a:latin typeface="Times New Roman" panose="02020603050405020304" pitchFamily="18" charset="0"/>
                <a:ea typeface="宋体" panose="02010600030101010101" pitchFamily="2" charset="-122"/>
              </a:rPr>
              <a:t>Kirchhoff’s rules</a:t>
            </a:r>
          </a:p>
          <a:p>
            <a:pPr algn="l">
              <a:spcBef>
                <a:spcPts val="2400"/>
              </a:spcBef>
            </a:pPr>
            <a:r>
              <a:rPr lang="en-US" altLang="zh-CN" sz="2000" dirty="0">
                <a:latin typeface="Times New Roman" panose="02020603050405020304" pitchFamily="18" charset="0"/>
                <a:ea typeface="宋体" panose="02010600030101010101" pitchFamily="2" charset="-122"/>
              </a:rPr>
              <a:t>Farad (Faraday)</a:t>
            </a:r>
          </a:p>
          <a:p>
            <a:pPr algn="l">
              <a:spcBef>
                <a:spcPts val="2400"/>
              </a:spcBef>
            </a:pPr>
            <a:r>
              <a:rPr lang="en-US" altLang="zh-CN" sz="2000" dirty="0">
                <a:latin typeface="Times New Roman" panose="02020603050405020304" pitchFamily="18" charset="0"/>
                <a:ea typeface="宋体" panose="02010600030101010101" pitchFamily="2" charset="-122"/>
              </a:rPr>
              <a:t>Ampere (Ampère)</a:t>
            </a:r>
            <a:endParaRPr lang="el-GR" altLang="zh-CN" sz="2000" dirty="0">
              <a:latin typeface="Times New Roman" panose="02020603050405020304" pitchFamily="18"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dirty="0">
                <a:latin typeface="+mj-ea"/>
                <a:ea typeface="+mj-ea"/>
              </a:rPr>
              <a:t>Electric current</a:t>
            </a:r>
          </a:p>
        </p:txBody>
      </p:sp>
      <p:graphicFrame>
        <p:nvGraphicFramePr>
          <p:cNvPr id="2" name="对象 1"/>
          <p:cNvGraphicFramePr>
            <a:graphicFrameLocks noChangeAspect="1"/>
          </p:cNvGraphicFramePr>
          <p:nvPr/>
        </p:nvGraphicFramePr>
        <p:xfrm>
          <a:off x="441115" y="1687016"/>
          <a:ext cx="978757" cy="919438"/>
        </p:xfrm>
        <a:graphic>
          <a:graphicData uri="http://schemas.openxmlformats.org/presentationml/2006/ole">
            <mc:AlternateContent xmlns:mc="http://schemas.openxmlformats.org/markup-compatibility/2006">
              <mc:Choice xmlns:v="urn:schemas-microsoft-com:vml" Requires="v">
                <p:oleObj spid="_x0000_s5802" name="Equation" r:id="rId4" imgW="10058400" imgH="9448800" progId="Equation.KSEE3">
                  <p:embed/>
                </p:oleObj>
              </mc:Choice>
              <mc:Fallback>
                <p:oleObj name="Equation" r:id="rId4" imgW="10058400" imgH="9448800" progId="Equation.KSEE3">
                  <p:embed/>
                  <p:pic>
                    <p:nvPicPr>
                      <p:cNvPr id="0" name="图片 5649"/>
                      <p:cNvPicPr/>
                      <p:nvPr/>
                    </p:nvPicPr>
                    <p:blipFill>
                      <a:blip r:embed="rId5"/>
                      <a:stretch>
                        <a:fillRect/>
                      </a:stretch>
                    </p:blipFill>
                    <p:spPr>
                      <a:xfrm>
                        <a:off x="441115" y="1687016"/>
                        <a:ext cx="978757" cy="919438"/>
                      </a:xfrm>
                      <a:prstGeom prst="rect">
                        <a:avLst/>
                      </a:prstGeom>
                    </p:spPr>
                  </p:pic>
                </p:oleObj>
              </mc:Fallback>
            </mc:AlternateContent>
          </a:graphicData>
        </a:graphic>
      </p:graphicFrame>
      <p:sp>
        <p:nvSpPr>
          <p:cNvPr id="3" name="TextBox 2"/>
          <p:cNvSpPr txBox="1"/>
          <p:nvPr/>
        </p:nvSpPr>
        <p:spPr>
          <a:xfrm>
            <a:off x="1763688" y="1823570"/>
            <a:ext cx="1980220" cy="646331"/>
          </a:xfrm>
          <a:prstGeom prst="rect">
            <a:avLst/>
          </a:prstGeom>
          <a:noFill/>
        </p:spPr>
        <p:txBody>
          <a:bodyPr wrap="square" rtlCol="0">
            <a:spAutoFit/>
          </a:bodyPr>
          <a:lstStyle/>
          <a:p>
            <a:r>
              <a:rPr lang="en-US" altLang="zh-CN" dirty="0">
                <a:latin typeface="+mj-ea"/>
                <a:ea typeface="+mj-ea"/>
              </a:rPr>
              <a:t>ampere(A)</a:t>
            </a:r>
          </a:p>
          <a:p>
            <a:r>
              <a:rPr lang="en-US" altLang="zh-CN" dirty="0">
                <a:latin typeface="+mj-ea"/>
                <a:ea typeface="+mj-ea"/>
              </a:rPr>
              <a:t>1 A=1 C/S </a:t>
            </a:r>
            <a:endParaRPr lang="zh-CN" altLang="en-US" dirty="0">
              <a:latin typeface="+mj-ea"/>
              <a:ea typeface="+mj-ea"/>
            </a:endParaRPr>
          </a:p>
        </p:txBody>
      </p:sp>
      <p:sp>
        <p:nvSpPr>
          <p:cNvPr id="4" name="圆角矩形 3"/>
          <p:cNvSpPr/>
          <p:nvPr/>
        </p:nvSpPr>
        <p:spPr bwMode="auto">
          <a:xfrm>
            <a:off x="410494" y="1702561"/>
            <a:ext cx="1008784" cy="888348"/>
          </a:xfrm>
          <a:prstGeom prst="roundRect">
            <a:avLst/>
          </a:prstGeom>
          <a:noFill/>
          <a:ln w="3492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mj-ea"/>
              <a:ea typeface="+mj-ea"/>
            </a:endParaRPr>
          </a:p>
        </p:txBody>
      </p:sp>
      <p:sp>
        <p:nvSpPr>
          <p:cNvPr id="7" name="矩形 6"/>
          <p:cNvSpPr/>
          <p:nvPr/>
        </p:nvSpPr>
        <p:spPr>
          <a:xfrm>
            <a:off x="410494" y="908720"/>
            <a:ext cx="2590944" cy="369332"/>
          </a:xfrm>
          <a:prstGeom prst="rect">
            <a:avLst/>
          </a:prstGeom>
        </p:spPr>
        <p:txBody>
          <a:bodyPr wrap="square">
            <a:spAutoFit/>
          </a:bodyPr>
          <a:lstStyle/>
          <a:p>
            <a:r>
              <a:rPr lang="en-US" altLang="zh-CN" dirty="0">
                <a:latin typeface="+mj-ea"/>
                <a:ea typeface="+mj-ea"/>
              </a:rPr>
              <a:t>(</a:t>
            </a:r>
            <a:r>
              <a:rPr lang="en-US" altLang="zh-CN" dirty="0">
                <a:latin typeface="Times New Roman" panose="02020603050405020304" pitchFamily="18" charset="0"/>
                <a:ea typeface="宋体" panose="02010600030101010101" pitchFamily="2" charset="-122"/>
              </a:rPr>
              <a:t>definition of current</a:t>
            </a:r>
            <a:r>
              <a:rPr lang="en-US" altLang="zh-CN" dirty="0">
                <a:latin typeface="+mj-ea"/>
                <a:ea typeface="+mj-ea"/>
              </a:rPr>
              <a:t>)</a:t>
            </a:r>
          </a:p>
        </p:txBody>
      </p:sp>
      <p:sp>
        <p:nvSpPr>
          <p:cNvPr id="11" name="TextBox 10"/>
          <p:cNvSpPr txBox="1"/>
          <p:nvPr/>
        </p:nvSpPr>
        <p:spPr>
          <a:xfrm>
            <a:off x="193126" y="3334278"/>
            <a:ext cx="2808312" cy="369332"/>
          </a:xfrm>
          <a:prstGeom prst="rect">
            <a:avLst/>
          </a:prstGeom>
          <a:noFill/>
        </p:spPr>
        <p:txBody>
          <a:bodyPr wrap="square" rtlCol="0">
            <a:spAutoFit/>
          </a:bodyPr>
          <a:lstStyle/>
          <a:p>
            <a:r>
              <a:rPr lang="en-US" altLang="zh-CN" dirty="0">
                <a:latin typeface="Times New Roman" panose="02020603050405020304" pitchFamily="18" charset="0"/>
                <a:ea typeface="宋体" panose="02010600030101010101" pitchFamily="2" charset="-122"/>
              </a:rPr>
              <a:t>Current density </a:t>
            </a:r>
            <a:endParaRPr lang="zh-CN" altLang="en-US" dirty="0">
              <a:latin typeface="Times New Roman" panose="02020603050405020304" pitchFamily="18" charset="0"/>
              <a:ea typeface="宋体" panose="02010600030101010101" pitchFamily="2" charset="-122"/>
            </a:endParaRPr>
          </a:p>
        </p:txBody>
      </p:sp>
      <p:graphicFrame>
        <p:nvGraphicFramePr>
          <p:cNvPr id="5" name="对象 4"/>
          <p:cNvGraphicFramePr>
            <a:graphicFrameLocks noChangeAspect="1"/>
          </p:cNvGraphicFramePr>
          <p:nvPr/>
        </p:nvGraphicFramePr>
        <p:xfrm>
          <a:off x="225334" y="3933056"/>
          <a:ext cx="1720850" cy="720725"/>
        </p:xfrm>
        <a:graphic>
          <a:graphicData uri="http://schemas.openxmlformats.org/presentationml/2006/ole">
            <mc:AlternateContent xmlns:mc="http://schemas.openxmlformats.org/markup-compatibility/2006">
              <mc:Choice xmlns:v="urn:schemas-microsoft-com:vml" Requires="v">
                <p:oleObj spid="_x0000_s5803" name="Equation" r:id="rId6" imgW="698500" imgH="292100" progId="Equation.KSEE3">
                  <p:embed/>
                </p:oleObj>
              </mc:Choice>
              <mc:Fallback>
                <p:oleObj name="Equation" r:id="rId6" imgW="698500" imgH="292100" progId="Equation.KSEE3">
                  <p:embed/>
                  <p:pic>
                    <p:nvPicPr>
                      <p:cNvPr id="0"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334" y="3933056"/>
                        <a:ext cx="17208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4346696" y="908720"/>
            <a:ext cx="3367268" cy="369332"/>
          </a:xfrm>
          <a:prstGeom prst="rect">
            <a:avLst/>
          </a:prstGeom>
        </p:spPr>
        <p:txBody>
          <a:bodyPr wrap="none">
            <a:spAutoFit/>
          </a:bodyPr>
          <a:lstStyle/>
          <a:p>
            <a:r>
              <a:rPr lang="en-US" altLang="zh-CN" dirty="0">
                <a:latin typeface="Times New Roman" panose="02020603050405020304" pitchFamily="18" charset="0"/>
                <a:ea typeface="宋体" panose="02010600030101010101" pitchFamily="2" charset="-122"/>
              </a:rPr>
              <a:t>Drift Speed of the Charge Carriers</a:t>
            </a:r>
          </a:p>
        </p:txBody>
      </p:sp>
      <p:graphicFrame>
        <p:nvGraphicFramePr>
          <p:cNvPr id="9" name="对象 8"/>
          <p:cNvGraphicFramePr>
            <a:graphicFrameLocks noChangeAspect="1"/>
          </p:cNvGraphicFramePr>
          <p:nvPr/>
        </p:nvGraphicFramePr>
        <p:xfrm>
          <a:off x="5399364" y="5343967"/>
          <a:ext cx="1689100" cy="658813"/>
        </p:xfrm>
        <a:graphic>
          <a:graphicData uri="http://schemas.openxmlformats.org/presentationml/2006/ole">
            <mc:AlternateContent xmlns:mc="http://schemas.openxmlformats.org/markup-compatibility/2006">
              <mc:Choice xmlns:v="urn:schemas-microsoft-com:vml" Requires="v">
                <p:oleObj spid="_x0000_s5804" name="Equation" r:id="rId8" imgW="685800" imgH="266700" progId="Equation.KSEE3">
                  <p:embed/>
                </p:oleObj>
              </mc:Choice>
              <mc:Fallback>
                <p:oleObj name="Equation" r:id="rId8" imgW="685800" imgH="266700" progId="Equation.KSEE3">
                  <p:embed/>
                  <p:pic>
                    <p:nvPicPr>
                      <p:cNvPr id="0" name="对象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9364" y="5343967"/>
                        <a:ext cx="1689100"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175" name="Picture 5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5246" y="1246181"/>
            <a:ext cx="5170168" cy="1801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79" name="Picture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9992" y="3047288"/>
            <a:ext cx="797556" cy="656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80" name="Picture 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2121" y="3200060"/>
            <a:ext cx="178117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81" name="Picture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74312" y="4149080"/>
            <a:ext cx="3226684" cy="733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圆角矩形 20"/>
          <p:cNvSpPr/>
          <p:nvPr/>
        </p:nvSpPr>
        <p:spPr bwMode="auto">
          <a:xfrm>
            <a:off x="5270635" y="5229200"/>
            <a:ext cx="1946559" cy="888348"/>
          </a:xfrm>
          <a:prstGeom prst="roundRect">
            <a:avLst/>
          </a:prstGeom>
          <a:noFill/>
          <a:ln w="3492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mj-ea"/>
              <a:ea typeface="+mj-ea"/>
            </a:endParaRPr>
          </a:p>
        </p:txBody>
      </p:sp>
      <p:sp>
        <p:nvSpPr>
          <p:cNvPr id="24" name="圆角矩形 23"/>
          <p:cNvSpPr/>
          <p:nvPr/>
        </p:nvSpPr>
        <p:spPr bwMode="auto">
          <a:xfrm>
            <a:off x="184028" y="3776853"/>
            <a:ext cx="1795684" cy="888348"/>
          </a:xfrm>
          <a:prstGeom prst="roundRect">
            <a:avLst/>
          </a:prstGeom>
          <a:noFill/>
          <a:ln w="3492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mj-ea"/>
              <a:ea typeface="+mj-ea"/>
            </a:endParaRPr>
          </a:p>
        </p:txBody>
      </p:sp>
      <p:cxnSp>
        <p:nvCxnSpPr>
          <p:cNvPr id="8" name="肘形连接符 7"/>
          <p:cNvCxnSpPr/>
          <p:nvPr/>
        </p:nvCxnSpPr>
        <p:spPr bwMode="auto">
          <a:xfrm>
            <a:off x="2195736" y="4369096"/>
            <a:ext cx="2304256" cy="1304278"/>
          </a:xfrm>
          <a:prstGeom prst="bentConnector3">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p:nvPr/>
        </p:nvCxnSpPr>
        <p:spPr bwMode="auto">
          <a:xfrm>
            <a:off x="3373806" y="4369096"/>
            <a:ext cx="1453524" cy="0"/>
          </a:xfrm>
          <a:prstGeom prst="line">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p:nvPr/>
        </p:nvCxnSpPr>
        <p:spPr bwMode="auto">
          <a:xfrm>
            <a:off x="4420550" y="5673374"/>
            <a:ext cx="648072" cy="0"/>
          </a:xfrm>
          <a:prstGeom prst="straightConnector1">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dirty="0"/>
              <a:t>Resistance and resistivity</a:t>
            </a:r>
          </a:p>
        </p:txBody>
      </p:sp>
      <p:sp>
        <p:nvSpPr>
          <p:cNvPr id="2" name="TextBox 1"/>
          <p:cNvSpPr txBox="1"/>
          <p:nvPr/>
        </p:nvSpPr>
        <p:spPr>
          <a:xfrm>
            <a:off x="721197" y="1280587"/>
            <a:ext cx="290886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Definition of  Resistance</a:t>
            </a:r>
            <a:endParaRPr lang="zh-CN" altLang="en-US" dirty="0">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nvGraphicFramePr>
        <p:xfrm>
          <a:off x="1074355" y="1819634"/>
          <a:ext cx="1088746" cy="992680"/>
        </p:xfrm>
        <a:graphic>
          <a:graphicData uri="http://schemas.openxmlformats.org/presentationml/2006/ole">
            <mc:AlternateContent xmlns:mc="http://schemas.openxmlformats.org/markup-compatibility/2006">
              <mc:Choice xmlns:v="urn:schemas-microsoft-com:vml" Requires="v">
                <p:oleObj spid="_x0000_s18581" name="Equation" r:id="rId4" imgW="10363200" imgH="9448800" progId="Equation.KSEE3">
                  <p:embed/>
                </p:oleObj>
              </mc:Choice>
              <mc:Fallback>
                <p:oleObj name="Equation" r:id="rId4" imgW="10363200" imgH="9448800" progId="Equation.KSEE3">
                  <p:embed/>
                  <p:pic>
                    <p:nvPicPr>
                      <p:cNvPr id="0" name="图片 8078"/>
                      <p:cNvPicPr/>
                      <p:nvPr/>
                    </p:nvPicPr>
                    <p:blipFill>
                      <a:blip r:embed="rId5"/>
                      <a:stretch>
                        <a:fillRect/>
                      </a:stretch>
                    </p:blipFill>
                    <p:spPr>
                      <a:xfrm>
                        <a:off x="1074355" y="1819634"/>
                        <a:ext cx="1088746" cy="992680"/>
                      </a:xfrm>
                      <a:prstGeom prst="rect">
                        <a:avLst/>
                      </a:prstGeom>
                    </p:spPr>
                  </p:pic>
                </p:oleObj>
              </mc:Fallback>
            </mc:AlternateContent>
          </a:graphicData>
        </a:graphic>
      </p:graphicFrame>
      <p:sp>
        <p:nvSpPr>
          <p:cNvPr id="4" name="矩形 3"/>
          <p:cNvSpPr/>
          <p:nvPr/>
        </p:nvSpPr>
        <p:spPr>
          <a:xfrm>
            <a:off x="6654393" y="1992809"/>
            <a:ext cx="1440160" cy="646331"/>
          </a:xfrm>
          <a:prstGeom prst="rect">
            <a:avLst/>
          </a:prstGeom>
        </p:spPr>
        <p:txBody>
          <a:bodyPr wrap="square">
            <a:spAutoFit/>
          </a:bodyPr>
          <a:lstStyle/>
          <a:p>
            <a:r>
              <a:rPr lang="en-US" altLang="zh-CN" dirty="0">
                <a:latin typeface="+mj-ea"/>
              </a:rPr>
              <a:t>Ohm(</a:t>
            </a:r>
            <a:r>
              <a:rPr lang="el-GR" altLang="zh-CN" dirty="0"/>
              <a:t>Ω</a:t>
            </a:r>
            <a:r>
              <a:rPr lang="en-US" altLang="zh-CN" dirty="0">
                <a:latin typeface="+mj-ea"/>
              </a:rPr>
              <a:t>)  </a:t>
            </a:r>
          </a:p>
          <a:p>
            <a:r>
              <a:rPr lang="en-US" altLang="zh-CN" dirty="0">
                <a:latin typeface="+mj-ea"/>
              </a:rPr>
              <a:t>1 </a:t>
            </a:r>
            <a:r>
              <a:rPr lang="el-GR" altLang="zh-CN" dirty="0"/>
              <a:t>Ω </a:t>
            </a:r>
            <a:r>
              <a:rPr lang="en-US" altLang="zh-CN" dirty="0">
                <a:latin typeface="+mj-ea"/>
              </a:rPr>
              <a:t>=1 V/A</a:t>
            </a:r>
            <a:endParaRPr lang="zh-CN" altLang="en-US" dirty="0">
              <a:latin typeface="+mj-ea"/>
            </a:endParaRPr>
          </a:p>
        </p:txBody>
      </p:sp>
      <p:sp>
        <p:nvSpPr>
          <p:cNvPr id="10" name="TextBox 9"/>
          <p:cNvSpPr txBox="1"/>
          <p:nvPr/>
        </p:nvSpPr>
        <p:spPr>
          <a:xfrm>
            <a:off x="406349" y="3367245"/>
            <a:ext cx="3556932"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Definition of  resistivity(</a:t>
            </a:r>
            <a:r>
              <a:rPr lang="el-GR" altLang="zh-CN" dirty="0">
                <a:latin typeface="Times New Roman" panose="02020603050405020304" pitchFamily="18" charset="0"/>
                <a:cs typeface="Times New Roman" panose="02020603050405020304" pitchFamily="18" charset="0"/>
              </a:rPr>
              <a:t>ρ</a:t>
            </a:r>
            <a:r>
              <a:rPr lang="en-US" altLang="zh-CN" dirty="0">
                <a:latin typeface="Times New Roman" panose="02020603050405020304" pitchFamily="18" charset="0"/>
                <a:cs typeface="Times New Roman" panose="02020603050405020304" pitchFamily="18" charset="0"/>
              </a:rPr>
              <a:t>) and  conductivity(</a:t>
            </a:r>
            <a:r>
              <a:rPr lang="el-GR" altLang="zh-CN" dirty="0">
                <a:latin typeface="Times New Roman" panose="02020603050405020304" pitchFamily="18" charset="0"/>
                <a:cs typeface="Times New Roman" panose="02020603050405020304" pitchFamily="18" charset="0"/>
              </a:rPr>
              <a:t>σ</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nvGraphicFramePr>
        <p:xfrm>
          <a:off x="502350" y="4065987"/>
          <a:ext cx="1793875" cy="992188"/>
        </p:xfrm>
        <a:graphic>
          <a:graphicData uri="http://schemas.openxmlformats.org/presentationml/2006/ole">
            <mc:AlternateContent xmlns:mc="http://schemas.openxmlformats.org/markup-compatibility/2006">
              <mc:Choice xmlns:v="urn:schemas-microsoft-com:vml" Requires="v">
                <p:oleObj spid="_x0000_s18582" name="Equation" r:id="rId6" imgW="17068800" imgH="9448800" progId="Equation.KSEE3">
                  <p:embed/>
                </p:oleObj>
              </mc:Choice>
              <mc:Fallback>
                <p:oleObj name="Equation" r:id="rId6" imgW="17068800" imgH="9448800" progId="Equation.KSEE3">
                  <p:embed/>
                  <p:pic>
                    <p:nvPicPr>
                      <p:cNvPr id="0" name="对象 2"/>
                      <p:cNvPicPr>
                        <a:picLocks noChangeAspect="1" noChangeArrowheads="1"/>
                      </p:cNvPicPr>
                      <p:nvPr/>
                    </p:nvPicPr>
                    <p:blipFill>
                      <a:blip r:embed="rId7"/>
                      <a:srcRect/>
                      <a:stretch>
                        <a:fillRect/>
                      </a:stretch>
                    </p:blipFill>
                    <p:spPr bwMode="auto">
                      <a:xfrm>
                        <a:off x="502350" y="4065987"/>
                        <a:ext cx="1793875"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6039385" y="4539303"/>
          <a:ext cx="2670175" cy="576262"/>
        </p:xfrm>
        <a:graphic>
          <a:graphicData uri="http://schemas.openxmlformats.org/presentationml/2006/ole">
            <mc:AlternateContent xmlns:mc="http://schemas.openxmlformats.org/markup-compatibility/2006">
              <mc:Choice xmlns:v="urn:schemas-microsoft-com:vml" Requires="v">
                <p:oleObj spid="_x0000_s18583" name="Equation" r:id="rId8" imgW="46634400" imgH="10058400" progId="Equation.KSEE3">
                  <p:embed/>
                </p:oleObj>
              </mc:Choice>
              <mc:Fallback>
                <p:oleObj name="Equation" r:id="rId8" imgW="46634400" imgH="10058400" progId="Equation.KSEE3">
                  <p:embed/>
                  <p:pic>
                    <p:nvPicPr>
                      <p:cNvPr id="0" name="图片 8080"/>
                      <p:cNvPicPr/>
                      <p:nvPr/>
                    </p:nvPicPr>
                    <p:blipFill>
                      <a:blip r:embed="rId9"/>
                      <a:stretch>
                        <a:fillRect/>
                      </a:stretch>
                    </p:blipFill>
                    <p:spPr>
                      <a:xfrm>
                        <a:off x="6039385" y="4539303"/>
                        <a:ext cx="2670175" cy="5762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256851" y="1981379"/>
          <a:ext cx="1377950" cy="992187"/>
        </p:xfrm>
        <a:graphic>
          <a:graphicData uri="http://schemas.openxmlformats.org/presentationml/2006/ole">
            <mc:AlternateContent xmlns:mc="http://schemas.openxmlformats.org/markup-compatibility/2006">
              <mc:Choice xmlns:v="urn:schemas-microsoft-com:vml" Requires="v">
                <p:oleObj spid="_x0000_s18584" name="Equation" r:id="rId10" imgW="13106400" imgH="9448800" progId="Equation.KSEE3">
                  <p:embed/>
                </p:oleObj>
              </mc:Choice>
              <mc:Fallback>
                <p:oleObj name="Equation" r:id="rId10" imgW="13106400" imgH="9448800" progId="Equation.KSEE3">
                  <p:embed/>
                  <p:pic>
                    <p:nvPicPr>
                      <p:cNvPr id="0" name="对象 2"/>
                      <p:cNvPicPr>
                        <a:picLocks noChangeAspect="1" noChangeArrowheads="1"/>
                      </p:cNvPicPr>
                      <p:nvPr/>
                    </p:nvPicPr>
                    <p:blipFill>
                      <a:blip r:embed="rId11"/>
                      <a:srcRect/>
                      <a:stretch>
                        <a:fillRect/>
                      </a:stretch>
                    </p:blipFill>
                    <p:spPr bwMode="auto">
                      <a:xfrm>
                        <a:off x="4256851" y="1981379"/>
                        <a:ext cx="137795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0"/>
          <p:cNvSpPr txBox="1"/>
          <p:nvPr/>
        </p:nvSpPr>
        <p:spPr>
          <a:xfrm>
            <a:off x="4063291" y="1243490"/>
            <a:ext cx="2908860"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Relationship between resistance and resistivity </a:t>
            </a:r>
            <a:endParaRPr lang="zh-CN" altLang="en-US" dirty="0">
              <a:latin typeface="Times New Roman" panose="02020603050405020304" pitchFamily="18" charset="0"/>
              <a:cs typeface="Times New Roman" panose="02020603050405020304" pitchFamily="18" charset="0"/>
            </a:endParaRPr>
          </a:p>
        </p:txBody>
      </p:sp>
      <p:sp>
        <p:nvSpPr>
          <p:cNvPr id="12" name="矩形 11"/>
          <p:cNvSpPr/>
          <p:nvPr/>
        </p:nvSpPr>
        <p:spPr bwMode="auto">
          <a:xfrm>
            <a:off x="4220391" y="1889821"/>
            <a:ext cx="1368152" cy="1132666"/>
          </a:xfrm>
          <a:prstGeom prst="rect">
            <a:avLst/>
          </a:prstGeom>
          <a:noFill/>
          <a:ln w="34925" cap="flat" cmpd="sng" algn="ctr">
            <a:solidFill>
              <a:schemeClr val="accent6">
                <a:lumMod val="60000"/>
                <a:lumOff val="40000"/>
              </a:schemeClr>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panose="020B0604020202020204" pitchFamily="34" charset="0"/>
            </a:endParaRPr>
          </a:p>
        </p:txBody>
      </p:sp>
      <p:sp>
        <p:nvSpPr>
          <p:cNvPr id="14" name="矩形 13"/>
          <p:cNvSpPr/>
          <p:nvPr/>
        </p:nvSpPr>
        <p:spPr bwMode="auto">
          <a:xfrm>
            <a:off x="453726" y="4077072"/>
            <a:ext cx="1958034" cy="1008112"/>
          </a:xfrm>
          <a:prstGeom prst="rect">
            <a:avLst/>
          </a:prstGeom>
          <a:noFill/>
          <a:ln w="3492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panose="020B0604020202020204" pitchFamily="34" charset="0"/>
            </a:endParaRPr>
          </a:p>
        </p:txBody>
      </p:sp>
      <p:sp>
        <p:nvSpPr>
          <p:cNvPr id="15" name="矩形 14"/>
          <p:cNvSpPr/>
          <p:nvPr/>
        </p:nvSpPr>
        <p:spPr bwMode="auto">
          <a:xfrm>
            <a:off x="1017331" y="1749641"/>
            <a:ext cx="1224136" cy="1132666"/>
          </a:xfrm>
          <a:prstGeom prst="rect">
            <a:avLst/>
          </a:prstGeom>
          <a:noFill/>
          <a:ln w="3492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panose="020B0604020202020204" pitchFamily="34" charset="0"/>
            </a:endParaRPr>
          </a:p>
        </p:txBody>
      </p:sp>
      <p:graphicFrame>
        <p:nvGraphicFramePr>
          <p:cNvPr id="13" name="对象 12"/>
          <p:cNvGraphicFramePr>
            <a:graphicFrameLocks noChangeAspect="1"/>
          </p:cNvGraphicFramePr>
          <p:nvPr/>
        </p:nvGraphicFramePr>
        <p:xfrm>
          <a:off x="4169562" y="4182264"/>
          <a:ext cx="1457942" cy="919874"/>
        </p:xfrm>
        <a:graphic>
          <a:graphicData uri="http://schemas.openxmlformats.org/presentationml/2006/ole">
            <mc:AlternateContent xmlns:mc="http://schemas.openxmlformats.org/markup-compatibility/2006">
              <mc:Choice xmlns:v="urn:schemas-microsoft-com:vml" Requires="v">
                <p:oleObj spid="_x0000_s18585" name="Equation" r:id="rId12" imgW="14935200" imgH="9448800" progId="Equation.KSEE3">
                  <p:embed/>
                </p:oleObj>
              </mc:Choice>
              <mc:Fallback>
                <p:oleObj name="Equation" r:id="rId12" imgW="14935200" imgH="9448800" progId="Equation.KSEE3">
                  <p:embed/>
                  <p:pic>
                    <p:nvPicPr>
                      <p:cNvPr id="0" name="对象 6"/>
                      <p:cNvPicPr>
                        <a:picLocks noChangeAspect="1" noChangeArrowheads="1"/>
                      </p:cNvPicPr>
                      <p:nvPr/>
                    </p:nvPicPr>
                    <p:blipFill>
                      <a:blip r:embed="rId13"/>
                      <a:srcRect/>
                      <a:stretch>
                        <a:fillRect/>
                      </a:stretch>
                    </p:blipFill>
                    <p:spPr bwMode="auto">
                      <a:xfrm>
                        <a:off x="4169562" y="4182264"/>
                        <a:ext cx="1457942" cy="919874"/>
                      </a:xfrm>
                      <a:prstGeom prst="rect">
                        <a:avLst/>
                      </a:prstGeom>
                      <a:noFill/>
                      <a:ln>
                        <a:noFill/>
                      </a:ln>
                    </p:spPr>
                  </p:pic>
                </p:oleObj>
              </mc:Fallback>
            </mc:AlternateContent>
          </a:graphicData>
        </a:graphic>
      </p:graphicFrame>
      <p:sp>
        <p:nvSpPr>
          <p:cNvPr id="17" name="TextBox 16"/>
          <p:cNvSpPr txBox="1"/>
          <p:nvPr/>
        </p:nvSpPr>
        <p:spPr>
          <a:xfrm>
            <a:off x="4063291" y="3411694"/>
            <a:ext cx="2908860" cy="646331"/>
          </a:xfrm>
          <a:prstGeom prst="rect">
            <a:avLst/>
          </a:prstGeom>
          <a:noFill/>
        </p:spPr>
        <p:txBody>
          <a:bodyPr wrap="square" rtlCol="0">
            <a:spAutoFit/>
          </a:bodyPr>
          <a:lstStyle/>
          <a:p>
            <a:r>
              <a:rPr lang="el-GR" altLang="zh-CN" dirty="0">
                <a:latin typeface="Times New Roman" panose="02020603050405020304" pitchFamily="18" charset="0"/>
                <a:cs typeface="Times New Roman" panose="02020603050405020304" pitchFamily="18" charset="0"/>
              </a:rPr>
              <a:t>ρ</a:t>
            </a:r>
            <a:r>
              <a:rPr lang="en-US" altLang="zh-CN" dirty="0">
                <a:latin typeface="Times New Roman" panose="02020603050405020304" pitchFamily="18" charset="0"/>
                <a:cs typeface="Times New Roman" panose="02020603050405020304" pitchFamily="18" charset="0"/>
              </a:rPr>
              <a:t> is only related to the material properties </a:t>
            </a:r>
            <a:endParaRPr lang="zh-CN" altLang="en-US" dirty="0">
              <a:latin typeface="Times New Roman" panose="02020603050405020304" pitchFamily="18" charset="0"/>
              <a:cs typeface="Times New Roman" panose="02020603050405020304" pitchFamily="18" charset="0"/>
            </a:endParaRPr>
          </a:p>
        </p:txBody>
      </p:sp>
      <p:sp>
        <p:nvSpPr>
          <p:cNvPr id="18" name="矩形 17"/>
          <p:cNvSpPr/>
          <p:nvPr/>
        </p:nvSpPr>
        <p:spPr bwMode="auto">
          <a:xfrm>
            <a:off x="4142354" y="4096534"/>
            <a:ext cx="1509766" cy="1132666"/>
          </a:xfrm>
          <a:prstGeom prst="rect">
            <a:avLst/>
          </a:prstGeom>
          <a:noFill/>
          <a:ln w="34925" cap="flat" cmpd="sng" algn="ctr">
            <a:solidFill>
              <a:schemeClr val="accent6">
                <a:lumMod val="60000"/>
                <a:lumOff val="40000"/>
              </a:schemeClr>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75409"/>
    </mc:Choice>
    <mc:Fallback xmlns="">
      <p:transition spd="slow" advTm="37540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CN" dirty="0" smtClean="0"/>
              <a:t>Resistance depends on the way of connection</a:t>
            </a:r>
          </a:p>
        </p:txBody>
      </p:sp>
      <p:pic>
        <p:nvPicPr>
          <p:cNvPr id="4" name="Picture 4" descr="C:\Users\Administrator\AppData\Roaming\Tencent\Users\48161784\QQ\WinTemp\RichOle\YT)E3[6JT%[CF(4GJLRFA2R.png"/>
          <p:cNvPicPr>
            <a:picLocks noChangeAspect="1" noChangeArrowheads="1"/>
          </p:cNvPicPr>
          <p:nvPr/>
        </p:nvPicPr>
        <p:blipFill rotWithShape="1">
          <a:blip r:embed="rId4">
            <a:extLst>
              <a:ext uri="{28A0092B-C50C-407E-A947-70E740481C1C}">
                <a14:useLocalDpi xmlns:a14="http://schemas.microsoft.com/office/drawing/2010/main" val="0"/>
              </a:ext>
            </a:extLst>
          </a:blip>
          <a:srcRect l="39669" t="9694" r="30847" b="35745"/>
          <a:stretch/>
        </p:blipFill>
        <p:spPr bwMode="auto">
          <a:xfrm>
            <a:off x="5736332" y="1589473"/>
            <a:ext cx="2279848" cy="24959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2856" y="724053"/>
            <a:ext cx="8496944" cy="369332"/>
          </a:xfrm>
          <a:prstGeom prst="rect">
            <a:avLst/>
          </a:prstGeom>
          <a:noFill/>
        </p:spPr>
        <p:txBody>
          <a:bodyPr wrap="square" rtlCol="0">
            <a:spAutoFit/>
          </a:bodyPr>
          <a:lstStyle/>
          <a:p>
            <a:r>
              <a:rPr lang="en-US" altLang="zh-CN" dirty="0" smtClean="0"/>
              <a:t>The resistance of a resistor depends </a:t>
            </a:r>
            <a:r>
              <a:rPr lang="en-US" altLang="zh-CN" dirty="0"/>
              <a:t>on how </a:t>
            </a:r>
            <a:r>
              <a:rPr lang="en-US" altLang="zh-CN" dirty="0" smtClean="0"/>
              <a:t>it is connected to the circuit </a:t>
            </a:r>
            <a:r>
              <a:rPr lang="en-US" altLang="zh-CN" b="1" dirty="0" smtClean="0">
                <a:solidFill>
                  <a:srgbClr val="000000"/>
                </a:solidFill>
                <a:latin typeface="Times New Roman"/>
              </a:rPr>
              <a:t>:</a:t>
            </a:r>
            <a:endParaRPr lang="zh-CN" altLang="en-US" b="1" dirty="0">
              <a:solidFill>
                <a:srgbClr val="000000"/>
              </a:solidFill>
              <a:latin typeface="Times New Roman"/>
            </a:endParaRPr>
          </a:p>
        </p:txBody>
      </p:sp>
      <p:cxnSp>
        <p:nvCxnSpPr>
          <p:cNvPr id="5" name="直接箭头连接符 4"/>
          <p:cNvCxnSpPr/>
          <p:nvPr/>
        </p:nvCxnSpPr>
        <p:spPr bwMode="auto">
          <a:xfrm flipV="1">
            <a:off x="6472561" y="2515705"/>
            <a:ext cx="872078" cy="520867"/>
          </a:xfrm>
          <a:prstGeom prst="straightConnector1">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a:xfrm rot="19697561">
            <a:off x="6431277" y="2794694"/>
            <a:ext cx="1636987" cy="307777"/>
          </a:xfrm>
          <a:prstGeom prst="rect">
            <a:avLst/>
          </a:prstGeom>
          <a:noFill/>
        </p:spPr>
        <p:txBody>
          <a:bodyPr wrap="none" rtlCol="0">
            <a:spAutoFit/>
          </a:bodyPr>
          <a:lstStyle/>
          <a:p>
            <a:r>
              <a:rPr lang="en-US" altLang="zh-CN" sz="1400" b="1" dirty="0" smtClean="0">
                <a:solidFill>
                  <a:srgbClr val="000000"/>
                </a:solidFill>
                <a:latin typeface="+mj-ea"/>
                <a:ea typeface="+mj-ea"/>
              </a:rPr>
              <a:t>Current direction</a:t>
            </a:r>
            <a:endParaRPr lang="zh-CN" altLang="en-US" sz="1400" b="1" dirty="0">
              <a:solidFill>
                <a:srgbClr val="000000"/>
              </a:solidFill>
              <a:latin typeface="+mj-ea"/>
              <a:ea typeface="+mj-ea"/>
            </a:endParaRPr>
          </a:p>
        </p:txBody>
      </p:sp>
      <p:cxnSp>
        <p:nvCxnSpPr>
          <p:cNvPr id="10" name="直接连接符 9"/>
          <p:cNvCxnSpPr/>
          <p:nvPr/>
        </p:nvCxnSpPr>
        <p:spPr bwMode="auto">
          <a:xfrm>
            <a:off x="4932040" y="1675312"/>
            <a:ext cx="72008" cy="4850032"/>
          </a:xfrm>
          <a:prstGeom prst="line">
            <a:avLst/>
          </a:prstGeom>
          <a:gradFill rotWithShape="0">
            <a:gsLst>
              <a:gs pos="0">
                <a:schemeClr val="accent1"/>
              </a:gs>
              <a:gs pos="100000">
                <a:schemeClr val="bg1"/>
              </a:gs>
            </a:gsLst>
            <a:lin ang="5400000" scaled="1"/>
          </a:gradFill>
          <a:ln w="6350"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Picture 4" descr="C:\Users\Administrator\AppData\Roaming\Tencent\Users\48161784\QQ\WinTemp\RichOle\YT)E3[6JT%[CF(4GJLRFA2R.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 t="7936" r="26314"/>
          <a:stretch/>
        </p:blipFill>
        <p:spPr bwMode="auto">
          <a:xfrm>
            <a:off x="246919" y="2810282"/>
            <a:ext cx="4682632" cy="34611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对象 10"/>
          <p:cNvGraphicFramePr>
            <a:graphicFrameLocks noChangeAspect="1"/>
          </p:cNvGraphicFramePr>
          <p:nvPr>
            <p:extLst>
              <p:ext uri="{D42A27DB-BD31-4B8C-83A1-F6EECF244321}">
                <p14:modId xmlns:p14="http://schemas.microsoft.com/office/powerpoint/2010/main" val="2587508586"/>
              </p:ext>
            </p:extLst>
          </p:nvPr>
        </p:nvGraphicFramePr>
        <p:xfrm>
          <a:off x="5670634" y="4681120"/>
          <a:ext cx="3054042" cy="732970"/>
        </p:xfrm>
        <a:graphic>
          <a:graphicData uri="http://schemas.openxmlformats.org/presentationml/2006/ole">
            <mc:AlternateContent xmlns:mc="http://schemas.openxmlformats.org/markup-compatibility/2006">
              <mc:Choice xmlns:v="urn:schemas-microsoft-com:vml" Requires="v">
                <p:oleObj spid="_x0000_s20501" name="Equation" r:id="rId5" imgW="1904760" imgH="457200" progId="Equation.DSMT4">
                  <p:embed/>
                </p:oleObj>
              </mc:Choice>
              <mc:Fallback>
                <p:oleObj name="Equation" r:id="rId5" imgW="1904760" imgH="457200" progId="Equation.DSMT4">
                  <p:embed/>
                  <p:pic>
                    <p:nvPicPr>
                      <p:cNvPr id="0" name=""/>
                      <p:cNvPicPr/>
                      <p:nvPr/>
                    </p:nvPicPr>
                    <p:blipFill>
                      <a:blip r:embed="rId6"/>
                      <a:stretch>
                        <a:fillRect/>
                      </a:stretch>
                    </p:blipFill>
                    <p:spPr>
                      <a:xfrm>
                        <a:off x="5670634" y="4681120"/>
                        <a:ext cx="3054042" cy="732970"/>
                      </a:xfrm>
                      <a:prstGeom prst="rect">
                        <a:avLst/>
                      </a:prstGeom>
                    </p:spPr>
                  </p:pic>
                </p:oleObj>
              </mc:Fallback>
            </mc:AlternateContent>
          </a:graphicData>
        </a:graphic>
      </p:graphicFrame>
      <p:pic>
        <p:nvPicPr>
          <p:cNvPr id="7" name="Picture 4" descr="C:\Users\Administrator\AppData\Roaming\Tencent\Users\48161784\QQ\WinTemp\RichOle\YT)E3[6JT%[CF(4GJLRFA2R.png"/>
          <p:cNvPicPr>
            <a:picLocks noChangeAspect="1" noChangeArrowheads="1"/>
          </p:cNvPicPr>
          <p:nvPr/>
        </p:nvPicPr>
        <p:blipFill rotWithShape="1">
          <a:blip r:embed="rId4">
            <a:extLst>
              <a:ext uri="{28A0092B-C50C-407E-A947-70E740481C1C}">
                <a14:useLocalDpi xmlns:a14="http://schemas.microsoft.com/office/drawing/2010/main" val="0"/>
              </a:ext>
            </a:extLst>
          </a:blip>
          <a:srcRect l="76227" t="29352" b="34072"/>
          <a:stretch/>
        </p:blipFill>
        <p:spPr bwMode="auto">
          <a:xfrm>
            <a:off x="2884777" y="1278051"/>
            <a:ext cx="2044774" cy="18611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对象 8"/>
          <p:cNvGraphicFramePr>
            <a:graphicFrameLocks noChangeAspect="1"/>
          </p:cNvGraphicFramePr>
          <p:nvPr>
            <p:extLst>
              <p:ext uri="{D42A27DB-BD31-4B8C-83A1-F6EECF244321}">
                <p14:modId xmlns:p14="http://schemas.microsoft.com/office/powerpoint/2010/main" val="3930214848"/>
              </p:ext>
            </p:extLst>
          </p:nvPr>
        </p:nvGraphicFramePr>
        <p:xfrm>
          <a:off x="533400" y="1362075"/>
          <a:ext cx="1671638" cy="627063"/>
        </p:xfrm>
        <a:graphic>
          <a:graphicData uri="http://schemas.openxmlformats.org/presentationml/2006/ole">
            <mc:AlternateContent xmlns:mc="http://schemas.openxmlformats.org/markup-compatibility/2006">
              <mc:Choice xmlns:v="urn:schemas-microsoft-com:vml" Requires="v">
                <p:oleObj spid="_x0000_s20502" name="Equation" r:id="rId7" imgW="1117440" imgH="419040" progId="Equation.DSMT4">
                  <p:embed/>
                </p:oleObj>
              </mc:Choice>
              <mc:Fallback>
                <p:oleObj name="Equation" r:id="rId7" imgW="1117440" imgH="419040" progId="Equation.DSMT4">
                  <p:embed/>
                  <p:pic>
                    <p:nvPicPr>
                      <p:cNvPr id="0" name=""/>
                      <p:cNvPicPr/>
                      <p:nvPr/>
                    </p:nvPicPr>
                    <p:blipFill>
                      <a:blip r:embed="rId8"/>
                      <a:stretch>
                        <a:fillRect/>
                      </a:stretch>
                    </p:blipFill>
                    <p:spPr>
                      <a:xfrm>
                        <a:off x="533400" y="1362075"/>
                        <a:ext cx="1671638" cy="627063"/>
                      </a:xfrm>
                      <a:prstGeom prst="rect">
                        <a:avLst/>
                      </a:prstGeom>
                    </p:spPr>
                  </p:pic>
                </p:oleObj>
              </mc:Fallback>
            </mc:AlternateContent>
          </a:graphicData>
        </a:graphic>
      </p:graphicFrame>
    </p:spTree>
    <p:extLst>
      <p:ext uri="{BB962C8B-B14F-4D97-AF65-F5344CB8AC3E}">
        <p14:creationId xmlns:p14="http://schemas.microsoft.com/office/powerpoint/2010/main" val="14109635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CN"/>
              <a:t>Ohm’s law  </a:t>
            </a:r>
            <a:endParaRPr lang="en-US" altLang="zh-CN" dirty="0"/>
          </a:p>
        </p:txBody>
      </p:sp>
      <p:sp>
        <p:nvSpPr>
          <p:cNvPr id="7" name="TextBox 6"/>
          <p:cNvSpPr txBox="1"/>
          <p:nvPr/>
        </p:nvSpPr>
        <p:spPr>
          <a:xfrm>
            <a:off x="827584" y="5456757"/>
            <a:ext cx="1152128" cy="400110"/>
          </a:xfrm>
          <a:prstGeom prst="rect">
            <a:avLst/>
          </a:prstGeom>
          <a:noFill/>
        </p:spPr>
        <p:txBody>
          <a:bodyPr wrap="square" rtlCol="0">
            <a:spAutoFit/>
          </a:bodyPr>
          <a:lstStyle/>
          <a:p>
            <a:r>
              <a:rPr lang="en-US" altLang="zh-CN" sz="2000" b="1" dirty="0">
                <a:solidFill>
                  <a:srgbClr val="000000"/>
                </a:solidFill>
                <a:latin typeface="Times New Roman" panose="02020603050405020304" pitchFamily="18" charset="0"/>
                <a:cs typeface="Times New Roman" panose="02020603050405020304" pitchFamily="18" charset="0"/>
              </a:rPr>
              <a:t>Power:</a:t>
            </a:r>
            <a:r>
              <a:rPr lang="en-US" altLang="zh-CN" sz="2000" b="1" dirty="0">
                <a:solidFill>
                  <a:srgbClr val="000000"/>
                </a:solidFill>
              </a:rPr>
              <a:t> </a:t>
            </a:r>
            <a:endParaRPr lang="zh-CN" altLang="en-US" sz="2000" b="1" dirty="0">
              <a:solidFill>
                <a:srgbClr val="000000"/>
              </a:solidFill>
            </a:endParaRPr>
          </a:p>
        </p:txBody>
      </p:sp>
      <p:pic>
        <p:nvPicPr>
          <p:cNvPr id="8"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9280" y="5314220"/>
            <a:ext cx="1097236" cy="633179"/>
          </a:xfrm>
          <a:prstGeom prst="rect">
            <a:avLst/>
          </a:prstGeom>
          <a:noFill/>
          <a:ln>
            <a:noFill/>
          </a:ln>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a:solidFill>
                  <a:schemeClr val="tx1"/>
                </a:solidFill>
                <a:miter lim="800000"/>
                <a:headEnd/>
                <a:tailEnd/>
              </a14:hiddenLine>
            </a:ext>
          </a:extLst>
        </p:spPr>
      </p:pic>
      <p:pic>
        <p:nvPicPr>
          <p:cNvPr id="9"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813" y="5250026"/>
            <a:ext cx="2092207" cy="780895"/>
          </a:xfrm>
          <a:prstGeom prst="rect">
            <a:avLst/>
          </a:prstGeom>
          <a:noFill/>
          <a:ln>
            <a:noFill/>
          </a:ln>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a:solidFill>
                  <a:schemeClr val="tx1"/>
                </a:solidFill>
                <a:miter lim="800000"/>
                <a:headEnd/>
                <a:tailEnd/>
              </a14:hiddenLine>
            </a:ext>
          </a:extLst>
        </p:spPr>
      </p:pic>
      <p:sp>
        <p:nvSpPr>
          <p:cNvPr id="10" name="TextBox 9"/>
          <p:cNvSpPr txBox="1"/>
          <p:nvPr/>
        </p:nvSpPr>
        <p:spPr>
          <a:xfrm>
            <a:off x="827584" y="730164"/>
            <a:ext cx="5923384" cy="400110"/>
          </a:xfrm>
          <a:prstGeom prst="rect">
            <a:avLst/>
          </a:prstGeom>
          <a:noFill/>
        </p:spPr>
        <p:txBody>
          <a:bodyPr wrap="square" rtlCol="0">
            <a:spAutoFit/>
          </a:bodyPr>
          <a:lstStyle/>
          <a:p>
            <a:r>
              <a:rPr lang="en-US" altLang="zh-CN" sz="2000" dirty="0">
                <a:solidFill>
                  <a:srgbClr val="000000"/>
                </a:solidFill>
                <a:latin typeface="Times New Roman" panose="02020603050405020304" pitchFamily="18" charset="0"/>
                <a:cs typeface="Times New Roman" panose="02020603050405020304" pitchFamily="18" charset="0"/>
              </a:rPr>
              <a:t>Microscopic and macroscopic quantities in ohm’s law</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pic>
        <p:nvPicPr>
          <p:cNvPr id="12" name="Picture 1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27584" y="1216577"/>
            <a:ext cx="6408712" cy="3633867"/>
          </a:xfrm>
          <a:prstGeom prst="rect">
            <a:avLst/>
          </a:prstGeom>
          <a:noFill/>
          <a:ln>
            <a:noFill/>
          </a:ln>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a:solidFill>
                  <a:schemeClr val="tx1"/>
                </a:solidFill>
                <a:miter lim="800000"/>
                <a:headEnd/>
                <a:tailEnd/>
              </a14:hiddenLine>
            </a:ext>
          </a:extLst>
        </p:spPr>
      </p:pic>
    </p:spTree>
    <p:extLst>
      <p:ext uri="{BB962C8B-B14F-4D97-AF65-F5344CB8AC3E}">
        <p14:creationId xmlns:p14="http://schemas.microsoft.com/office/powerpoint/2010/main" val="1522565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CN" dirty="0"/>
              <a:t>Kirchhoff’s rules</a:t>
            </a:r>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908720"/>
            <a:ext cx="7943850" cy="392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835"/>
    </mc:Choice>
    <mc:Fallback xmlns="">
      <p:transition spd="slow" advTm="483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CN" dirty="0"/>
              <a:t>Kirchhoff’s rules</a:t>
            </a: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908719"/>
            <a:ext cx="7632848" cy="4778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对象 1"/>
          <p:cNvGraphicFramePr>
            <a:graphicFrameLocks noChangeAspect="1"/>
          </p:cNvGraphicFramePr>
          <p:nvPr/>
        </p:nvGraphicFramePr>
        <p:xfrm>
          <a:off x="5200257" y="3861048"/>
          <a:ext cx="2817813" cy="503238"/>
        </p:xfrm>
        <a:graphic>
          <a:graphicData uri="http://schemas.openxmlformats.org/presentationml/2006/ole">
            <mc:AlternateContent xmlns:mc="http://schemas.openxmlformats.org/markup-compatibility/2006">
              <mc:Choice xmlns:v="urn:schemas-microsoft-com:vml" Requires="v">
                <p:oleObj spid="_x0000_s15528" name="Equation" r:id="rId5" imgW="28956000" imgH="5181600" progId="Equation.KSEE3">
                  <p:embed/>
                </p:oleObj>
              </mc:Choice>
              <mc:Fallback>
                <p:oleObj name="Equation" r:id="rId5" imgW="28956000" imgH="5181600" progId="Equation.KSEE3">
                  <p:embed/>
                  <p:pic>
                    <p:nvPicPr>
                      <p:cNvPr id="0" name="图片 15474"/>
                      <p:cNvPicPr/>
                      <p:nvPr/>
                    </p:nvPicPr>
                    <p:blipFill>
                      <a:blip r:embed="rId6"/>
                      <a:stretch>
                        <a:fillRect/>
                      </a:stretch>
                    </p:blipFill>
                    <p:spPr>
                      <a:xfrm>
                        <a:off x="5200257" y="3861048"/>
                        <a:ext cx="2817813" cy="503238"/>
                      </a:xfrm>
                      <a:prstGeom prst="rect">
                        <a:avLst/>
                      </a:prstGeom>
                      <a:solidFill>
                        <a:schemeClr val="bg1"/>
                      </a:solid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992"/>
    </mc:Choice>
    <mc:Fallback xmlns="">
      <p:transition spd="slow" advTm="199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495586" y="12616"/>
            <a:ext cx="8534400" cy="503238"/>
          </a:xfrm>
        </p:spPr>
        <p:txBody>
          <a:bodyPr/>
          <a:lstStyle/>
          <a:p>
            <a:r>
              <a:rPr lang="en-US" altLang="zh-CN" dirty="0"/>
              <a:t>Problem 1</a:t>
            </a:r>
          </a:p>
        </p:txBody>
      </p:sp>
      <p:sp>
        <p:nvSpPr>
          <p:cNvPr id="3" name="TextBox 2"/>
          <p:cNvSpPr txBox="1"/>
          <p:nvPr/>
        </p:nvSpPr>
        <p:spPr>
          <a:xfrm>
            <a:off x="251520" y="1029846"/>
            <a:ext cx="504056" cy="382930"/>
          </a:xfrm>
          <a:prstGeom prst="rect">
            <a:avLst/>
          </a:prstGeom>
          <a:solidFill>
            <a:schemeClr val="bg1"/>
          </a:solidFill>
        </p:spPr>
        <p:txBody>
          <a:bodyPr wrap="square" rtlCol="0">
            <a:spAutoFit/>
          </a:bodyPr>
          <a:lstStyle/>
          <a:p>
            <a:endParaRPr lang="zh-CN" altLang="en-US" dirty="0"/>
          </a:p>
        </p:txBody>
      </p:sp>
      <p:sp>
        <p:nvSpPr>
          <p:cNvPr id="5" name="TextBox 4"/>
          <p:cNvSpPr txBox="1"/>
          <p:nvPr/>
        </p:nvSpPr>
        <p:spPr>
          <a:xfrm>
            <a:off x="337729" y="764704"/>
            <a:ext cx="8443664" cy="2733056"/>
          </a:xfrm>
          <a:prstGeom prst="rect">
            <a:avLst/>
          </a:prstGeom>
          <a:noFill/>
        </p:spPr>
        <p:txBody>
          <a:bodyPr wrap="square" rtlCol="0">
            <a:spAutoFit/>
          </a:bodyPr>
          <a:lstStyle/>
          <a:p>
            <a:pPr>
              <a:lnSpc>
                <a:spcPct val="130000"/>
              </a:lnSpc>
            </a:pPr>
            <a:r>
              <a:rPr lang="en-US" altLang="zh-CN" sz="2200" dirty="0">
                <a:latin typeface="Times New Roman" panose="02020603050405020304" pitchFamily="18" charset="0"/>
                <a:cs typeface="Times New Roman" panose="02020603050405020304" pitchFamily="18" charset="0"/>
              </a:rPr>
              <a:t>ε</a:t>
            </a:r>
            <a:r>
              <a:rPr lang="en-US" altLang="zh-CN" sz="2200" baseline="-25000" dirty="0">
                <a:latin typeface="Times New Roman" panose="02020603050405020304" pitchFamily="18" charset="0"/>
                <a:cs typeface="Times New Roman" panose="02020603050405020304" pitchFamily="18" charset="0"/>
              </a:rPr>
              <a:t>1</a:t>
            </a:r>
            <a:r>
              <a:rPr lang="en-US" altLang="zh-CN" sz="2200" dirty="0">
                <a:latin typeface="Times New Roman" panose="02020603050405020304" pitchFamily="18" charset="0"/>
                <a:cs typeface="Times New Roman" panose="02020603050405020304" pitchFamily="18" charset="0"/>
              </a:rPr>
              <a:t> =8.00 V , ε</a:t>
            </a:r>
            <a:r>
              <a:rPr lang="en-US" altLang="zh-CN" sz="2200" baseline="-25000" dirty="0">
                <a:latin typeface="Times New Roman" panose="02020603050405020304" pitchFamily="18" charset="0"/>
                <a:cs typeface="Times New Roman" panose="02020603050405020304" pitchFamily="18" charset="0"/>
              </a:rPr>
              <a:t>2</a:t>
            </a:r>
            <a:r>
              <a:rPr lang="en-US" altLang="zh-CN" sz="2200" dirty="0">
                <a:latin typeface="Times New Roman" panose="02020603050405020304" pitchFamily="18" charset="0"/>
                <a:cs typeface="Times New Roman" panose="02020603050405020304" pitchFamily="18" charset="0"/>
              </a:rPr>
              <a:t> =12.0 V, R</a:t>
            </a:r>
            <a:r>
              <a:rPr lang="en-US" altLang="zh-CN" sz="2200" baseline="-25000" dirty="0">
                <a:latin typeface="Times New Roman" panose="02020603050405020304" pitchFamily="18" charset="0"/>
                <a:cs typeface="Times New Roman" panose="02020603050405020304" pitchFamily="18" charset="0"/>
              </a:rPr>
              <a:t>1</a:t>
            </a:r>
            <a:r>
              <a:rPr lang="en-US" altLang="zh-CN" sz="2200" dirty="0">
                <a:latin typeface="Times New Roman" panose="02020603050405020304" pitchFamily="18" charset="0"/>
                <a:cs typeface="Times New Roman" panose="02020603050405020304" pitchFamily="18" charset="0"/>
              </a:rPr>
              <a:t> =100 </a:t>
            </a:r>
            <a:r>
              <a:rPr lang="en-US" altLang="zh-CN" sz="2200" dirty="0" smtClean="0">
                <a:latin typeface="Times New Roman" panose="02020603050405020304" pitchFamily="18" charset="0"/>
                <a:cs typeface="Times New Roman" panose="02020603050405020304" pitchFamily="18" charset="0"/>
              </a:rPr>
              <a:t>Ω</a:t>
            </a:r>
            <a:r>
              <a:rPr lang="zh-CN" altLang="en-US" sz="2200" dirty="0" smtClean="0">
                <a:latin typeface="Times New Roman" panose="02020603050405020304" pitchFamily="18" charset="0"/>
                <a:cs typeface="Times New Roman" panose="02020603050405020304" pitchFamily="18" charset="0"/>
              </a:rPr>
              <a:t>，</a:t>
            </a:r>
            <a:r>
              <a:rPr lang="en-US" altLang="zh-CN" sz="2200" dirty="0" smtClean="0">
                <a:latin typeface="Times New Roman" panose="02020603050405020304" pitchFamily="18" charset="0"/>
                <a:cs typeface="Times New Roman" panose="02020603050405020304" pitchFamily="18" charset="0"/>
              </a:rPr>
              <a:t>R</a:t>
            </a:r>
            <a:r>
              <a:rPr lang="en-US" altLang="zh-CN" sz="2200" baseline="-25000" dirty="0" smtClean="0">
                <a:latin typeface="Times New Roman" panose="02020603050405020304" pitchFamily="18" charset="0"/>
                <a:cs typeface="Times New Roman" panose="02020603050405020304" pitchFamily="18" charset="0"/>
              </a:rPr>
              <a:t>2</a:t>
            </a:r>
            <a:r>
              <a:rPr lang="en-US" altLang="zh-CN" sz="2200" dirty="0" smtClean="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=200 Ω and R</a:t>
            </a:r>
            <a:r>
              <a:rPr lang="en-US" altLang="zh-CN" sz="2200" baseline="-25000" dirty="0">
                <a:latin typeface="Times New Roman" panose="02020603050405020304" pitchFamily="18" charset="0"/>
                <a:cs typeface="Times New Roman" panose="02020603050405020304" pitchFamily="18" charset="0"/>
              </a:rPr>
              <a:t>3</a:t>
            </a:r>
            <a:r>
              <a:rPr lang="en-US" altLang="zh-CN" sz="2200" dirty="0">
                <a:latin typeface="Times New Roman" panose="02020603050405020304" pitchFamily="18" charset="0"/>
                <a:cs typeface="Times New Roman" panose="02020603050405020304" pitchFamily="18" charset="0"/>
              </a:rPr>
              <a:t> =300 </a:t>
            </a:r>
            <a:r>
              <a:rPr lang="en-US" altLang="zh-CN" sz="2200" dirty="0" smtClean="0">
                <a:latin typeface="Times New Roman" panose="02020603050405020304" pitchFamily="18" charset="0"/>
                <a:cs typeface="Times New Roman" panose="02020603050405020304" pitchFamily="18" charset="0"/>
              </a:rPr>
              <a:t>Ω</a:t>
            </a:r>
            <a:r>
              <a:rPr lang="zh-CN" altLang="en-US" sz="2200" dirty="0" smtClean="0">
                <a:latin typeface="Times New Roman" panose="02020603050405020304" pitchFamily="18" charset="0"/>
                <a:cs typeface="Times New Roman" panose="02020603050405020304" pitchFamily="18" charset="0"/>
              </a:rPr>
              <a:t>，</a:t>
            </a:r>
            <a:r>
              <a:rPr lang="en-US" altLang="zh-CN" sz="2200" dirty="0" smtClean="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one point of the circuit is grounded (V=0</a:t>
            </a:r>
            <a:r>
              <a:rPr lang="en-US" altLang="zh-CN" sz="2200" dirty="0" smtClean="0">
                <a:latin typeface="Times New Roman" panose="02020603050405020304" pitchFamily="18" charset="0"/>
                <a:cs typeface="Times New Roman" panose="02020603050405020304" pitchFamily="18" charset="0"/>
              </a:rPr>
              <a:t>). </a:t>
            </a:r>
          </a:p>
          <a:p>
            <a:pPr>
              <a:lnSpc>
                <a:spcPct val="130000"/>
              </a:lnSpc>
            </a:pPr>
            <a:r>
              <a:rPr lang="en-US" altLang="zh-CN" sz="2200" dirty="0" smtClean="0">
                <a:latin typeface="Times New Roman" panose="02020603050405020304" pitchFamily="18" charset="0"/>
                <a:cs typeface="Times New Roman" panose="02020603050405020304" pitchFamily="18" charset="0"/>
              </a:rPr>
              <a:t>What </a:t>
            </a:r>
            <a:r>
              <a:rPr lang="en-US" altLang="zh-CN" sz="2200" dirty="0">
                <a:latin typeface="Times New Roman" panose="02020603050405020304" pitchFamily="18" charset="0"/>
                <a:cs typeface="Times New Roman" panose="02020603050405020304" pitchFamily="18" charset="0"/>
              </a:rPr>
              <a:t>are </a:t>
            </a:r>
            <a:r>
              <a:rPr lang="en-US" altLang="zh-CN" sz="2200" dirty="0" smtClean="0">
                <a:latin typeface="Times New Roman" panose="02020603050405020304" pitchFamily="18" charset="0"/>
                <a:cs typeface="Times New Roman" panose="02020603050405020304" pitchFamily="18" charset="0"/>
              </a:rPr>
              <a:t>(a</a:t>
            </a:r>
            <a:r>
              <a:rPr lang="en-US" altLang="zh-CN" sz="2200" dirty="0">
                <a:latin typeface="Times New Roman" panose="02020603050405020304" pitchFamily="18" charset="0"/>
                <a:cs typeface="Times New Roman" panose="02020603050405020304" pitchFamily="18" charset="0"/>
              </a:rPr>
              <a:t>) </a:t>
            </a:r>
            <a:r>
              <a:rPr lang="en-US" altLang="zh-CN" sz="2200" dirty="0" smtClean="0">
                <a:latin typeface="Times New Roman" panose="02020603050405020304" pitchFamily="18" charset="0"/>
                <a:cs typeface="Times New Roman" panose="02020603050405020304" pitchFamily="18" charset="0"/>
              </a:rPr>
              <a:t>The size </a:t>
            </a:r>
            <a:r>
              <a:rPr lang="en-US" altLang="zh-CN" sz="2200" dirty="0">
                <a:latin typeface="Times New Roman" panose="02020603050405020304" pitchFamily="18" charset="0"/>
                <a:cs typeface="Times New Roman" panose="02020603050405020304" pitchFamily="18" charset="0"/>
              </a:rPr>
              <a:t>and (b) direction ( up or down)of the current through resistor </a:t>
            </a:r>
            <a:r>
              <a:rPr lang="en-US" altLang="zh-CN" sz="2200" dirty="0" smtClean="0">
                <a:latin typeface="Times New Roman" panose="02020603050405020304" pitchFamily="18" charset="0"/>
                <a:cs typeface="Times New Roman" panose="02020603050405020304" pitchFamily="18" charset="0"/>
              </a:rPr>
              <a:t>1, (c</a:t>
            </a:r>
            <a:r>
              <a:rPr lang="en-US" altLang="zh-CN" sz="2200" dirty="0">
                <a:latin typeface="Times New Roman" panose="02020603050405020304" pitchFamily="18" charset="0"/>
                <a:cs typeface="Times New Roman" panose="02020603050405020304" pitchFamily="18" charset="0"/>
              </a:rPr>
              <a:t>) </a:t>
            </a:r>
            <a:r>
              <a:rPr lang="en-US" altLang="zh-CN" sz="2200" dirty="0" smtClean="0">
                <a:latin typeface="Times New Roman" panose="02020603050405020304" pitchFamily="18" charset="0"/>
                <a:cs typeface="Times New Roman" panose="02020603050405020304" pitchFamily="18" charset="0"/>
              </a:rPr>
              <a:t>the size </a:t>
            </a:r>
            <a:r>
              <a:rPr lang="en-US" altLang="zh-CN" sz="2200" dirty="0">
                <a:latin typeface="Times New Roman" panose="02020603050405020304" pitchFamily="18" charset="0"/>
                <a:cs typeface="Times New Roman" panose="02020603050405020304" pitchFamily="18" charset="0"/>
              </a:rPr>
              <a:t>and (d)direction (left or </a:t>
            </a:r>
            <a:r>
              <a:rPr lang="en-US" altLang="zh-CN" sz="2200" dirty="0" smtClean="0">
                <a:latin typeface="Times New Roman" panose="02020603050405020304" pitchFamily="18" charset="0"/>
                <a:cs typeface="Times New Roman" panose="02020603050405020304" pitchFamily="18" charset="0"/>
              </a:rPr>
              <a:t>right) of </a:t>
            </a:r>
            <a:r>
              <a:rPr lang="en-US" altLang="zh-CN" sz="2200" dirty="0">
                <a:latin typeface="Times New Roman" panose="02020603050405020304" pitchFamily="18" charset="0"/>
                <a:cs typeface="Times New Roman" panose="02020603050405020304" pitchFamily="18" charset="0"/>
              </a:rPr>
              <a:t>the current through resistor </a:t>
            </a:r>
            <a:r>
              <a:rPr lang="en-US" altLang="zh-CN" sz="2200" dirty="0" smtClean="0">
                <a:latin typeface="Times New Roman" panose="02020603050405020304" pitchFamily="18" charset="0"/>
                <a:cs typeface="Times New Roman" panose="02020603050405020304" pitchFamily="18" charset="0"/>
              </a:rPr>
              <a:t>2, the (</a:t>
            </a:r>
            <a:r>
              <a:rPr lang="en-US" altLang="zh-CN" sz="2200" dirty="0">
                <a:latin typeface="Times New Roman" panose="02020603050405020304" pitchFamily="18" charset="0"/>
                <a:cs typeface="Times New Roman" panose="02020603050405020304" pitchFamily="18" charset="0"/>
              </a:rPr>
              <a:t>e) </a:t>
            </a:r>
            <a:r>
              <a:rPr lang="en-US" altLang="zh-CN" sz="2200" dirty="0" smtClean="0">
                <a:latin typeface="Times New Roman" panose="02020603050405020304" pitchFamily="18" charset="0"/>
                <a:cs typeface="Times New Roman" panose="02020603050405020304" pitchFamily="18" charset="0"/>
              </a:rPr>
              <a:t>size </a:t>
            </a:r>
            <a:r>
              <a:rPr lang="en-US" altLang="zh-CN" sz="2200" dirty="0">
                <a:latin typeface="Times New Roman" panose="02020603050405020304" pitchFamily="18" charset="0"/>
                <a:cs typeface="Times New Roman" panose="02020603050405020304" pitchFamily="18" charset="0"/>
              </a:rPr>
              <a:t>and (f</a:t>
            </a:r>
            <a:r>
              <a:rPr lang="en-US" altLang="zh-CN" sz="2200" dirty="0" smtClean="0">
                <a:latin typeface="Times New Roman" panose="02020603050405020304" pitchFamily="18" charset="0"/>
                <a:cs typeface="Times New Roman" panose="02020603050405020304" pitchFamily="18" charset="0"/>
              </a:rPr>
              <a:t>) direction </a:t>
            </a:r>
            <a:r>
              <a:rPr lang="en-US" altLang="zh-CN" sz="2200" dirty="0">
                <a:latin typeface="Times New Roman" panose="02020603050405020304" pitchFamily="18" charset="0"/>
                <a:cs typeface="Times New Roman" panose="02020603050405020304" pitchFamily="18" charset="0"/>
              </a:rPr>
              <a:t>of the current through resistor 3? (g) what is the electric potential at point A</a:t>
            </a:r>
            <a:r>
              <a:rPr lang="zh-CN" altLang="en-US" sz="2200" dirty="0">
                <a:latin typeface="Times New Roman" panose="02020603050405020304" pitchFamily="18" charset="0"/>
                <a:cs typeface="Times New Roman" panose="02020603050405020304" pitchFamily="18" charset="0"/>
              </a:rPr>
              <a:t>？</a:t>
            </a:r>
          </a:p>
        </p:txBody>
      </p:sp>
      <p:pic>
        <p:nvPicPr>
          <p:cNvPr id="2" name="图片 1">
            <a:extLst>
              <a:ext uri="{FF2B5EF4-FFF2-40B4-BE49-F238E27FC236}">
                <a16:creationId xmlns="" xmlns:a16="http://schemas.microsoft.com/office/drawing/2014/main" id="{2E458AF4-1BBA-4CF5-A0FE-DB78B035FEDA}"/>
              </a:ext>
            </a:extLst>
          </p:cNvPr>
          <p:cNvPicPr>
            <a:picLocks noChangeAspect="1"/>
          </p:cNvPicPr>
          <p:nvPr/>
        </p:nvPicPr>
        <p:blipFill>
          <a:blip r:embed="rId3"/>
          <a:stretch>
            <a:fillRect/>
          </a:stretch>
        </p:blipFill>
        <p:spPr>
          <a:xfrm>
            <a:off x="2843808" y="3611667"/>
            <a:ext cx="3023878" cy="2578832"/>
          </a:xfrm>
          <a:prstGeom prst="rect">
            <a:avLst/>
          </a:prstGeom>
        </p:spPr>
      </p:pic>
    </p:spTree>
    <p:extLst>
      <p:ext uri="{BB962C8B-B14F-4D97-AF65-F5344CB8AC3E}">
        <p14:creationId xmlns:p14="http://schemas.microsoft.com/office/powerpoint/2010/main" val="1481689258"/>
      </p:ext>
    </p:extLst>
  </p:cSld>
  <p:clrMapOvr>
    <a:masterClrMapping/>
  </p:clrMapOvr>
  <mc:AlternateContent xmlns:mc="http://schemas.openxmlformats.org/markup-compatibility/2006" xmlns:p14="http://schemas.microsoft.com/office/powerpoint/2010/main">
    <mc:Choice Requires="p14">
      <p:transition spd="slow" p14:dur="2000" advTm="425848"/>
    </mc:Choice>
    <mc:Fallback xmlns="">
      <p:transition spd="slow" advTm="42584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482392" y="28620"/>
            <a:ext cx="8534400" cy="503238"/>
          </a:xfrm>
        </p:spPr>
        <p:txBody>
          <a:bodyPr/>
          <a:lstStyle/>
          <a:p>
            <a:r>
              <a:rPr lang="en-US" altLang="zh-CN" dirty="0"/>
              <a:t>Answer 1</a:t>
            </a:r>
          </a:p>
        </p:txBody>
      </p:sp>
      <p:sp>
        <p:nvSpPr>
          <p:cNvPr id="6" name="TextBox 5"/>
          <p:cNvSpPr txBox="1"/>
          <p:nvPr/>
        </p:nvSpPr>
        <p:spPr>
          <a:xfrm>
            <a:off x="467544" y="2636912"/>
            <a:ext cx="504056" cy="382930"/>
          </a:xfrm>
          <a:prstGeom prst="rect">
            <a:avLst/>
          </a:prstGeom>
          <a:solidFill>
            <a:schemeClr val="bg1"/>
          </a:solidFill>
        </p:spPr>
        <p:txBody>
          <a:bodyPr wrap="square" rtlCol="0">
            <a:spAutoFit/>
          </a:bodyPr>
          <a:lstStyle/>
          <a:p>
            <a:endParaRPr lang="zh-CN" altLang="en-US"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338" y="4049895"/>
            <a:ext cx="5748632" cy="1866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338" y="1307964"/>
            <a:ext cx="7299171" cy="2472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5778" y="28620"/>
            <a:ext cx="2420515" cy="2054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719698" y="5550036"/>
            <a:ext cx="811441" cy="338554"/>
          </a:xfrm>
          <a:prstGeom prst="rect">
            <a:avLst/>
          </a:prstGeom>
          <a:solidFill>
            <a:schemeClr val="bg1"/>
          </a:solidFill>
        </p:spPr>
        <p:txBody>
          <a:bodyPr wrap="none" rtlCol="0">
            <a:spAutoFit/>
          </a:bodyPr>
          <a:lstStyle/>
          <a:p>
            <a:r>
              <a:rPr lang="en-US" altLang="zh-CN" sz="1600" dirty="0"/>
              <a:t>0.0437</a:t>
            </a:r>
            <a:endParaRPr lang="zh-CN" altLang="en-US" sz="1600" dirty="0"/>
          </a:p>
        </p:txBody>
      </p:sp>
    </p:spTree>
    <p:extLst>
      <p:ext uri="{BB962C8B-B14F-4D97-AF65-F5344CB8AC3E}">
        <p14:creationId xmlns:p14="http://schemas.microsoft.com/office/powerpoint/2010/main" val="1214076315"/>
      </p:ext>
    </p:extLst>
  </p:cSld>
  <p:clrMapOvr>
    <a:masterClrMapping/>
  </p:clrMapOvr>
  <mc:AlternateContent xmlns:mc="http://schemas.openxmlformats.org/markup-compatibility/2006" xmlns:p14="http://schemas.microsoft.com/office/powerpoint/2010/main">
    <mc:Choice Requires="p14">
      <p:transition spd="slow" p14:dur="2000" advTm="40373"/>
    </mc:Choice>
    <mc:Fallback xmlns="">
      <p:transition spd="slow" advTm="4037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179512" y="35476"/>
            <a:ext cx="8534400" cy="503238"/>
          </a:xfrm>
        </p:spPr>
        <p:txBody>
          <a:bodyPr/>
          <a:lstStyle/>
          <a:p>
            <a:r>
              <a:rPr lang="en-US" altLang="zh-CN" dirty="0"/>
              <a:t>RC circuits </a:t>
            </a:r>
          </a:p>
        </p:txBody>
      </p:sp>
      <p:pic>
        <p:nvPicPr>
          <p:cNvPr id="4" name="图片 722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33664" y="678991"/>
            <a:ext cx="2952328" cy="336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433981" y="3244334"/>
            <a:ext cx="276038" cy="369332"/>
          </a:xfrm>
          <a:prstGeom prst="rect">
            <a:avLst/>
          </a:prstGeom>
        </p:spPr>
        <p:txBody>
          <a:bodyPr wrap="none">
            <a:spAutoFit/>
          </a:bodyPr>
          <a:lstStyle/>
          <a:p>
            <a:r>
              <a:rPr lang="en-US" altLang="zh-CN" dirty="0"/>
              <a:t>τ</a:t>
            </a:r>
            <a:endParaRPr lang="zh-CN" altLang="en-US" dirty="0"/>
          </a:p>
        </p:txBody>
      </p:sp>
      <p:sp>
        <p:nvSpPr>
          <p:cNvPr id="12" name="TextBox 11"/>
          <p:cNvSpPr txBox="1"/>
          <p:nvPr/>
        </p:nvSpPr>
        <p:spPr>
          <a:xfrm>
            <a:off x="7020272" y="2203086"/>
            <a:ext cx="1656184" cy="923330"/>
          </a:xfrm>
          <a:prstGeom prst="rect">
            <a:avLst/>
          </a:prstGeom>
          <a:noFill/>
        </p:spPr>
        <p:txBody>
          <a:bodyPr wrap="square" rtlCol="0">
            <a:spAutoFit/>
          </a:bodyPr>
          <a:lstStyle/>
          <a:p>
            <a:r>
              <a:rPr lang="en-US" altLang="zh-CN" dirty="0"/>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capacitive time constant</a:t>
            </a:r>
            <a:endParaRPr lang="zh-CN" altLang="en-US" dirty="0">
              <a:latin typeface="Times New Roman" panose="02020603050405020304" pitchFamily="18" charset="0"/>
              <a:cs typeface="Times New Roman" panose="02020603050405020304" pitchFamily="18" charset="0"/>
            </a:endParaRPr>
          </a:p>
        </p:txBody>
      </p:sp>
      <p:sp>
        <p:nvSpPr>
          <p:cNvPr id="14" name="矩形 13"/>
          <p:cNvSpPr/>
          <p:nvPr/>
        </p:nvSpPr>
        <p:spPr bwMode="auto">
          <a:xfrm>
            <a:off x="6948264" y="2109012"/>
            <a:ext cx="1944216" cy="1111478"/>
          </a:xfrm>
          <a:prstGeom prst="rect">
            <a:avLst/>
          </a:prstGeom>
          <a:noFill/>
          <a:ln w="12700"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panose="020B0604020202020204" pitchFamily="34" charset="0"/>
            </a:endParaRPr>
          </a:p>
        </p:txBody>
      </p:sp>
      <p:pic>
        <p:nvPicPr>
          <p:cNvPr id="14419" name="Picture 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759" y="673341"/>
            <a:ext cx="2654676" cy="2741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420" name="Picture 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648" y="4199815"/>
            <a:ext cx="2310937" cy="577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3466149"/>
            <a:ext cx="2100718" cy="5528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曲线连接符 16"/>
          <p:cNvCxnSpPr/>
          <p:nvPr/>
        </p:nvCxnSpPr>
        <p:spPr bwMode="auto">
          <a:xfrm>
            <a:off x="-104588" y="4053226"/>
            <a:ext cx="4572000" cy="2506374"/>
          </a:xfrm>
          <a:prstGeom prst="curvedConnector3">
            <a:avLst>
              <a:gd name="adj1" fmla="val 38750"/>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421" name="Picture 8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3550" y="4973241"/>
            <a:ext cx="2703058" cy="746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422" name="Picture 8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13981" y="5931559"/>
            <a:ext cx="1916038" cy="584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423" name="Picture 8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6063" y="6039863"/>
            <a:ext cx="248602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424" name="Picture 8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00263" y="4419912"/>
            <a:ext cx="329565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361421750"/>
              </p:ext>
            </p:extLst>
          </p:nvPr>
        </p:nvGraphicFramePr>
        <p:xfrm>
          <a:off x="7092280" y="2271836"/>
          <a:ext cx="648072" cy="238763"/>
        </p:xfrm>
        <a:graphic>
          <a:graphicData uri="http://schemas.openxmlformats.org/presentationml/2006/ole">
            <mc:AlternateContent xmlns:mc="http://schemas.openxmlformats.org/markup-compatibility/2006">
              <mc:Choice xmlns:v="urn:schemas-microsoft-com:vml" Requires="v">
                <p:oleObj spid="_x0000_s14595" name="Equation" r:id="rId12" imgW="482400" imgH="177480" progId="Equation.DSMT4">
                  <p:embed/>
                </p:oleObj>
              </mc:Choice>
              <mc:Fallback>
                <p:oleObj name="Equation" r:id="rId12" imgW="482400" imgH="177480" progId="Equation.DSMT4">
                  <p:embed/>
                  <p:pic>
                    <p:nvPicPr>
                      <p:cNvPr id="0" name=""/>
                      <p:cNvPicPr/>
                      <p:nvPr/>
                    </p:nvPicPr>
                    <p:blipFill>
                      <a:blip r:embed="rId13"/>
                      <a:stretch>
                        <a:fillRect/>
                      </a:stretch>
                    </p:blipFill>
                    <p:spPr>
                      <a:xfrm>
                        <a:off x="7092280" y="2271836"/>
                        <a:ext cx="648072" cy="238763"/>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535"/>
    </mc:Choice>
    <mc:Fallback xmlns="">
      <p:transition spd="slow" advTm="153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 xmlns:a16="http://schemas.microsoft.com/office/drawing/2014/main" id="{F6815334-BCD2-484B-A488-2C83220C8F3E}"/>
              </a:ext>
            </a:extLst>
          </p:cNvPr>
          <p:cNvSpPr>
            <a:spLocks noGrp="1" noChangeArrowheads="1"/>
          </p:cNvSpPr>
          <p:nvPr>
            <p:ph type="title"/>
          </p:nvPr>
        </p:nvSpPr>
        <p:spPr/>
        <p:txBody>
          <a:bodyPr/>
          <a:lstStyle/>
          <a:p>
            <a:r>
              <a:rPr lang="en-US" altLang="zh-CN">
                <a:ea typeface="宋体" panose="02010600030101010101" pitchFamily="2" charset="-122"/>
              </a:rPr>
              <a:t>RC circuit – charging</a:t>
            </a:r>
          </a:p>
        </p:txBody>
      </p:sp>
      <p:sp>
        <p:nvSpPr>
          <p:cNvPr id="72707" name="Text Box 16">
            <a:extLst>
              <a:ext uri="{FF2B5EF4-FFF2-40B4-BE49-F238E27FC236}">
                <a16:creationId xmlns="" xmlns:a16="http://schemas.microsoft.com/office/drawing/2014/main" id="{F4935EB8-3906-4F22-B935-054312D29DFE}"/>
              </a:ext>
            </a:extLst>
          </p:cNvPr>
          <p:cNvSpPr txBox="1">
            <a:spLocks noChangeArrowheads="1"/>
          </p:cNvSpPr>
          <p:nvPr/>
        </p:nvSpPr>
        <p:spPr bwMode="auto">
          <a:xfrm>
            <a:off x="565150" y="1630363"/>
            <a:ext cx="5111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lIns="92075" tIns="46038" rIns="92075" bIns="46038">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n-US" altLang="zh-CN" dirty="0">
                <a:ea typeface="宋体" panose="02010600030101010101" pitchFamily="2" charset="-122"/>
              </a:rPr>
              <a:t>Energy supplied by the </a:t>
            </a:r>
            <a:r>
              <a:rPr lang="en-US" altLang="zh-CN" b="1" dirty="0">
                <a:ea typeface="宋体" panose="02010600030101010101" pitchFamily="2" charset="-122"/>
              </a:rPr>
              <a:t>power</a:t>
            </a:r>
            <a:r>
              <a:rPr lang="en-US" altLang="zh-CN" dirty="0">
                <a:ea typeface="宋体" panose="02010600030101010101" pitchFamily="2" charset="-122"/>
              </a:rPr>
              <a:t>  :</a:t>
            </a:r>
          </a:p>
        </p:txBody>
      </p:sp>
      <p:pic>
        <p:nvPicPr>
          <p:cNvPr id="72708" name="Picture 17">
            <a:extLst>
              <a:ext uri="{FF2B5EF4-FFF2-40B4-BE49-F238E27FC236}">
                <a16:creationId xmlns="" xmlns:a16="http://schemas.microsoft.com/office/drawing/2014/main" id="{1BED13FD-DC57-4153-8AD2-5A412979F1A1}"/>
              </a:ext>
            </a:extLst>
          </p:cNvPr>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972440" y="699293"/>
            <a:ext cx="21621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Text Box 18">
            <a:extLst>
              <a:ext uri="{FF2B5EF4-FFF2-40B4-BE49-F238E27FC236}">
                <a16:creationId xmlns="" xmlns:a16="http://schemas.microsoft.com/office/drawing/2014/main" id="{F2901B98-421A-46AA-9D8C-3A2A7D16D5F6}"/>
              </a:ext>
            </a:extLst>
          </p:cNvPr>
          <p:cNvSpPr txBox="1">
            <a:spLocks noChangeArrowheads="1"/>
          </p:cNvSpPr>
          <p:nvPr/>
        </p:nvSpPr>
        <p:spPr bwMode="auto">
          <a:xfrm>
            <a:off x="3356201" y="761033"/>
            <a:ext cx="5032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wrap="square" lIns="92075" tIns="46038" rIns="92075" bIns="46038">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zh-CN" altLang="en-US" dirty="0">
                <a:ea typeface="宋体" panose="02010600030101010101" pitchFamily="2" charset="-122"/>
              </a:rPr>
              <a:t>→</a:t>
            </a:r>
            <a:endParaRPr lang="zh-CN" altLang="en-US" dirty="0">
              <a:ea typeface="宋体" panose="02010600030101010101" pitchFamily="2" charset="-122"/>
              <a:cs typeface="Arial" panose="020B0604020202020204" pitchFamily="34" charset="0"/>
            </a:endParaRPr>
          </a:p>
        </p:txBody>
      </p:sp>
      <p:pic>
        <p:nvPicPr>
          <p:cNvPr id="72710" name="Picture 19">
            <a:extLst>
              <a:ext uri="{FF2B5EF4-FFF2-40B4-BE49-F238E27FC236}">
                <a16:creationId xmlns="" xmlns:a16="http://schemas.microsoft.com/office/drawing/2014/main" id="{C5693B76-D018-4E19-B21E-1B2EFFF594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9673" y="689767"/>
            <a:ext cx="17049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1" name="Picture 20">
            <a:extLst>
              <a:ext uri="{FF2B5EF4-FFF2-40B4-BE49-F238E27FC236}">
                <a16:creationId xmlns="" xmlns:a16="http://schemas.microsoft.com/office/drawing/2014/main" id="{7A3F3543-8C27-42C7-A426-1E565930CB67}"/>
              </a:ext>
            </a:extLst>
          </p:cNvPr>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a:stretch>
            <a:fillRect/>
          </a:stretch>
        </p:blipFill>
        <p:spPr bwMode="auto">
          <a:xfrm>
            <a:off x="5187950" y="1506538"/>
            <a:ext cx="18288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2712" name="对象 1">
            <a:hlinkClick r:id="" action="ppaction://ole?verb=1"/>
            <a:extLst>
              <a:ext uri="{FF2B5EF4-FFF2-40B4-BE49-F238E27FC236}">
                <a16:creationId xmlns="" xmlns:a16="http://schemas.microsoft.com/office/drawing/2014/main" id="{97F21855-5D28-4899-A7C2-60CA58446367}"/>
              </a:ext>
            </a:extLst>
          </p:cNvPr>
          <p:cNvGraphicFramePr>
            <a:graphicFrameLocks noChangeAspect="1"/>
          </p:cNvGraphicFramePr>
          <p:nvPr/>
        </p:nvGraphicFramePr>
        <p:xfrm>
          <a:off x="565150" y="2994025"/>
          <a:ext cx="6726238" cy="1484313"/>
        </p:xfrm>
        <a:graphic>
          <a:graphicData uri="http://schemas.openxmlformats.org/presentationml/2006/ole">
            <mc:AlternateContent xmlns:mc="http://schemas.openxmlformats.org/markup-compatibility/2006">
              <mc:Choice xmlns:v="urn:schemas-microsoft-com:vml" Requires="v">
                <p:oleObj spid="_x0000_s17490" r:id="rId6" imgW="3682800" imgH="812520" progId="Equation.KSEE3">
                  <p:embed/>
                </p:oleObj>
              </mc:Choice>
              <mc:Fallback>
                <p:oleObj r:id="rId6" imgW="3682800" imgH="812520" progId="Equation.KSEE3">
                  <p:embed/>
                  <p:pic>
                    <p:nvPicPr>
                      <p:cNvPr id="72712" name="对象 1">
                        <a:hlinkClick r:id="" action="ppaction://ole?verb=1"/>
                        <a:extLst>
                          <a:ext uri="{FF2B5EF4-FFF2-40B4-BE49-F238E27FC236}">
                            <a16:creationId xmlns="" xmlns:a16="http://schemas.microsoft.com/office/drawing/2014/main" id="{97F21855-5D28-4899-A7C2-60CA584463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50" y="2994025"/>
                        <a:ext cx="6726238"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72713" name="Picture 5">
            <a:extLst>
              <a:ext uri="{FF2B5EF4-FFF2-40B4-BE49-F238E27FC236}">
                <a16:creationId xmlns="" xmlns:a16="http://schemas.microsoft.com/office/drawing/2014/main" id="{8D2E6C76-5BD7-44EE-A61C-5E52C48440EE}"/>
              </a:ext>
            </a:extLst>
          </p:cNvPr>
          <p:cNvPicPr>
            <a:picLocks noChangeAspect="1" noChangeArrowheads="1"/>
          </p:cNvPicPr>
          <p:nvPr/>
        </p:nvPicPr>
        <p:blipFill>
          <a:blip r:embed="rId8">
            <a:lum bright="-20000" contrast="40000"/>
            <a:extLst>
              <a:ext uri="{28A0092B-C50C-407E-A947-70E740481C1C}">
                <a14:useLocalDpi xmlns:a14="http://schemas.microsoft.com/office/drawing/2010/main" val="0"/>
              </a:ext>
            </a:extLst>
          </a:blip>
          <a:srcRect/>
          <a:stretch>
            <a:fillRect/>
          </a:stretch>
        </p:blipFill>
        <p:spPr bwMode="auto">
          <a:xfrm>
            <a:off x="7140575" y="714375"/>
            <a:ext cx="191135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4" name="Picture 8">
            <a:extLst>
              <a:ext uri="{FF2B5EF4-FFF2-40B4-BE49-F238E27FC236}">
                <a16:creationId xmlns="" xmlns:a16="http://schemas.microsoft.com/office/drawing/2014/main" id="{5CC0F29B-46C4-4A7B-9817-6B86E14AF290}"/>
              </a:ext>
            </a:extLst>
          </p:cNvPr>
          <p:cNvPicPr>
            <a:picLocks noChangeAspect="1" noChangeArrowheads="1"/>
          </p:cNvPicPr>
          <p:nvPr/>
        </p:nvPicPr>
        <p:blipFill>
          <a:blip r:embed="rId9">
            <a:lum bright="-20000" contrast="40000"/>
            <a:extLst>
              <a:ext uri="{28A0092B-C50C-407E-A947-70E740481C1C}">
                <a14:useLocalDpi xmlns:a14="http://schemas.microsoft.com/office/drawing/2010/main" val="0"/>
              </a:ext>
            </a:extLst>
          </a:blip>
          <a:srcRect/>
          <a:stretch>
            <a:fillRect/>
          </a:stretch>
        </p:blipFill>
        <p:spPr bwMode="auto">
          <a:xfrm>
            <a:off x="7140575" y="1185863"/>
            <a:ext cx="19685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5" name="文本框 4">
            <a:extLst>
              <a:ext uri="{FF2B5EF4-FFF2-40B4-BE49-F238E27FC236}">
                <a16:creationId xmlns="" xmlns:a16="http://schemas.microsoft.com/office/drawing/2014/main" id="{E5B91231-5D0E-4112-B019-56874BEEF331}"/>
              </a:ext>
            </a:extLst>
          </p:cNvPr>
          <p:cNvSpPr txBox="1">
            <a:spLocks noChangeArrowheads="1"/>
          </p:cNvSpPr>
          <p:nvPr/>
        </p:nvSpPr>
        <p:spPr bwMode="auto">
          <a:xfrm>
            <a:off x="431800" y="2393950"/>
            <a:ext cx="78406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zh-CN" b="1" dirty="0">
                <a:latin typeface="Times New Roman" panose="02020603050405020304" pitchFamily="18" charset="0"/>
                <a:ea typeface="宋体" panose="02010600030101010101" pitchFamily="2" charset="-122"/>
              </a:rPr>
              <a:t>The energy stored in the capacitor when it is fully charged:</a:t>
            </a:r>
          </a:p>
        </p:txBody>
      </p:sp>
      <p:sp>
        <p:nvSpPr>
          <p:cNvPr id="72716" name="文本框 5">
            <a:extLst>
              <a:ext uri="{FF2B5EF4-FFF2-40B4-BE49-F238E27FC236}">
                <a16:creationId xmlns="" xmlns:a16="http://schemas.microsoft.com/office/drawing/2014/main" id="{129E275A-5378-44D4-9485-FEAD6CAA1616}"/>
              </a:ext>
            </a:extLst>
          </p:cNvPr>
          <p:cNvSpPr txBox="1">
            <a:spLocks noChangeArrowheads="1"/>
          </p:cNvSpPr>
          <p:nvPr/>
        </p:nvSpPr>
        <p:spPr bwMode="auto">
          <a:xfrm>
            <a:off x="411163" y="4638675"/>
            <a:ext cx="75739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zh-CN" b="1" dirty="0">
                <a:latin typeface="Times New Roman" panose="02020603050405020304" pitchFamily="18" charset="0"/>
                <a:ea typeface="宋体" panose="02010600030101010101" pitchFamily="2" charset="-122"/>
              </a:rPr>
              <a:t>The energy dissipated by  the resistor during this process</a:t>
            </a:r>
          </a:p>
        </p:txBody>
      </p:sp>
      <p:graphicFrame>
        <p:nvGraphicFramePr>
          <p:cNvPr id="72717" name="对象 6">
            <a:hlinkClick r:id="" action="ppaction://ole?verb=1"/>
            <a:extLst>
              <a:ext uri="{FF2B5EF4-FFF2-40B4-BE49-F238E27FC236}">
                <a16:creationId xmlns="" xmlns:a16="http://schemas.microsoft.com/office/drawing/2014/main" id="{5D79AA84-05B1-4A4C-82C6-AF52DCCEC5FB}"/>
              </a:ext>
            </a:extLst>
          </p:cNvPr>
          <p:cNvGraphicFramePr>
            <a:graphicFrameLocks noChangeAspect="1"/>
          </p:cNvGraphicFramePr>
          <p:nvPr/>
        </p:nvGraphicFramePr>
        <p:xfrm>
          <a:off x="473075" y="5099050"/>
          <a:ext cx="7051675" cy="766763"/>
        </p:xfrm>
        <a:graphic>
          <a:graphicData uri="http://schemas.openxmlformats.org/presentationml/2006/ole">
            <mc:AlternateContent xmlns:mc="http://schemas.openxmlformats.org/markup-compatibility/2006">
              <mc:Choice xmlns:v="urn:schemas-microsoft-com:vml" Requires="v">
                <p:oleObj spid="_x0000_s17491" name="Equation" r:id="rId10" imgW="3860640" imgH="419040" progId="Equation.DSMT4">
                  <p:embed/>
                </p:oleObj>
              </mc:Choice>
              <mc:Fallback>
                <p:oleObj name="Equation" r:id="rId10" imgW="3860640" imgH="419040" progId="Equation.DSMT4">
                  <p:embed/>
                  <p:pic>
                    <p:nvPicPr>
                      <p:cNvPr id="72717" name="对象 6">
                        <a:hlinkClick r:id="" action="ppaction://ole?verb=1"/>
                        <a:extLst>
                          <a:ext uri="{FF2B5EF4-FFF2-40B4-BE49-F238E27FC236}">
                            <a16:creationId xmlns="" xmlns:a16="http://schemas.microsoft.com/office/drawing/2014/main" id="{5D79AA84-05B1-4A4C-82C6-AF52DCCEC5FB}"/>
                          </a:ext>
                        </a:extLst>
                      </p:cNvPr>
                      <p:cNvPicPr>
                        <a:picLocks noChangeAspect="1" noChangeArrowheads="1"/>
                      </p:cNvPicPr>
                      <p:nvPr/>
                    </p:nvPicPr>
                    <p:blipFill>
                      <a:blip r:embed="rId11"/>
                      <a:srcRect/>
                      <a:stretch>
                        <a:fillRect/>
                      </a:stretch>
                    </p:blipFill>
                    <p:spPr bwMode="auto">
                      <a:xfrm>
                        <a:off x="473075" y="5099050"/>
                        <a:ext cx="7051675"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18" name="Text Box 12">
            <a:extLst>
              <a:ext uri="{FF2B5EF4-FFF2-40B4-BE49-F238E27FC236}">
                <a16:creationId xmlns="" xmlns:a16="http://schemas.microsoft.com/office/drawing/2014/main" id="{31DDC03A-55B1-4B67-97C7-8C840CBC34AE}"/>
              </a:ext>
            </a:extLst>
          </p:cNvPr>
          <p:cNvSpPr txBox="1">
            <a:spLocks noChangeArrowheads="1"/>
          </p:cNvSpPr>
          <p:nvPr/>
        </p:nvSpPr>
        <p:spPr bwMode="auto">
          <a:xfrm>
            <a:off x="266700" y="6091238"/>
            <a:ext cx="8785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lIns="92075" tIns="46038" rIns="92075" bIns="46038">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n-US" altLang="zh-CN">
                <a:solidFill>
                  <a:srgbClr val="FF0000"/>
                </a:solidFill>
                <a:latin typeface="Times New Roman" panose="02020603050405020304" pitchFamily="18" charset="0"/>
                <a:ea typeface="宋体" panose="02010600030101010101" pitchFamily="2" charset="-122"/>
              </a:rPr>
              <a:t>The total energy dissipated by ths resistor is independ of its resistance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179512" y="35476"/>
            <a:ext cx="8534400" cy="503238"/>
          </a:xfrm>
        </p:spPr>
        <p:txBody>
          <a:bodyPr/>
          <a:lstStyle/>
          <a:p>
            <a:r>
              <a:rPr lang="en-US" altLang="zh-CN" dirty="0"/>
              <a:t>RC circuits </a:t>
            </a:r>
          </a:p>
        </p:txBody>
      </p:sp>
      <p:pic>
        <p:nvPicPr>
          <p:cNvPr id="6" name="图片 723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33337" y="651695"/>
            <a:ext cx="2715746" cy="3408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433981" y="3244334"/>
            <a:ext cx="276038" cy="369332"/>
          </a:xfrm>
          <a:prstGeom prst="rect">
            <a:avLst/>
          </a:prstGeom>
        </p:spPr>
        <p:txBody>
          <a:bodyPr wrap="none">
            <a:spAutoFit/>
          </a:bodyPr>
          <a:lstStyle/>
          <a:p>
            <a:r>
              <a:rPr lang="en-US" altLang="zh-CN" dirty="0"/>
              <a:t>τ</a:t>
            </a:r>
            <a:endParaRPr lang="zh-CN" altLang="en-US" dirty="0"/>
          </a:p>
        </p:txBody>
      </p:sp>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700961"/>
            <a:ext cx="2664633" cy="2978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316" y="3703434"/>
            <a:ext cx="2476500" cy="71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曲线连接符 16"/>
          <p:cNvCxnSpPr/>
          <p:nvPr/>
        </p:nvCxnSpPr>
        <p:spPr bwMode="auto">
          <a:xfrm>
            <a:off x="107504" y="4365104"/>
            <a:ext cx="4248472" cy="2160240"/>
          </a:xfrm>
          <a:prstGeom prst="curvedConnector3">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41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5025" y="4417809"/>
            <a:ext cx="2095500"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7"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99792" y="5083445"/>
            <a:ext cx="2200204" cy="723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8"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4255" y="5846405"/>
            <a:ext cx="1726909" cy="712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9"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44208" y="5842603"/>
            <a:ext cx="1809750"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2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20605" y="4363550"/>
            <a:ext cx="3943350"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11"/>
    </mc:Choice>
    <mc:Fallback xmlns="">
      <p:transition spd="slow" advTm="31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Problem 2</a:t>
            </a:r>
          </a:p>
        </p:txBody>
      </p:sp>
      <p:sp>
        <p:nvSpPr>
          <p:cNvPr id="64" name="TextBox 63"/>
          <p:cNvSpPr txBox="1"/>
          <p:nvPr/>
        </p:nvSpPr>
        <p:spPr>
          <a:xfrm>
            <a:off x="512487" y="692696"/>
            <a:ext cx="8064896" cy="1200329"/>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The circuit </a:t>
            </a:r>
            <a:r>
              <a:rPr lang="en-US" altLang="zh-CN" dirty="0" smtClean="0">
                <a:latin typeface="Times New Roman" panose="02020603050405020304" pitchFamily="18" charset="0"/>
                <a:cs typeface="Times New Roman" panose="02020603050405020304" pitchFamily="18" charset="0"/>
              </a:rPr>
              <a:t>below shows </a:t>
            </a:r>
            <a:r>
              <a:rPr lang="en-US" altLang="zh-CN" dirty="0">
                <a:latin typeface="Times New Roman" panose="02020603050405020304" pitchFamily="18" charset="0"/>
                <a:cs typeface="Times New Roman" panose="02020603050405020304" pitchFamily="18" charset="0"/>
              </a:rPr>
              <a:t>a </a:t>
            </a:r>
            <a:r>
              <a:rPr lang="en-US" altLang="zh-CN" dirty="0" smtClean="0">
                <a:latin typeface="Times New Roman" panose="02020603050405020304" pitchFamily="18" charset="0"/>
                <a:cs typeface="Times New Roman" panose="02020603050405020304" pitchFamily="18" charset="0"/>
              </a:rPr>
              <a:t>capacitor, two </a:t>
            </a:r>
            <a:r>
              <a:rPr lang="en-US" altLang="zh-CN" dirty="0">
                <a:latin typeface="Times New Roman" panose="02020603050405020304" pitchFamily="18" charset="0"/>
                <a:cs typeface="Times New Roman" panose="02020603050405020304" pitchFamily="18" charset="0"/>
              </a:rPr>
              <a:t>ideal batteries, two  </a:t>
            </a:r>
            <a:r>
              <a:rPr lang="en-US" altLang="zh-CN" dirty="0" smtClean="0">
                <a:latin typeface="Times New Roman" panose="02020603050405020304" pitchFamily="18" charset="0"/>
                <a:cs typeface="Times New Roman" panose="02020603050405020304" pitchFamily="18" charset="0"/>
              </a:rPr>
              <a:t>resistors, and </a:t>
            </a:r>
            <a:r>
              <a:rPr lang="en-US" altLang="zh-CN" dirty="0">
                <a:latin typeface="Times New Roman" panose="02020603050405020304" pitchFamily="18" charset="0"/>
                <a:cs typeface="Times New Roman" panose="02020603050405020304" pitchFamily="18" charset="0"/>
              </a:rPr>
              <a:t>a switch S. initially S has been open for a long time. If it is then closed for a long time , what is </a:t>
            </a:r>
            <a:r>
              <a:rPr lang="en-US" altLang="zh-CN" b="1" dirty="0">
                <a:latin typeface="Times New Roman" panose="02020603050405020304" pitchFamily="18" charset="0"/>
                <a:cs typeface="Times New Roman" panose="02020603050405020304" pitchFamily="18" charset="0"/>
              </a:rPr>
              <a:t>the</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change in the charge on the capacitor</a:t>
            </a:r>
            <a:r>
              <a:rPr lang="en-US" altLang="zh-CN" dirty="0">
                <a:latin typeface="Times New Roman" panose="02020603050405020304" pitchFamily="18" charset="0"/>
                <a:cs typeface="Times New Roman" panose="02020603050405020304" pitchFamily="18" charset="0"/>
              </a:rPr>
              <a:t>? Assume  C=10μF ,</a:t>
            </a:r>
            <a:r>
              <a:rPr lang="en-US" altLang="zh-CN" dirty="0"/>
              <a:t> </a:t>
            </a:r>
            <a:r>
              <a:rPr lang="en-US" altLang="zh-CN" dirty="0">
                <a:latin typeface="Times New Roman" panose="02020603050405020304" pitchFamily="18" charset="0"/>
                <a:cs typeface="Times New Roman" panose="02020603050405020304" pitchFamily="18" charset="0"/>
              </a:rPr>
              <a:t>ε</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=1.0 V , ε</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=3.0 V, R</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=0.20</a:t>
            </a:r>
            <a:r>
              <a:rPr lang="en-US" altLang="zh-CN" dirty="0"/>
              <a:t> Ω  </a:t>
            </a:r>
            <a:r>
              <a:rPr lang="en-US" altLang="zh-CN" dirty="0">
                <a:latin typeface="Times New Roman" panose="02020603050405020304" pitchFamily="18" charset="0"/>
                <a:cs typeface="Times New Roman" panose="02020603050405020304" pitchFamily="18" charset="0"/>
              </a:rPr>
              <a:t>and R</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=0.40</a:t>
            </a:r>
            <a:r>
              <a:rPr lang="en-US" altLang="zh-CN" dirty="0"/>
              <a:t> Ω </a:t>
            </a:r>
            <a:endParaRPr lang="zh-CN" altLang="en-US" dirty="0">
              <a:latin typeface="Times New Roman" panose="02020603050405020304" pitchFamily="18" charset="0"/>
              <a:cs typeface="Times New Roman" panose="02020603050405020304" pitchFamily="18" charset="0"/>
            </a:endParaRPr>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43" y="2155038"/>
            <a:ext cx="3476625"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267744" y="2924944"/>
            <a:ext cx="360040" cy="369332"/>
          </a:xfrm>
          <a:prstGeom prst="rect">
            <a:avLst/>
          </a:prstGeom>
          <a:noFill/>
        </p:spPr>
        <p:txBody>
          <a:bodyPr wrap="square" rtlCol="0">
            <a:spAutoFit/>
          </a:bodyPr>
          <a:lstStyle/>
          <a:p>
            <a:r>
              <a:rPr lang="en-US" altLang="zh-CN" dirty="0"/>
              <a:t>C</a:t>
            </a:r>
            <a:endParaRPr lang="zh-CN" altLang="en-US" dirty="0"/>
          </a:p>
        </p:txBody>
      </p:sp>
      <mc:AlternateContent xmlns:mc="http://schemas.openxmlformats.org/markup-compatibility/2006">
        <mc:Choice xmlns="" xmlns:iact="http://schemas.microsoft.com/office/powerpoint/2014/inkAction" xmlns:p14="http://schemas.microsoft.com/office/powerpoint/2010/main" Requires="p14 iact">
          <p:contentPart p14:bwMode="auto" r:id="rId4">
            <p14:nvContentPartPr>
              <p14:cNvPr id="5" name="墨迹 4">
                <a:extLst>
                  <a:ext uri="{FF2B5EF4-FFF2-40B4-BE49-F238E27FC236}">
                    <a16:creationId xmlns:a16="http://schemas.microsoft.com/office/drawing/2014/main" id="{D4FCDA84-B274-478F-BB9F-59D35D1B195A}"/>
                  </a:ext>
                </a:extLst>
              </p14:cNvPr>
              <p14:cNvContentPartPr/>
              <p14:nvPr>
                <p:extLst>
                  <p:ext uri="{42D2F446-02D8-4167-A562-619A0277C38B}">
                    <p15:isNarration xmlns:p15="http://schemas.microsoft.com/office/powerpoint/2012/main" val="1"/>
                  </p:ext>
                </p:extLst>
              </p14:nvPr>
            </p14:nvContentPartPr>
            <p14:xfrm>
              <a:off x="3551759" y="2914199"/>
              <a:ext cx="2" cy="2"/>
            </p14:xfrm>
          </p:contentPart>
        </mc:Choice>
        <mc:Fallback>
          <p:pic>
            <p:nvPicPr>
              <p:cNvPr id="5" name="墨迹 4">
                <a:extLst>
                  <a:ext uri="{FF2B5EF4-FFF2-40B4-BE49-F238E27FC236}">
                    <a16:creationId xmlns:p14="http://schemas.microsoft.com/office/powerpoint/2010/main" xmlns:iact="http://schemas.microsoft.com/office/powerpoint/2014/inkAction" xmlns="" xmlns:a16="http://schemas.microsoft.com/office/drawing/2014/main" id="{D4FCDA84-B274-478F-BB9F-59D35D1B195A}"/>
                  </a:ext>
                </a:extLst>
              </p:cNvPr>
              <p:cNvPicPr>
                <a:picLocks noGrp="1" noRot="1" noChangeAspect="1" noMove="1" noResize="1" noEditPoints="1" noAdjustHandles="1" noChangeArrowheads="1" noChangeShapeType="1"/>
              </p:cNvPicPr>
              <p:nvPr/>
            </p:nvPicPr>
            <p:blipFill>
              <a:blip r:embed="rId5"/>
              <a:stretch>
                <a:fillRect/>
              </a:stretch>
            </p:blipFill>
            <p:spPr>
              <a:xfrm>
                <a:off x="3551759" y="2914199"/>
                <a:ext cx="2" cy="2"/>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318"/>
    </mc:Choice>
    <mc:Fallback xmlns="">
      <p:transition spd="slow" advTm="3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Answer 2</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780928"/>
            <a:ext cx="8057111"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2083" y="705909"/>
            <a:ext cx="2958523" cy="2075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Problem 3</a:t>
            </a:r>
          </a:p>
        </p:txBody>
      </p:sp>
      <p:sp>
        <p:nvSpPr>
          <p:cNvPr id="4" name="TextBox 3"/>
          <p:cNvSpPr txBox="1"/>
          <p:nvPr/>
        </p:nvSpPr>
        <p:spPr>
          <a:xfrm>
            <a:off x="539750" y="965901"/>
            <a:ext cx="504056" cy="382930"/>
          </a:xfrm>
          <a:prstGeom prst="rect">
            <a:avLst/>
          </a:prstGeom>
          <a:solidFill>
            <a:schemeClr val="bg1"/>
          </a:solidFill>
        </p:spPr>
        <p:txBody>
          <a:bodyPr wrap="square" rtlCol="0">
            <a:spAutoFit/>
          </a:bodyPr>
          <a:lstStyle/>
          <a:p>
            <a:endParaRPr lang="zh-CN" altLang="en-US" dirty="0"/>
          </a:p>
        </p:txBody>
      </p:sp>
      <p:sp>
        <p:nvSpPr>
          <p:cNvPr id="5" name="TextBox 4"/>
          <p:cNvSpPr txBox="1"/>
          <p:nvPr/>
        </p:nvSpPr>
        <p:spPr>
          <a:xfrm>
            <a:off x="5497790" y="3522722"/>
            <a:ext cx="1728192" cy="382930"/>
          </a:xfrm>
          <a:prstGeom prst="rect">
            <a:avLst/>
          </a:prstGeom>
          <a:solidFill>
            <a:schemeClr val="bg1"/>
          </a:solidFill>
        </p:spPr>
        <p:txBody>
          <a:bodyPr wrap="square" rtlCol="0">
            <a:spAutoFit/>
          </a:bodyPr>
          <a:lstStyle/>
          <a:p>
            <a:endParaRPr lang="zh-CN" altLang="en-US" dirty="0"/>
          </a:p>
        </p:txBody>
      </p:sp>
      <mc:AlternateContent xmlns:mc="http://schemas.openxmlformats.org/markup-compatibility/2006" xmlns:a14="http://schemas.microsoft.com/office/drawing/2010/main">
        <mc:Choice Requires="a14">
          <p:sp>
            <p:nvSpPr>
              <p:cNvPr id="7" name="TextBox 6"/>
              <p:cNvSpPr txBox="1"/>
              <p:nvPr/>
            </p:nvSpPr>
            <p:spPr>
              <a:xfrm>
                <a:off x="323528" y="2824411"/>
                <a:ext cx="8668072" cy="3342453"/>
              </a:xfrm>
              <a:prstGeom prst="rect">
                <a:avLst/>
              </a:prstGeom>
              <a:solidFill>
                <a:schemeClr val="bg1"/>
              </a:solidFill>
            </p:spPr>
            <p:txBody>
              <a:bodyPr wrap="square" rtlCol="0">
                <a:spAutoFit/>
              </a:bodyPr>
              <a:lstStyle/>
              <a:p>
                <a:pPr algn="just">
                  <a:lnSpc>
                    <a:spcPct val="120000"/>
                  </a:lnSpc>
                </a:pPr>
                <a:r>
                  <a:rPr lang="en-US" altLang="zh-CN" sz="2200" dirty="0" smtClean="0">
                    <a:latin typeface="+mj-lt"/>
                  </a:rPr>
                  <a:t>Figure shows the circuit of a flashing lamp, like those attached to barrels at highway construction </a:t>
                </a:r>
                <a:r>
                  <a:rPr lang="en-US" altLang="zh-CN" sz="2200" dirty="0">
                    <a:latin typeface="+mj-lt"/>
                  </a:rPr>
                  <a:t>sites. The fluorescent lamp </a:t>
                </a:r>
                <a:r>
                  <a:rPr lang="en-US" altLang="zh-CN" sz="2200" i="1" dirty="0">
                    <a:latin typeface="+mj-lt"/>
                  </a:rPr>
                  <a:t>L</a:t>
                </a:r>
                <a:r>
                  <a:rPr lang="en-US" altLang="zh-CN" sz="2200" dirty="0">
                    <a:latin typeface="+mj-lt"/>
                  </a:rPr>
                  <a:t> (of negligible capacitance) is connected in parallel across the capacitor C of an RC circuit. There is a current through the lamp only when the  potential difference across it reaches the breakdown voltage V</a:t>
                </a:r>
                <a:r>
                  <a:rPr lang="en-US" altLang="zh-CN" sz="2200" i="1" baseline="-25000" dirty="0">
                    <a:latin typeface="+mj-lt"/>
                  </a:rPr>
                  <a:t>L</a:t>
                </a:r>
                <a:r>
                  <a:rPr lang="en-US" altLang="zh-CN" sz="2200" dirty="0">
                    <a:latin typeface="+mj-lt"/>
                  </a:rPr>
                  <a:t>; Then  the capacitor discharges completely through the lamp and the lamp flashes briefly. For a lamp with breakdown voltage V</a:t>
                </a:r>
                <a:r>
                  <a:rPr lang="en-US" altLang="zh-CN" sz="2200" i="1" baseline="-25000" dirty="0">
                    <a:latin typeface="+mj-lt"/>
                  </a:rPr>
                  <a:t>L</a:t>
                </a:r>
                <a:r>
                  <a:rPr lang="en-US" altLang="zh-CN" sz="2200" dirty="0">
                    <a:latin typeface="+mj-lt"/>
                  </a:rPr>
                  <a:t> = 75 V, wired to a 95.0 V ideal battery and a 0.15 </a:t>
                </a:r>
                <a14:m>
                  <m:oMath xmlns:m="http://schemas.openxmlformats.org/officeDocument/2006/math">
                    <m:r>
                      <a:rPr lang="zh-CN" altLang="en-US" sz="2200" i="1" dirty="0" smtClean="0">
                        <a:latin typeface="Cambria Math"/>
                      </a:rPr>
                      <m:t>𝜇</m:t>
                    </m:r>
                    <m:r>
                      <a:rPr lang="en-US" altLang="zh-CN" sz="2200" b="0" i="1" dirty="0" smtClean="0">
                        <a:latin typeface="Cambria Math"/>
                      </a:rPr>
                      <m:t>𝐹</m:t>
                    </m:r>
                  </m:oMath>
                </a14:m>
                <a:r>
                  <a:rPr lang="en-US" altLang="zh-CN" sz="2200" dirty="0" smtClean="0">
                    <a:latin typeface="+mj-lt"/>
                  </a:rPr>
                  <a:t> capacitor</a:t>
                </a:r>
                <a:r>
                  <a:rPr lang="en-US" altLang="zh-CN" sz="2200" dirty="0">
                    <a:latin typeface="+mj-lt"/>
                  </a:rPr>
                  <a:t>, what resistance </a:t>
                </a:r>
                <a:r>
                  <a:rPr lang="en-US" altLang="zh-CN" sz="2200" i="1" dirty="0">
                    <a:latin typeface="+mj-lt"/>
                  </a:rPr>
                  <a:t>R</a:t>
                </a:r>
                <a:r>
                  <a:rPr lang="en-US" altLang="zh-CN" sz="2200" dirty="0">
                    <a:latin typeface="+mj-lt"/>
                  </a:rPr>
                  <a:t> is needed for two flashes per second?</a:t>
                </a:r>
                <a:endParaRPr lang="zh-CN" altLang="en-US" sz="2200" dirty="0">
                  <a:latin typeface="+mj-lt"/>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23528" y="2824411"/>
                <a:ext cx="8668072" cy="3342453"/>
              </a:xfrm>
              <a:prstGeom prst="rect">
                <a:avLst/>
              </a:prstGeom>
              <a:blipFill rotWithShape="1">
                <a:blip r:embed="rId3"/>
                <a:stretch>
                  <a:fillRect l="-844" r="-1828" b="-1639"/>
                </a:stretch>
              </a:blipFill>
            </p:spPr>
            <p:txBody>
              <a:bodyPr/>
              <a:lstStyle/>
              <a:p>
                <a:r>
                  <a:rPr lang="zh-CN" altLang="en-US">
                    <a:noFill/>
                  </a:rPr>
                  <a:t> </a:t>
                </a:r>
              </a:p>
            </p:txBody>
          </p:sp>
        </mc:Fallback>
      </mc:AlternateContent>
      <p:pic>
        <p:nvPicPr>
          <p:cNvPr id="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58254" b="50122"/>
          <a:stretch/>
        </p:blipFill>
        <p:spPr bwMode="auto">
          <a:xfrm>
            <a:off x="2768993" y="692696"/>
            <a:ext cx="3096146" cy="2131715"/>
          </a:xfrm>
          <a:prstGeom prst="rect">
            <a:avLst/>
          </a:prstGeom>
          <a:noFill/>
          <a:ln>
            <a:noFill/>
          </a:ln>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a:solidFill>
                  <a:schemeClr val="tx1"/>
                </a:solidFill>
                <a:miter lim="800000"/>
                <a:headEnd/>
                <a:tailEnd/>
              </a14:hiddenLine>
            </a:ext>
          </a:extLst>
        </p:spPr>
      </p:pic>
    </p:spTree>
    <p:extLst>
      <p:ext uri="{BB962C8B-B14F-4D97-AF65-F5344CB8AC3E}">
        <p14:creationId xmlns:p14="http://schemas.microsoft.com/office/powerpoint/2010/main" val="1102819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Answer </a:t>
            </a:r>
            <a:r>
              <a:rPr lang="en-US" altLang="zh-CN" dirty="0" smtClean="0"/>
              <a:t>3</a:t>
            </a:r>
            <a:endParaRPr lang="en-US" altLang="zh-CN"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692696"/>
            <a:ext cx="3168352" cy="2189141"/>
          </a:xfrm>
          <a:prstGeom prst="rect">
            <a:avLst/>
          </a:prstGeom>
          <a:noFill/>
          <a:ln>
            <a:noFill/>
          </a:ln>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a:solidFill>
                  <a:schemeClr val="tx1"/>
                </a:solidFill>
                <a:miter lim="800000"/>
                <a:headEnd/>
                <a:tailEnd/>
              </a14:hiddenLine>
            </a:ext>
          </a:extLst>
        </p:spPr>
      </p:pic>
      <p:sp>
        <p:nvSpPr>
          <p:cNvPr id="5" name="TextBox 4"/>
          <p:cNvSpPr txBox="1"/>
          <p:nvPr/>
        </p:nvSpPr>
        <p:spPr>
          <a:xfrm>
            <a:off x="34410" y="3429000"/>
            <a:ext cx="504056" cy="382930"/>
          </a:xfrm>
          <a:prstGeom prst="rect">
            <a:avLst/>
          </a:prstGeom>
          <a:solidFill>
            <a:schemeClr val="bg1"/>
          </a:solidFill>
        </p:spPr>
        <p:txBody>
          <a:bodyPr wrap="square" rtlCol="0">
            <a:spAutoFit/>
          </a:bodyPr>
          <a:lstStyle/>
          <a:p>
            <a:endParaRPr lang="zh-CN" altLang="en-US" dirty="0"/>
          </a:p>
        </p:txBody>
      </p:sp>
      <p:sp>
        <p:nvSpPr>
          <p:cNvPr id="2" name="文本框 1">
            <a:extLst>
              <a:ext uri="{FF2B5EF4-FFF2-40B4-BE49-F238E27FC236}">
                <a16:creationId xmlns="" xmlns:a16="http://schemas.microsoft.com/office/drawing/2014/main" id="{FE328B19-E3F8-4F09-A59F-D930C10979AE}"/>
              </a:ext>
            </a:extLst>
          </p:cNvPr>
          <p:cNvSpPr txBox="1"/>
          <p:nvPr/>
        </p:nvSpPr>
        <p:spPr>
          <a:xfrm>
            <a:off x="899592" y="3007305"/>
            <a:ext cx="6696316" cy="960328"/>
          </a:xfrm>
          <a:prstGeom prst="rect">
            <a:avLst/>
          </a:prstGeom>
          <a:noFill/>
        </p:spPr>
        <p:txBody>
          <a:bodyPr wrap="square" rtlCol="0">
            <a:spAutoFit/>
          </a:bodyPr>
          <a:lstStyle/>
          <a:p>
            <a:pPr>
              <a:lnSpc>
                <a:spcPct val="150000"/>
              </a:lnSpc>
            </a:pPr>
            <a:r>
              <a:rPr lang="en-US" altLang="zh-CN" sz="2000" dirty="0">
                <a:latin typeface="+mj-lt"/>
              </a:rPr>
              <a:t>The time it takes for the voltage difference across the capacitor to reach V</a:t>
            </a:r>
            <a:r>
              <a:rPr lang="en-US" altLang="zh-CN" sz="2000" i="1" baseline="-25000" dirty="0">
                <a:latin typeface="+mj-lt"/>
              </a:rPr>
              <a:t>L</a:t>
            </a:r>
            <a:r>
              <a:rPr lang="en-US" altLang="zh-CN" sz="2000" dirty="0">
                <a:latin typeface="+mj-lt"/>
              </a:rPr>
              <a:t> is given by:</a:t>
            </a:r>
          </a:p>
        </p:txBody>
      </p:sp>
      <p:graphicFrame>
        <p:nvGraphicFramePr>
          <p:cNvPr id="3" name="对象 2">
            <a:extLst>
              <a:ext uri="{FF2B5EF4-FFF2-40B4-BE49-F238E27FC236}">
                <a16:creationId xmlns="" xmlns:a16="http://schemas.microsoft.com/office/drawing/2014/main" id="{23DAB919-75C9-40F3-B998-B8294F23CF22}"/>
              </a:ext>
            </a:extLst>
          </p:cNvPr>
          <p:cNvGraphicFramePr>
            <a:graphicFrameLocks noChangeAspect="1"/>
          </p:cNvGraphicFramePr>
          <p:nvPr>
            <p:extLst>
              <p:ext uri="{D42A27DB-BD31-4B8C-83A1-F6EECF244321}">
                <p14:modId xmlns:p14="http://schemas.microsoft.com/office/powerpoint/2010/main" val="865673092"/>
              </p:ext>
            </p:extLst>
          </p:nvPr>
        </p:nvGraphicFramePr>
        <p:xfrm>
          <a:off x="987084" y="4090037"/>
          <a:ext cx="7449194" cy="805042"/>
        </p:xfrm>
        <a:graphic>
          <a:graphicData uri="http://schemas.openxmlformats.org/presentationml/2006/ole">
            <mc:AlternateContent xmlns:mc="http://schemas.openxmlformats.org/markup-compatibility/2006">
              <mc:Choice xmlns:v="urn:schemas-microsoft-com:vml" Requires="v">
                <p:oleObj spid="_x0000_s19488" name="Equation" r:id="rId5" imgW="4343400" imgH="469800" progId="Equation.DSMT4">
                  <p:embed/>
                </p:oleObj>
              </mc:Choice>
              <mc:Fallback>
                <p:oleObj name="Equation" r:id="rId5" imgW="4343400" imgH="469800" progId="Equation.DSMT4">
                  <p:embed/>
                  <p:pic>
                    <p:nvPicPr>
                      <p:cNvPr id="0" name=""/>
                      <p:cNvPicPr/>
                      <p:nvPr/>
                    </p:nvPicPr>
                    <p:blipFill>
                      <a:blip r:embed="rId6"/>
                      <a:stretch>
                        <a:fillRect/>
                      </a:stretch>
                    </p:blipFill>
                    <p:spPr>
                      <a:xfrm>
                        <a:off x="987084" y="4090037"/>
                        <a:ext cx="7449194" cy="805042"/>
                      </a:xfrm>
                      <a:prstGeom prst="rect">
                        <a:avLst/>
                      </a:prstGeom>
                    </p:spPr>
                  </p:pic>
                </p:oleObj>
              </mc:Fallback>
            </mc:AlternateContent>
          </a:graphicData>
        </a:graphic>
      </p:graphicFrame>
      <p:sp>
        <p:nvSpPr>
          <p:cNvPr id="8" name="文本框 7">
            <a:extLst>
              <a:ext uri="{FF2B5EF4-FFF2-40B4-BE49-F238E27FC236}">
                <a16:creationId xmlns="" xmlns:a16="http://schemas.microsoft.com/office/drawing/2014/main" id="{5C2886DD-1224-429E-A23F-3C3E07B657C1}"/>
              </a:ext>
            </a:extLst>
          </p:cNvPr>
          <p:cNvSpPr txBox="1"/>
          <p:nvPr/>
        </p:nvSpPr>
        <p:spPr>
          <a:xfrm>
            <a:off x="911504" y="5229200"/>
            <a:ext cx="6696316" cy="400110"/>
          </a:xfrm>
          <a:prstGeom prst="rect">
            <a:avLst/>
          </a:prstGeom>
          <a:noFill/>
        </p:spPr>
        <p:txBody>
          <a:bodyPr wrap="square" rtlCol="0">
            <a:spAutoFit/>
          </a:bodyPr>
          <a:lstStyle/>
          <a:p>
            <a:r>
              <a:rPr lang="en-US" altLang="zh-CN" sz="2000" dirty="0">
                <a:latin typeface="+mj-lt"/>
              </a:rPr>
              <a:t>Where we used t = 0.5s given (implicitly) in the problem.</a:t>
            </a:r>
          </a:p>
        </p:txBody>
      </p:sp>
      <p:pic>
        <p:nvPicPr>
          <p:cNvPr id="6" name="图片 5">
            <a:extLst>
              <a:ext uri="{FF2B5EF4-FFF2-40B4-BE49-F238E27FC236}">
                <a16:creationId xmlns="" xmlns:a16="http://schemas.microsoft.com/office/drawing/2014/main" id="{F263F6BA-F708-438F-935E-E1C13D07303D}"/>
              </a:ext>
            </a:extLst>
          </p:cNvPr>
          <p:cNvPicPr>
            <a:picLocks noChangeAspect="1"/>
          </p:cNvPicPr>
          <p:nvPr/>
        </p:nvPicPr>
        <p:blipFill>
          <a:blip r:embed="rId7"/>
          <a:stretch>
            <a:fillRect/>
          </a:stretch>
        </p:blipFill>
        <p:spPr>
          <a:xfrm>
            <a:off x="3563888" y="3533822"/>
            <a:ext cx="2295587" cy="556215"/>
          </a:xfrm>
          <a:prstGeom prst="rect">
            <a:avLst/>
          </a:prstGeom>
        </p:spPr>
      </p:pic>
      <p:cxnSp>
        <p:nvCxnSpPr>
          <p:cNvPr id="9" name="直接箭头连接符 8"/>
          <p:cNvCxnSpPr/>
          <p:nvPr/>
        </p:nvCxnSpPr>
        <p:spPr bwMode="auto">
          <a:xfrm flipV="1">
            <a:off x="5222192" y="1067186"/>
            <a:ext cx="0" cy="1281694"/>
          </a:xfrm>
          <a:prstGeom prst="straightConnector1">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arrow"/>
          </a:ln>
        </p:spPr>
      </p:cxnSp>
      <p:cxnSp>
        <p:nvCxnSpPr>
          <p:cNvPr id="12" name="直接箭头连接符 11"/>
          <p:cNvCxnSpPr/>
          <p:nvPr/>
        </p:nvCxnSpPr>
        <p:spPr bwMode="auto">
          <a:xfrm flipV="1">
            <a:off x="5222192" y="2276872"/>
            <a:ext cx="2806192" cy="72008"/>
          </a:xfrm>
          <a:prstGeom prst="straightConnector1">
            <a:avLst/>
          </a:pr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arrow"/>
          </a:ln>
        </p:spPr>
      </p:cxnSp>
      <p:cxnSp>
        <p:nvCxnSpPr>
          <p:cNvPr id="14" name="直接连接符 13"/>
          <p:cNvCxnSpPr/>
          <p:nvPr/>
        </p:nvCxnSpPr>
        <p:spPr bwMode="auto">
          <a:xfrm>
            <a:off x="5222192" y="1556792"/>
            <a:ext cx="2590168" cy="0"/>
          </a:xfrm>
          <a:prstGeom prst="line">
            <a:avLst/>
          </a:prstGeom>
          <a:gradFill rotWithShape="0">
            <a:gsLst>
              <a:gs pos="0">
                <a:schemeClr val="accent1"/>
              </a:gs>
              <a:gs pos="100000">
                <a:schemeClr val="bg1"/>
              </a:gs>
            </a:gsLst>
            <a:lin ang="5400000" scaled="1"/>
          </a:gradFill>
          <a:ln w="6350" cap="flat" cmpd="sng" algn="ctr">
            <a:solidFill>
              <a:schemeClr val="tx1"/>
            </a:solidFill>
            <a:prstDash val="sysDash"/>
            <a:round/>
            <a:headEnd type="none" w="med" len="med"/>
            <a:tailEnd type="none" w="med" len="med"/>
          </a:ln>
        </p:spPr>
      </p:cxnSp>
      <p:cxnSp>
        <p:nvCxnSpPr>
          <p:cNvPr id="24" name="直接连接符 23"/>
          <p:cNvCxnSpPr/>
          <p:nvPr/>
        </p:nvCxnSpPr>
        <p:spPr bwMode="auto">
          <a:xfrm>
            <a:off x="5650771" y="1556792"/>
            <a:ext cx="8460" cy="835606"/>
          </a:xfrm>
          <a:prstGeom prst="line">
            <a:avLst/>
          </a:prstGeom>
          <a:gradFill rotWithShape="0">
            <a:gsLst>
              <a:gs pos="0">
                <a:schemeClr val="accent1"/>
              </a:gs>
              <a:gs pos="100000">
                <a:schemeClr val="bg1"/>
              </a:gs>
            </a:gsLst>
            <a:lin ang="5400000" scaled="1"/>
          </a:gradFill>
          <a:ln w="3175" cap="flat" cmpd="sng" algn="ctr">
            <a:solidFill>
              <a:schemeClr val="tx1"/>
            </a:solidFill>
            <a:prstDash val="sysDash"/>
            <a:round/>
            <a:headEnd type="none" w="med" len="med"/>
            <a:tailEnd type="none" w="med" len="med"/>
          </a:ln>
        </p:spPr>
      </p:cxnSp>
      <p:cxnSp>
        <p:nvCxnSpPr>
          <p:cNvPr id="27" name="直接连接符 26"/>
          <p:cNvCxnSpPr/>
          <p:nvPr/>
        </p:nvCxnSpPr>
        <p:spPr bwMode="auto">
          <a:xfrm>
            <a:off x="6084168" y="1562337"/>
            <a:ext cx="8460" cy="835606"/>
          </a:xfrm>
          <a:prstGeom prst="line">
            <a:avLst/>
          </a:prstGeom>
          <a:gradFill rotWithShape="0">
            <a:gsLst>
              <a:gs pos="0">
                <a:schemeClr val="accent1"/>
              </a:gs>
              <a:gs pos="100000">
                <a:schemeClr val="bg1"/>
              </a:gs>
            </a:gsLst>
            <a:lin ang="5400000" scaled="1"/>
          </a:gradFill>
          <a:ln w="3175" cap="flat" cmpd="sng" algn="ctr">
            <a:solidFill>
              <a:schemeClr val="tx1"/>
            </a:solidFill>
            <a:prstDash val="sysDash"/>
            <a:round/>
            <a:headEnd type="none" w="med" len="med"/>
            <a:tailEnd type="none" w="med" len="med"/>
          </a:ln>
        </p:spPr>
      </p:cxnSp>
      <p:cxnSp>
        <p:nvCxnSpPr>
          <p:cNvPr id="28" name="直接连接符 27"/>
          <p:cNvCxnSpPr/>
          <p:nvPr/>
        </p:nvCxnSpPr>
        <p:spPr bwMode="auto">
          <a:xfrm>
            <a:off x="6517276" y="1562337"/>
            <a:ext cx="8460" cy="835606"/>
          </a:xfrm>
          <a:prstGeom prst="line">
            <a:avLst/>
          </a:prstGeom>
          <a:gradFill rotWithShape="0">
            <a:gsLst>
              <a:gs pos="0">
                <a:schemeClr val="accent1"/>
              </a:gs>
              <a:gs pos="100000">
                <a:schemeClr val="bg1"/>
              </a:gs>
            </a:gsLst>
            <a:lin ang="5400000" scaled="1"/>
          </a:gradFill>
          <a:ln w="3175" cap="flat" cmpd="sng" algn="ctr">
            <a:solidFill>
              <a:schemeClr val="tx1"/>
            </a:solidFill>
            <a:prstDash val="sysDash"/>
            <a:round/>
            <a:headEnd type="none" w="med" len="med"/>
            <a:tailEnd type="none" w="med" len="med"/>
          </a:ln>
        </p:spPr>
      </p:cxnSp>
      <p:cxnSp>
        <p:nvCxnSpPr>
          <p:cNvPr id="29" name="直接连接符 28"/>
          <p:cNvCxnSpPr/>
          <p:nvPr/>
        </p:nvCxnSpPr>
        <p:spPr bwMode="auto">
          <a:xfrm>
            <a:off x="6948264" y="1543337"/>
            <a:ext cx="8460" cy="835606"/>
          </a:xfrm>
          <a:prstGeom prst="line">
            <a:avLst/>
          </a:prstGeom>
          <a:gradFill rotWithShape="0">
            <a:gsLst>
              <a:gs pos="0">
                <a:schemeClr val="accent1"/>
              </a:gs>
              <a:gs pos="100000">
                <a:schemeClr val="bg1"/>
              </a:gs>
            </a:gsLst>
            <a:lin ang="5400000" scaled="1"/>
          </a:gradFill>
          <a:ln w="3175" cap="flat" cmpd="sng" algn="ctr">
            <a:solidFill>
              <a:schemeClr val="tx1"/>
            </a:solidFill>
            <a:prstDash val="sysDash"/>
            <a:round/>
            <a:headEnd type="none" w="med" len="med"/>
            <a:tailEnd type="none" w="med" len="med"/>
          </a:ln>
        </p:spPr>
      </p:cxnSp>
      <p:cxnSp>
        <p:nvCxnSpPr>
          <p:cNvPr id="30" name="直接连接符 29"/>
          <p:cNvCxnSpPr/>
          <p:nvPr/>
        </p:nvCxnSpPr>
        <p:spPr bwMode="auto">
          <a:xfrm>
            <a:off x="7380312" y="1556792"/>
            <a:ext cx="8460" cy="835606"/>
          </a:xfrm>
          <a:prstGeom prst="line">
            <a:avLst/>
          </a:prstGeom>
          <a:gradFill rotWithShape="0">
            <a:gsLst>
              <a:gs pos="0">
                <a:schemeClr val="accent1"/>
              </a:gs>
              <a:gs pos="100000">
                <a:schemeClr val="bg1"/>
              </a:gs>
            </a:gsLst>
            <a:lin ang="5400000" scaled="1"/>
          </a:gradFill>
          <a:ln w="3175" cap="flat" cmpd="sng" algn="ctr">
            <a:solidFill>
              <a:schemeClr val="tx1"/>
            </a:solidFill>
            <a:prstDash val="sysDash"/>
            <a:round/>
            <a:headEnd type="none" w="med" len="med"/>
            <a:tailEnd type="none" w="med" len="med"/>
          </a:ln>
        </p:spPr>
      </p:cxnSp>
      <mc:AlternateContent xmlns:mc="http://schemas.openxmlformats.org/markup-compatibility/2006" xmlns:p14="http://schemas.microsoft.com/office/powerpoint/2010/main">
        <mc:Choice Requires="p14">
          <p:contentPart p14:bwMode="auto" r:id="rId8">
            <p14:nvContentPartPr>
              <p14:cNvPr id="46" name="墨迹 45"/>
              <p14:cNvContentPartPr/>
              <p14:nvPr/>
            </p14:nvContentPartPr>
            <p14:xfrm>
              <a:off x="5679931" y="1566918"/>
              <a:ext cx="420840" cy="775080"/>
            </p14:xfrm>
          </p:contentPart>
        </mc:Choice>
        <mc:Fallback xmlns="">
          <p:pic>
            <p:nvPicPr>
              <p:cNvPr id="46" name="墨迹 45"/>
              <p:cNvPicPr/>
              <p:nvPr/>
            </p:nvPicPr>
            <p:blipFill>
              <a:blip r:embed="rId9"/>
              <a:stretch>
                <a:fillRect/>
              </a:stretch>
            </p:blipFill>
            <p:spPr>
              <a:xfrm>
                <a:off x="5668771" y="1559718"/>
                <a:ext cx="439560" cy="793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8" name="墨迹 47"/>
              <p14:cNvContentPartPr/>
              <p14:nvPr/>
            </p14:nvContentPartPr>
            <p14:xfrm>
              <a:off x="6074491" y="1570158"/>
              <a:ext cx="446760" cy="789120"/>
            </p14:xfrm>
          </p:contentPart>
        </mc:Choice>
        <mc:Fallback xmlns="">
          <p:pic>
            <p:nvPicPr>
              <p:cNvPr id="48" name="墨迹 47"/>
              <p:cNvPicPr/>
              <p:nvPr/>
            </p:nvPicPr>
            <p:blipFill>
              <a:blip r:embed="rId11"/>
              <a:stretch>
                <a:fillRect/>
              </a:stretch>
            </p:blipFill>
            <p:spPr>
              <a:xfrm>
                <a:off x="6062971" y="1562238"/>
                <a:ext cx="466200" cy="808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0" name="墨迹 49"/>
              <p14:cNvContentPartPr/>
              <p14:nvPr/>
            </p14:nvContentPartPr>
            <p14:xfrm>
              <a:off x="6518731" y="1566918"/>
              <a:ext cx="428400" cy="796680"/>
            </p14:xfrm>
          </p:contentPart>
        </mc:Choice>
        <mc:Fallback xmlns="">
          <p:pic>
            <p:nvPicPr>
              <p:cNvPr id="50" name="墨迹 49"/>
              <p:cNvPicPr/>
              <p:nvPr/>
            </p:nvPicPr>
            <p:blipFill>
              <a:blip r:embed="rId13"/>
              <a:stretch>
                <a:fillRect/>
              </a:stretch>
            </p:blipFill>
            <p:spPr>
              <a:xfrm>
                <a:off x="6507931" y="1558998"/>
                <a:ext cx="446760" cy="813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2" name="墨迹 51"/>
              <p14:cNvContentPartPr/>
              <p14:nvPr/>
            </p14:nvContentPartPr>
            <p14:xfrm>
              <a:off x="6949651" y="1575918"/>
              <a:ext cx="442800" cy="762480"/>
            </p14:xfrm>
          </p:contentPart>
        </mc:Choice>
        <mc:Fallback xmlns="">
          <p:pic>
            <p:nvPicPr>
              <p:cNvPr id="52" name="墨迹 51"/>
              <p:cNvPicPr/>
              <p:nvPr/>
            </p:nvPicPr>
            <p:blipFill>
              <a:blip r:embed="rId15"/>
              <a:stretch>
                <a:fillRect/>
              </a:stretch>
            </p:blipFill>
            <p:spPr>
              <a:xfrm>
                <a:off x="6939571" y="1567638"/>
                <a:ext cx="460800" cy="781560"/>
              </a:xfrm>
              <a:prstGeom prst="rect">
                <a:avLst/>
              </a:prstGeom>
            </p:spPr>
          </p:pic>
        </mc:Fallback>
      </mc:AlternateContent>
      <p:sp>
        <p:nvSpPr>
          <p:cNvPr id="57" name="椭圆 56"/>
          <p:cNvSpPr/>
          <p:nvPr/>
        </p:nvSpPr>
        <p:spPr>
          <a:xfrm>
            <a:off x="5120640" y="2433240"/>
            <a:ext cx="99720" cy="163440"/>
          </a:xfrm>
          <a:prstGeom prst="ellipse">
            <a:avLst/>
          </a:prstGeom>
          <a:noFill/>
          <a:ln w="24000">
            <a:solidFill>
              <a:srgbClr val="000000"/>
            </a:solidFill>
          </a:ln>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rgbClr val="000000"/>
              </a:solidFill>
              <a:effectLst/>
              <a:latin typeface="Arial" panose="020B0604020202020204" pitchFamily="34" charset="0"/>
            </a:endParaRPr>
          </a:p>
        </p:txBody>
      </p:sp>
      <p:sp>
        <p:nvSpPr>
          <p:cNvPr id="61" name="椭圆 60"/>
          <p:cNvSpPr/>
          <p:nvPr/>
        </p:nvSpPr>
        <p:spPr>
          <a:xfrm>
            <a:off x="5549040" y="2500560"/>
            <a:ext cx="60840" cy="126000"/>
          </a:xfrm>
          <a:prstGeom prst="ellipse">
            <a:avLst/>
          </a:prstGeom>
          <a:noFill/>
          <a:ln w="24000">
            <a:solidFill>
              <a:srgbClr val="000000"/>
            </a:solidFill>
          </a:ln>
        </p:spPr>
        <p:txBody>
          <a:bodyPr vert="horz" wrap="none" lIns="92075" tIns="46038" rIns="92075" bIns="46038" numCol="1" rtlCol="0" anchor="ctr" anchorCtr="0" compatLnSpc="1"/>
          <a:lstStyle/>
          <a:p>
            <a:pPr marL="0" marR="0" indent="0" algn="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rgbClr val="000000"/>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16">
            <p14:nvContentPartPr>
              <p14:cNvPr id="196642" name="墨迹 196641"/>
              <p14:cNvContentPartPr/>
              <p14:nvPr/>
            </p14:nvContentPartPr>
            <p14:xfrm>
              <a:off x="5237491" y="1546038"/>
              <a:ext cx="3058560" cy="1123560"/>
            </p14:xfrm>
          </p:contentPart>
        </mc:Choice>
        <mc:Fallback xmlns="">
          <p:pic>
            <p:nvPicPr>
              <p:cNvPr id="196642" name="墨迹 196641"/>
              <p:cNvPicPr/>
              <p:nvPr/>
            </p:nvPicPr>
            <p:blipFill>
              <a:blip r:embed="rId17"/>
              <a:stretch>
                <a:fillRect/>
              </a:stretch>
            </p:blipFill>
            <p:spPr>
              <a:xfrm>
                <a:off x="5227771" y="1537758"/>
                <a:ext cx="3076200" cy="1142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6656" name="墨迹 196655"/>
              <p14:cNvContentPartPr/>
              <p14:nvPr/>
            </p14:nvContentPartPr>
            <p14:xfrm>
              <a:off x="4462771" y="1445598"/>
              <a:ext cx="810000" cy="315720"/>
            </p14:xfrm>
          </p:contentPart>
        </mc:Choice>
        <mc:Fallback xmlns="">
          <p:pic>
            <p:nvPicPr>
              <p:cNvPr id="196656" name="墨迹 196655"/>
              <p:cNvPicPr/>
              <p:nvPr/>
            </p:nvPicPr>
            <p:blipFill>
              <a:blip r:embed="rId19"/>
              <a:stretch>
                <a:fillRect/>
              </a:stretch>
            </p:blipFill>
            <p:spPr>
              <a:xfrm>
                <a:off x="4454131" y="1436598"/>
                <a:ext cx="8287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6658" name="墨迹 196657"/>
              <p14:cNvContentPartPr/>
              <p14:nvPr/>
            </p14:nvContentPartPr>
            <p14:xfrm>
              <a:off x="5004571" y="859518"/>
              <a:ext cx="129960" cy="229680"/>
            </p14:xfrm>
          </p:contentPart>
        </mc:Choice>
        <mc:Fallback xmlns="">
          <p:pic>
            <p:nvPicPr>
              <p:cNvPr id="196658" name="墨迹 196657"/>
              <p:cNvPicPr/>
              <p:nvPr/>
            </p:nvPicPr>
            <p:blipFill>
              <a:blip r:embed="rId21"/>
              <a:stretch>
                <a:fillRect/>
              </a:stretch>
            </p:blipFill>
            <p:spPr>
              <a:xfrm>
                <a:off x="4995211" y="847998"/>
                <a:ext cx="151920" cy="253440"/>
              </a:xfrm>
              <a:prstGeom prst="rect">
                <a:avLst/>
              </a:prstGeom>
            </p:spPr>
          </p:pic>
        </mc:Fallback>
      </mc:AlternateContent>
    </p:spTree>
    <p:extLst>
      <p:ext uri="{BB962C8B-B14F-4D97-AF65-F5344CB8AC3E}">
        <p14:creationId xmlns:p14="http://schemas.microsoft.com/office/powerpoint/2010/main" val="1409841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Problem 4</a:t>
            </a:r>
          </a:p>
        </p:txBody>
      </p:sp>
      <p:sp>
        <p:nvSpPr>
          <p:cNvPr id="2" name="TextBox 1"/>
          <p:cNvSpPr txBox="1"/>
          <p:nvPr/>
        </p:nvSpPr>
        <p:spPr>
          <a:xfrm>
            <a:off x="539552" y="1052736"/>
            <a:ext cx="7848872" cy="3000821"/>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cs typeface="Times New Roman" panose="02020603050405020304" pitchFamily="18" charset="0"/>
              </a:rPr>
              <a:t>A 3.00M Ω resistor and a 1.00μF uncharged capacitor are connected in series with an ideal battery of </a:t>
            </a:r>
            <a:r>
              <a:rPr lang="en-US" altLang="zh-CN" dirty="0" err="1">
                <a:latin typeface="Times New Roman" panose="02020603050405020304" pitchFamily="18" charset="0"/>
                <a:cs typeface="Times New Roman" panose="02020603050405020304" pitchFamily="18" charset="0"/>
              </a:rPr>
              <a:t>emf</a:t>
            </a:r>
            <a:r>
              <a:rPr lang="en-US" altLang="zh-CN" dirty="0">
                <a:latin typeface="Times New Roman" panose="02020603050405020304" pitchFamily="18" charset="0"/>
                <a:cs typeface="Times New Roman" panose="02020603050405020304" pitchFamily="18" charset="0"/>
              </a:rPr>
              <a:t> ε=4.0V . At 1.00s after the connection is made, what is the rate at which</a:t>
            </a:r>
          </a:p>
          <a:p>
            <a:pPr>
              <a:lnSpc>
                <a:spcPct val="150000"/>
              </a:lnSpc>
            </a:pPr>
            <a:r>
              <a:rPr lang="en-US" altLang="zh-CN" dirty="0">
                <a:latin typeface="Times New Roman" panose="02020603050405020304" pitchFamily="18" charset="0"/>
                <a:cs typeface="Times New Roman" panose="02020603050405020304" pitchFamily="18" charset="0"/>
              </a:rPr>
              <a:t> (a) the</a:t>
            </a:r>
            <a:r>
              <a:rPr lang="en-US" altLang="zh-CN" b="1" dirty="0">
                <a:latin typeface="Times New Roman" panose="02020603050405020304" pitchFamily="18" charset="0"/>
                <a:cs typeface="Times New Roman" panose="02020603050405020304" pitchFamily="18" charset="0"/>
              </a:rPr>
              <a:t> charge </a:t>
            </a:r>
            <a:r>
              <a:rPr lang="en-US" altLang="zh-CN" dirty="0">
                <a:latin typeface="Times New Roman" panose="02020603050405020304" pitchFamily="18" charset="0"/>
                <a:cs typeface="Times New Roman" panose="02020603050405020304" pitchFamily="18" charset="0"/>
              </a:rPr>
              <a:t>of the capacitor is increasing ,</a:t>
            </a:r>
          </a:p>
          <a:p>
            <a:pPr>
              <a:lnSpc>
                <a:spcPct val="150000"/>
              </a:lnSpc>
            </a:pPr>
            <a:r>
              <a:rPr lang="en-US" altLang="zh-CN" dirty="0">
                <a:latin typeface="Times New Roman" panose="02020603050405020304" pitchFamily="18" charset="0"/>
                <a:cs typeface="Times New Roman" panose="02020603050405020304" pitchFamily="18" charset="0"/>
              </a:rPr>
              <a:t> (b) </a:t>
            </a:r>
            <a:r>
              <a:rPr lang="en-US" altLang="zh-CN" b="1" dirty="0">
                <a:latin typeface="Times New Roman" panose="02020603050405020304" pitchFamily="18" charset="0"/>
                <a:cs typeface="Times New Roman" panose="02020603050405020304" pitchFamily="18" charset="0"/>
              </a:rPr>
              <a:t>energy</a:t>
            </a:r>
            <a:r>
              <a:rPr lang="en-US" altLang="zh-CN" dirty="0">
                <a:latin typeface="Times New Roman" panose="02020603050405020304" pitchFamily="18" charset="0"/>
                <a:cs typeface="Times New Roman" panose="02020603050405020304" pitchFamily="18" charset="0"/>
              </a:rPr>
              <a:t> is being stored in the capacitor, </a:t>
            </a:r>
          </a:p>
          <a:p>
            <a:pPr>
              <a:lnSpc>
                <a:spcPct val="150000"/>
              </a:lnSpc>
            </a:pP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 </a:t>
            </a:r>
            <a:r>
              <a:rPr lang="en-US" altLang="zh-CN" b="1" dirty="0">
                <a:latin typeface="Times New Roman" panose="02020603050405020304" pitchFamily="18" charset="0"/>
                <a:cs typeface="Times New Roman" panose="02020603050405020304" pitchFamily="18" charset="0"/>
              </a:rPr>
              <a:t>thermal energy </a:t>
            </a:r>
            <a:r>
              <a:rPr lang="en-US" altLang="zh-CN" dirty="0">
                <a:latin typeface="Times New Roman" panose="02020603050405020304" pitchFamily="18" charset="0"/>
                <a:cs typeface="Times New Roman" panose="02020603050405020304" pitchFamily="18" charset="0"/>
              </a:rPr>
              <a:t>is appearing in the resistor , </a:t>
            </a:r>
          </a:p>
          <a:p>
            <a:pPr>
              <a:lnSpc>
                <a:spcPct val="150000"/>
              </a:lnSpc>
            </a:pP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 </a:t>
            </a:r>
            <a:r>
              <a:rPr lang="en-US" altLang="zh-CN" b="1" dirty="0">
                <a:latin typeface="Times New Roman" panose="02020603050405020304" pitchFamily="18" charset="0"/>
                <a:cs typeface="Times New Roman" panose="02020603050405020304" pitchFamily="18" charset="0"/>
              </a:rPr>
              <a:t>energy</a:t>
            </a:r>
            <a:r>
              <a:rPr lang="en-US" altLang="zh-CN" dirty="0">
                <a:latin typeface="Times New Roman" panose="02020603050405020304" pitchFamily="18" charset="0"/>
                <a:cs typeface="Times New Roman" panose="02020603050405020304" pitchFamily="18" charset="0"/>
              </a:rPr>
              <a:t> is being </a:t>
            </a:r>
            <a:r>
              <a:rPr lang="en-US" altLang="zh-CN" b="1" dirty="0">
                <a:latin typeface="Times New Roman" panose="02020603050405020304" pitchFamily="18" charset="0"/>
                <a:cs typeface="Times New Roman" panose="02020603050405020304" pitchFamily="18" charset="0"/>
              </a:rPr>
              <a:t>delivered</a:t>
            </a:r>
            <a:r>
              <a:rPr lang="en-US" altLang="zh-CN" dirty="0">
                <a:latin typeface="Times New Roman" panose="02020603050405020304" pitchFamily="18" charset="0"/>
                <a:cs typeface="Times New Roman" panose="02020603050405020304" pitchFamily="18" charset="0"/>
              </a:rPr>
              <a:t> by the battery?</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Answer 4</a:t>
            </a:r>
          </a:p>
        </p:txBody>
      </p:sp>
      <p:pic>
        <p:nvPicPr>
          <p:cNvPr id="5"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764704"/>
            <a:ext cx="8477248"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zh-CN" dirty="0"/>
              <a:t>Answer 4</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764704"/>
            <a:ext cx="7920880" cy="2450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3429000"/>
            <a:ext cx="8307657"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theme/theme1.xml><?xml version="1.0" encoding="utf-8"?>
<a:theme xmlns:a="http://schemas.openxmlformats.org/drawingml/2006/main" name="1_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spPr>
      <a:bodyPr vert="horz" wrap="none" lIns="92075" tIns="46038" rIns="92075" bIns="46038" numCol="1" anchor="ctr" anchorCtr="0" compatLnSpc="1"/>
      <a:lstStyle>
        <a:defPPr marL="0" marR="0" indent="0" algn="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spPr>
      <a:bodyPr vert="horz" wrap="none" lIns="92075" tIns="46038" rIns="92075" bIns="46038" numCol="1" anchor="ctr" anchorCtr="0" compatLnSpc="1"/>
      <a:lstStyle>
        <a:defPPr marL="0" marR="0" indent="0" algn="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spPr>
      <a:bodyPr vert="horz" wrap="none" lIns="92075" tIns="46038" rIns="92075" bIns="46038" numCol="1" anchor="ctr" anchorCtr="0" compatLnSpc="1"/>
      <a:lstStyle>
        <a:defPPr marL="0" marR="0" indent="0" algn="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spPr>
      <a:bodyPr vert="horz" wrap="none" lIns="92075" tIns="46038" rIns="92075" bIns="46038" numCol="1" anchor="ctr" anchorCtr="0" compatLnSpc="1"/>
      <a:lstStyle>
        <a:defPPr marL="0" marR="0" indent="0" algn="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2075" tIns="46038" rIns="92075" bIns="46038" numCol="1" anchor="ctr"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349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2075" tIns="46038" rIns="92075" bIns="46038" numCol="1" anchor="ctr"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755</TotalTime>
  <Words>1830</Words>
  <Application>Microsoft Office PowerPoint</Application>
  <PresentationFormat>全屏显示(4:3)</PresentationFormat>
  <Paragraphs>131</Paragraphs>
  <Slides>19</Slides>
  <Notes>17</Notes>
  <HiddenSlides>0</HiddenSlides>
  <MMClips>0</MMClips>
  <ScaleCrop>false</ScaleCrop>
  <HeadingPairs>
    <vt:vector size="6" baseType="variant">
      <vt:variant>
        <vt:lpstr>主题</vt:lpstr>
      </vt:variant>
      <vt:variant>
        <vt:i4>3</vt:i4>
      </vt:variant>
      <vt:variant>
        <vt:lpstr>嵌入 OLE 服务器</vt:lpstr>
      </vt:variant>
      <vt:variant>
        <vt:i4>3</vt:i4>
      </vt:variant>
      <vt:variant>
        <vt:lpstr>幻灯片标题</vt:lpstr>
      </vt:variant>
      <vt:variant>
        <vt:i4>19</vt:i4>
      </vt:variant>
    </vt:vector>
  </HeadingPairs>
  <TitlesOfParts>
    <vt:vector size="25" baseType="lpstr">
      <vt:lpstr>1_C6eActiveLectureQuestions</vt:lpstr>
      <vt:lpstr>5_C6eActiveLectureQuestions</vt:lpstr>
      <vt:lpstr>2_C6eActiveLectureQuestions</vt:lpstr>
      <vt:lpstr>Equation</vt:lpstr>
      <vt:lpstr>MathType 6.0 Equation</vt:lpstr>
      <vt:lpstr>Equation.KSEE3</vt:lpstr>
      <vt:lpstr>Key words</vt:lpstr>
      <vt:lpstr>Electric current</vt:lpstr>
      <vt:lpstr>Resistance and resistivity</vt:lpstr>
      <vt:lpstr>Resistance depends on the way of connection</vt:lpstr>
      <vt:lpstr>Ohm’s law  </vt:lpstr>
      <vt:lpstr>Kirchhoff’s rules</vt:lpstr>
      <vt:lpstr>Kirchhoff’s rules</vt:lpstr>
      <vt:lpstr>Problem 1</vt:lpstr>
      <vt:lpstr>Answer 1</vt:lpstr>
      <vt:lpstr>RC circuits </vt:lpstr>
      <vt:lpstr>RC circuit – charging</vt:lpstr>
      <vt:lpstr>RC circuits </vt:lpstr>
      <vt:lpstr>Problem 2</vt:lpstr>
      <vt:lpstr>Answer 2</vt:lpstr>
      <vt:lpstr>Problem 3</vt:lpstr>
      <vt:lpstr>Answer 3</vt:lpstr>
      <vt:lpstr>Problem 4</vt:lpstr>
      <vt:lpstr>Answer 4</vt:lpstr>
      <vt:lpstr>Answer 4</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1</dc:title>
  <dc:creator>xin</dc:creator>
  <cp:lastModifiedBy>Windows 用户</cp:lastModifiedBy>
  <cp:revision>231</cp:revision>
  <cp:lastPrinted>2023-03-15T05:45:20Z</cp:lastPrinted>
  <dcterms:created xsi:type="dcterms:W3CDTF">2014-03-16T02:40:00Z</dcterms:created>
  <dcterms:modified xsi:type="dcterms:W3CDTF">2023-03-17T05:05:12Z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