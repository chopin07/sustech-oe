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3"/>
  </p:handoutMasterIdLst>
  <p:sldIdLst>
    <p:sldId id="359" r:id="rId3"/>
    <p:sldId id="434" r:id="rId4"/>
    <p:sldId id="402" r:id="rId6"/>
    <p:sldId id="404" r:id="rId7"/>
    <p:sldId id="405" r:id="rId8"/>
    <p:sldId id="407" r:id="rId9"/>
    <p:sldId id="425" r:id="rId10"/>
    <p:sldId id="426" r:id="rId11"/>
    <p:sldId id="423" r:id="rId12"/>
    <p:sldId id="428" r:id="rId13"/>
    <p:sldId id="430" r:id="rId14"/>
    <p:sldId id="432" r:id="rId15"/>
    <p:sldId id="431" r:id="rId16"/>
    <p:sldId id="433" r:id="rId17"/>
    <p:sldId id="400" r:id="rId18"/>
    <p:sldId id="414" r:id="rId19"/>
    <p:sldId id="401" r:id="rId20"/>
    <p:sldId id="421" r:id="rId21"/>
    <p:sldId id="422" r:id="rId22"/>
  </p:sldIdLst>
  <p:sldSz cx="9144000" cy="6858000" type="screen4x3"/>
  <p:notesSz cx="9931400" cy="6819900"/>
  <p:custDataLst>
    <p:tags r:id="rId27"/>
  </p:custDataLst>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80000"/>
    <a:srgbClr val="CC3300"/>
    <a:srgbClr val="004A37"/>
    <a:srgbClr val="00417E"/>
    <a:srgbClr val="FFECD7"/>
    <a:srgbClr val="3366CC"/>
    <a:srgbClr val="0099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8947" autoAdjust="0"/>
  </p:normalViewPr>
  <p:slideViewPr>
    <p:cSldViewPr>
      <p:cViewPr>
        <p:scale>
          <a:sx n="100" d="100"/>
          <a:sy n="100" d="100"/>
        </p:scale>
        <p:origin x="-366" y="72"/>
      </p:cViewPr>
      <p:guideLst>
        <p:guide orient="horz" pos="1196"/>
        <p:guide orient="horz" pos="1797"/>
        <p:guide orient="horz" pos="2322"/>
        <p:guide pos="2865"/>
        <p:guide pos="192"/>
        <p:guide pos="32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3.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52.wmf"/><Relationship Id="rId4" Type="http://schemas.openxmlformats.org/officeDocument/2006/relationships/image" Target="../media/image51.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3713" cy="341313"/>
          </a:xfrm>
          <a:prstGeom prst="rect">
            <a:avLst/>
          </a:prstGeom>
        </p:spPr>
        <p:txBody>
          <a:bodyPr vert="horz" lIns="79224" tIns="39612" rIns="79224" bIns="39612" rtlCol="0"/>
          <a:lstStyle>
            <a:lvl1pPr algn="l" eaLnBrk="0" hangingPunct="0">
              <a:buFont typeface="Arial" panose="020B0604020202020204" pitchFamily="34" charset="0"/>
              <a:buNone/>
              <a:defRPr sz="10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5626100" y="0"/>
            <a:ext cx="4302125" cy="341313"/>
          </a:xfrm>
          <a:prstGeom prst="rect">
            <a:avLst/>
          </a:prstGeom>
        </p:spPr>
        <p:txBody>
          <a:bodyPr vert="horz" lIns="79224" tIns="39612" rIns="79224" bIns="39612" rtlCol="0"/>
          <a:lstStyle>
            <a:lvl1pPr algn="r" eaLnBrk="0" hangingPunct="0">
              <a:buFont typeface="Arial" panose="020B0604020202020204" pitchFamily="34" charset="0"/>
              <a:buNone/>
              <a:defRPr sz="1000">
                <a:latin typeface="Arial" panose="020B0604020202020204" pitchFamily="34" charset="0"/>
                <a:ea typeface="宋体" panose="02010600030101010101" pitchFamily="2" charset="-122"/>
              </a:defRPr>
            </a:lvl1pPr>
          </a:lstStyle>
          <a:p>
            <a:pPr>
              <a:defRPr/>
            </a:pPr>
            <a:fld id="{730206D4-A04F-41ED-AA68-A4BDA6221370}" type="datetimeFigureOut">
              <a:rPr lang="zh-CN" altLang="en-US"/>
            </a:fld>
            <a:endParaRPr lang="zh-CN" altLang="en-US"/>
          </a:p>
        </p:txBody>
      </p:sp>
      <p:sp>
        <p:nvSpPr>
          <p:cNvPr id="4" name="页脚占位符 3"/>
          <p:cNvSpPr>
            <a:spLocks noGrp="1"/>
          </p:cNvSpPr>
          <p:nvPr>
            <p:ph type="ftr" sz="quarter" idx="2"/>
          </p:nvPr>
        </p:nvSpPr>
        <p:spPr>
          <a:xfrm>
            <a:off x="0" y="6477000"/>
            <a:ext cx="4303713" cy="341313"/>
          </a:xfrm>
          <a:prstGeom prst="rect">
            <a:avLst/>
          </a:prstGeom>
        </p:spPr>
        <p:txBody>
          <a:bodyPr vert="horz" lIns="79224" tIns="39612" rIns="79224" bIns="39612" rtlCol="0" anchor="b"/>
          <a:lstStyle>
            <a:lvl1pPr algn="l" eaLnBrk="0" hangingPunct="0">
              <a:buFont typeface="Arial" panose="020B0604020202020204" pitchFamily="34" charset="0"/>
              <a:buNone/>
              <a:defRPr sz="10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5626100" y="6477000"/>
            <a:ext cx="4302125" cy="341313"/>
          </a:xfrm>
          <a:prstGeom prst="rect">
            <a:avLst/>
          </a:prstGeom>
        </p:spPr>
        <p:txBody>
          <a:bodyPr vert="horz" wrap="square" lIns="79224" tIns="39612" rIns="79224" bIns="39612" numCol="1" anchor="b" anchorCtr="0" compatLnSpc="1"/>
          <a:lstStyle>
            <a:lvl1pPr algn="r">
              <a:buFont typeface="Arial" panose="020B0604020202020204" pitchFamily="34" charset="0"/>
              <a:buNone/>
              <a:defRPr sz="1000" smtClean="0"/>
            </a:lvl1pPr>
          </a:lstStyle>
          <a:p>
            <a:pPr>
              <a:defRPr/>
            </a:pPr>
            <a:fld id="{BF8273E7-FD6A-4D48-874B-BA5F89753588}"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6:20"/>
    </inkml:context>
    <inkml:brush xml:id="br0">
      <inkml:brushProperty name="width" value="0.04667" units="cm"/>
      <inkml:brushProperty name="height" value="0.04667" units="cm"/>
      <inkml:brushProperty name="color" value="#000000"/>
      <inkml:brushProperty name="fitToCurve" value="1"/>
    </inkml:brush>
  </inkml:definitions>
  <inkml:trace contextRef="#ctx0" brushRef="#br0">16 0 151,'-4'5'415,"-1"0"37,1-2 18,1-1-3,3 0-212,0 0-118,3 1-64,1 5-36,1-1-17,3 0-10,-3 6 0,4 3 4,1 5 7,-2 1 4,3 7 5,-3 4 2,0-3-1,-3 5-2,2-3-6,-1 1-2,-5-2 0,6-4 0,-7-3 4,2-3-1,-2-4 3,0-4 4,0 0 6,-2-6 8,2 1 3,-3-6 5,-1-2-4,-1-2-6,3-4-8,-6-3-9,2-4-10,4 0-7,-2-8-5,-1-1-3,5-2-3,0 0-1,5-3-1,-1-1-1,0-1 5,5 2 0,-4-3 1,7 6 3,-6 0 0,3-1 1,0 5-4,2 3-3,-6-1-11,4 7-13,-4 1-18,1 0-24,1 3-34,-1-1-67,-1 5-156,2-3-114,-2 3-54,0 1-11,3-1 14,1 3 62</inkml:trace>
  <inkml:trace contextRef="#ctx0" brushRef="#br0">411 208 126,'0'-4'352,"-2"-4"35,-2 3 17,1-4-70,-2-1-103,3 0-97,-5 1-50,3 1-29,-2 3-15,1-3-6,-2 6-7,2 0-5,-3-1-4,3 6-6,-4-1-2,0 5 0,3 1 3,-6 6 2,3 2 2,-1 0 1,2 4 2,-1 0-1,4-1-6,0 1-1,1-2-5,4-4-1,0-3 1,0-1-3,6-2 2,-3-5-4,2 0 2,1-9 0,5-2-3,-2-5 0,1-5-3,3-2 2,-1 1-3,-1-3 0,2 2 2,-1 5 1,-3 1 2,0 4 1,-3 3 4,2 4-4,-2 3 4,-1 5 5,-3 6 2,2-1-1,-2 6-3,5-2 4,-6 4-2,5-4-4,1 0-5,-3 4 1,1-6-2,0-1-6,4-5-7,-4 0-14,3-4-16,1-4-33,0-4-73,-1-3-107,0-3-105,-3-3-49,4-5-15,-4 1 16,3-4 66</inkml:trace>
  <inkml:trace contextRef="#ctx0" brushRef="#br0">578 71 154,'0'-12'398,"2"5"41,-2-1 24,-2 6-48,2 2-134,0 2-122,0 3-71,0 1-38,0 3-24,0 0-13,2 4-6,-2 0-4,5-1-3,-2 0 0,1-3 0,-2 1 0,1-2 0,1-4 1,-4 1 1,6-2 3,1-3 1,-6-5-2,5-2 0,1-1 2,-5-4 0,2-2-3,3-1-2,-5 0 3,5 2-2,-6 4 1,3 0-2,-2 1 1,-2 3-1,3 0 0,-3 3-1,0 2 0,0 4 4,3 6 5,-2 0-3,-1 6 0,4 8 1,-2 0 2,1 7 1,1 1-3,-3 6 6,3 1 0,-1 0 0,-3 4-1,0-3-5,0 0-1,-3-2-2,-1-1 1,3-4-3,-8-3 0,4-3 2,-1-8-2,-1-2-1,-6-3-1,6-4 0,-4-8-1,-1-2 1,-1-4-1,-1-6 0,1-2 1,-1-3 0,3-2 0,0 2 0,2-1 1,4 0 1,3-2 3,2 6 1,0 0 1,2 0 0,3 0-3,4 2 0,2-3 0,-4 4-3,9-3-1,-1 3-1,-1-4-3,6-2-14,-2 2-21,1 0-36,-2-3-105,0-1-164,-2 4-82,-1-2-33,-1 4-4,8-1 24</inkml:trace>
  <inkml:trace contextRef="#ctx0" brushRef="#br0">999 19 380,'-3'-9'444,"3"7"35,-2-5 16,-2 6-120,3 1-164,1 5-94,-4 3-50,1 6-29,3 3-18,0 5-9,0 6-6,7 3-2,-7 6-14,1 2-31,3 1-94,-2-1-177,-2-2-95,0-1-51,0-4-13,3 3 15</inkml:trace>
  <inkml:trace contextRef="#ctx0" brushRef="#br0">1100 1253 262,'-3'-6'400,"0"4"30,-2-1 21,3 1-90,-5-1-141,2-2-88,2 3-48,-3 0-25,5-1-13,-6-2-10,2 2-3,3-2-3,-1 3-2,-1-1-2,-1 1 3,3-1 2,2 1-1,-6 0 5,6 2 0,-1-3 2,-3 3-4,4 0-6,-3 3-5,3-1-5,-2 3-4,-2 2-2,4 6-5,-1-3-2,1 5-1,0 1-1,0 2 0,0 4-1,1 2 2,-1 4-3,0-4 3,4 5 4,-4-1 0,2 1 0,-2-2 1,0-3 5,0 1-4,0-5-1,0-4-2,0-3-1,0-1 2,0-4 10,0-4 8,0 1 4,0-5 6,-2-5 0,-2-2-1,3-8-11,-3 0-8,1-4-6,6-4-5,1-1 1,1-3-4,0 2 0,3-1-1,2-1 0,-1 3 0,4-1 0,1 3 0,0 3 0,-1-5 1,5 11-1,-5-5 0,1 7 0,-1 0-2,1 4-7,-3 2-8,0 0-13,-3 5-22,4 0-22,-5 5-32,7 2-46,-7 1-141,2 0-130,3 0-55,-2 0-17,4 5 12,0-4 40</inkml:trace>
  <inkml:trace contextRef="#ctx0" brushRef="#br0">1404 1404 338,'-6'0'414,"0"-6"24,5 1 4,-8-6-108,2-2-143,1 0-83,-6-1-40,3 2-24,2 1-8,-1 1-5,-4 5-5,3 0-4,3 7-2,-6 3 1,3 5-4,0 4-2,0 4-4,0 3-2,0 3-3,2-1-1,5 2-3,-2-4 1,3 2 1,1-4-3,1-4 3,5-2 0,0-7-1,2 0-2,-1-6-1,7-6 2,-1-3-1,3-6 1,-3-1-1,1-2 2,-1-2 2,-2 4 4,1 0 5,-6 4 3,-3 2 3,3 5 4,-6 2 2,3 3-1,-3 6 0,-3 4-7,1 2-4,-2 3-2,4 1-2,0 0-3,0-2 0,0 2-1,4-3-1,1-2-4,0-2-3,1-1-5,1-6-4,2 1-1,3-6 1,-2-5 0,0 3 1,3-4 1,-4-4 2,0 6 1,0-2 0,-4 4 4,-2 0 1,-2 2 2,-1 3 3,4 3 3,-4 4 0,0 1 0,3-1 0,-3 0 0,2 3-2,5-5-3,-2 2-1,4-3-1,-5 0 0,5-4-1,-2 0-1,4-6 0,0-3 0,-2-1 2,2-5-1,-4 1 1,-4-3 1,6-1 0,-5 2 0,-3-4 0,3 5 0,-4-2 1,0 5 1,0 2-1,0 3 2,0-1-2,0 6-2,0-1-1,-4 3 1,4 7-2,0 5 2,-1 6 3,1 6 4,0 6 6,-4 7 6,1 1 5,-3 8 1,3-2 1,-2 4-1,3 2-5,-4-4-6,1 0-3,-4 3-3,4-4-2,-3-4-3,-1-2 0,2-1-2,-5-7 3,2-1-3,-2-8 1,2-5-1,-2-5 4,-2-4-3,1-6 2,-1-4-1,1-8 0,3-6 1,1 0-1,1-8 1,3-2-4,1 0 0,4-2 0,0-1-1,6 2-3,1 0 4,6 0 1,-3 2 2,3 2 1,1 0 1,6-1-3,-4 2-2,4 2 0,-5 0-3,8 1-6,-5 1-18,2 1-26,-4 0-42,-2 0-116,-1 0-175,2-3-88,-5 3-33,0-2 3,7-1 27</inkml:trace>
  <inkml:trace contextRef="#ctx0" brushRef="#br0">1884 1389 166,'9'-4'430,"-1"-1"33,4 0 20,-5-1-9,4 5-206,3-2-124,-1 2-69,5 1-31,-3 1-19,-1 3-9,2 2-7,-4 1 4,2 4 4,-8 0 1,1 4 6,-1 0 5,-5 2 4,-1 2 1,0 1-1,-5-3 0,3 3 0,-6-1 0,0-1-3,-1-2-5,4-3-1,0-1-4,1 0-4,1-2-4,6-2-2,2-4-2,4-1-2,9-6-4,13-3-19,5-7-31,12-4-76,-3-6-217,7-3-112,0-1-61,-4 0-14,6 0 15,-9 2 66</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7.64706" units="1/cm"/>
          <inkml:channelProperty channel="Y" name="resolution" value="37.63066" units="1/cm"/>
        </inkml:channelProperties>
      </inkml:inkSource>
      <inkml:timestamp xml:id="ts0" timeString="2022-05-05T03:36:35"/>
    </inkml:context>
    <inkml:brush xml:id="br0">
      <inkml:brushProperty name="width" value="0.04667" units="cm"/>
      <inkml:brushProperty name="height" value="0.04667" units="cm"/>
      <inkml:brushProperty name="color" value="#000000"/>
      <inkml:brushProperty name="fitToCurve" value="1"/>
    </inkml:brush>
  </inkml:definitions>
  <inkml:trace contextRef="#ctx0" brushRef="#br0">0 0,'59'0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4:25"/>
    </inkml:context>
    <inkml:brush xml:id="br0">
      <inkml:brushProperty name="width" value="0.26667" units="cm"/>
      <inkml:brushProperty name="height" value="0.53333" units="cm"/>
      <inkml:brushProperty name="color" value="#00ff00"/>
      <inkml:brushProperty name="tip" value="rectangle"/>
      <inkml:brushProperty name="rasterOp" value="maskPen"/>
      <inkml:brushProperty name="fitToCurve" value="1"/>
    </inkml:brush>
  </inkml:definitions>
  <inkml:trace contextRef="#ctx0" brushRef="#br0">0 277 250,'9'-19'364,"-4"0"28,4-2 0,-2 1-86,1 0-124,1-1-70,3 1-39,-5 0-24,2 2-10,-4 1-5,4 1-7,-2 3-6,-5 0-4,3 3 0,2 2-5,-2-2-5,-3 8-1,5-2-3,-5 1 1,1 0 1,1 6 2,-2 2 0,6 3 2,-2 6 2,6 9 1,-5 6 0,2 6-3,-1 5 1,5 4-3,-6-1 0,8 3-3,-8-3 0,6 0-2,-3-3-1,-1 2 1,3-5 0,-5-1-1,2-3 0,0-2 0,-4-4 0,0-4-3,-1-4 2,-4-2 1,5-5 2,-5 1 0,0-5 7,0-3 2,0 0-1,-5-5-2,1 0 1,2-5-1,-3-5-7,-2-3-1,2-5 0,0-7-2,-1-3 1,1-5-1,-2-5 1,2-5 0,1-3 1,3 0 1,-3 0-1,4 2-2,-2-1 0,-1 7 1,-1 5 0,4 5-1,-5 8 0,5 4 0,0 4-2,-2 5 0,2 7-2,-7 5 2,6 9-1,-3 17 2,2 10 1,-5 10 1,-1 10 1,1 8-1,0 4 0,0 0 0,0 1 0,1-3-3,3-2 0,3-5 2,3-11 1,1-4 0,-2-11 0,5-6 2,-6-10 1,-1-3-1,6-8 1,-6-4-1,3-9-2,1-8 0,-3-11 1,5-7 0,1-8 9,-6-4-2,8-5-1,-4-1 0,8 0-3,-3-2-1,-1 6-9,5 2 3,-2 2 2,-5 2 1,7 5 1,-5 3 1,0 3 1,-1 5-2,-2 3-1,-1 4 0,2 2-2,-5 1-3,1 5-3,1 0-5,-4 2-7,0 1-13,1 0-24,-1-1-116,0 3-145,-1-5-73,1-5-34,0-6-8,1-2 13</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4:58"/>
    </inkml:context>
    <inkml:brush xml:id="br0">
      <inkml:brushProperty name="width" value="0.21167" units="cm"/>
      <inkml:brushProperty name="height" value="0.21167" units="cm"/>
      <inkml:brushProperty name="color" value="#ffffff"/>
      <inkml:brushProperty name="fitToCurve" value="1"/>
    </inkml:brush>
  </inkml:definitions>
  <inkml:trace contextRef="#ctx0" brushRef="#br0">1493 2574 227,'-2'4'413,"-1"-1"29,-1 1 17,-1-1-59,3-3-175,2 0-105,-3 3-57,-1-3-29,4 0-19,0 0-7,0 0-5,0 0-2,0 0 0,0 0 0,4 2 1,-4-2 0,0 3-1,0-3 0,0 3 1,3-3-1,-3 0 0,0 3 1,0-3 1,2 2-2,2 0-1,-3 2 0,6-2 0,-1 0-1,2 6 1,1 0-1,-2-1 1,2 5 0,3 4 1,-6-1 0,-1 6 3,-2-2 3,-1 0 0,-2 1 1,0-3 0,0 4 2,-2-3-2,-1-3 1,1 2-1,-5-4 1,5 0-1,-6 3-2,2-1 1,-1-3-3,0 6 0,-5 0-2,3 0 1,0-1 0,2 1 1,-5 1 0,3-2-1,4-5 1,0 1 2,1-5-4,3-2 0,-6-4 1,7 0 0,0-4-2,0 0 0,0-9 4,3-3-4,1-3-2,-3-8-1,5-3-2,1-5 0,-2 0 1,0 0 1,7 0 1,-6 6 0,2 0 2,-1 7-1,-3 4-1,1 4-1,2 5 2,-7-1 0,2 5 0,-2 3 0,0 3 0,0 5 0,-2 2 0,-1 6 0,-3 3 2,-1 7 1,2 1 2,-5 4 2,-3 4 3,6 4 0,-8-4 1,1 1-2,3-1-2,-1-4-1,1-3 0,3-5-2,-1-5 0,2-3 1,0-8-3,5-4 0,-5-6-5,2-6-4,3-12-5,-1-4-4,-1-13-6,-1-3-6,5-10-5,-2-6-4,2-12-1,-7-6 2,7-4 2,-2 1 7,-1 2 7,-1 5 6,-1 7 5,3 8 4,-6 10 9,-1 11 6,0 4 5,0 9 1,4 3 3,-4 4 1,1 3-5,1 4-1,-2 1-3,0 1-1,0 1-2,-1 5 0,-2 0-2,-2 0-3,0 5 0,-4 3-2,4 3 0,-5-2 0,1 4 1,3 2 0,-7 1-1,7 2 1,1 1-1,-7 1 1,7 2-1,-2-3-1,2-1 0,-2 0 2,6-5 1,-1-1 0,-1-4 2,3-5-1,0-1-2,2-4-1,0-9-1,2 1-2,-4-5-1,4-5 2,0-3 1,0-5 0,-2-3 0,5-4 0,-3-1 0,1-4 0,1-3-4,-3-4 1,6 2 2,-1-3-1,-3 2 0,1 4 0,1 4 4,2 3-1,-4 11 3,1 6 0,3 1 2,-2 9 2,-1 7 2,1 2-1,-5 11 0,2 9-1,-1 1-1,-2 8 0,-1 8-1,-2 3-1,-1 2 1,2 3 0,-4 0-1,1 0-1,-1-4 0,4-3 0,-2-4-2,5-4-2,0-8 2,1-3 0,5-4 2,-3-3-2,1-5 3,3-5 2,7-5 0,-6-5-1,8-12-1,2-6-2,1-7 0,-2-7 2,3-4-5,-3 3 0,4-1 0,-2-1 2,-1 7 0,1 8-2,-7 4 1,1 7 1,-3 4 1,-1 10-1,1 7 2,-3 12 0,0 11 2,0 15-1,0 8 1,-3 8 2,1 2 2,-1 5 0,1 0 2,-5 0-2,5-2-1,-5-3 0,5-11-2,-1-1-3,1-10 0,2-10 1,-7-3-1,7-9 1,0-4 1,0-6 2,0-7-1,0-7 0,0-9 1,0-9 0,4-6-2,-1-4-1,-3-6-2,2 1 0,-2-1-1,3 0-9,-1 3 2,2 5 5,-1 6 2,-3 6 0,0 5-1,0 7 9,0 1-3,0 8-7,-3 6-1,-6 3 1,7 9-1,-7 5-1,4 0 0,-2 0 5,2 0-2,1-4 0,-1 2-1,3-3 0,-5-2 0,2-6 0,5-1 1,-2-1-1,-1-3 1,-1-1 1,4 0 2,0-2 0,0-2 0,0 0 0,0 2-1,0 2 0,0-4-2,0 2-1,0 1-1,0 5 1,0-3-1,0 4-1,0-2 0,4 4 0,-1-3 1,-3 2 0,0-2 1,0 0 1,0-3 0,0 3-1,0-3-1,-7 1 1,7 0 0,-5 1-1,3 4-1,-1-1 2,-2 0-1,-2 2-2,5-2 1,-3-2 0,1 3 1,1-4 0,-3-2 2,6 3 0,0-5-3,-1-2 0,1 3 2,0-1 0,-4-3-1,1 0-1,3 0 3,-2 0 1,-2 0 0,1 0 0,-2 2-2,3-2 0,2 3 0,-7-2 0,7 4 0,-2 1-2,-2-1 1,4 0 0,0-1-1,-1 2 1,1-1 1,0-2 0,0 0 0,0-3 0,0 0 0,1 2 0,-1-2-1,0 3 1,0-3-1,0 0 1,0 0 0,0 0 0,0 0 0,0 0 0,0 0 1,0 0 0,0 0-1,0 0 0,0 0-1,0 0 1,0 0 0,0 0-2,0 0 2,0 0 0,0 0 0,-1 0-1,1 3 1,-4 1 0,1 2 0,-3 0 2,5 2-1,1-2-1,-4-2 1,1 2-1,3-2 1,0-1-1,0-3-1,0 3 2,0-3-1,0 0-1,0-3 0,-2 3 1,2-3 1,0 1-1,0 0 0,0 2 1,0-2 1,0 2-2,-4 0 0,4 0 0,0 0 1,0 2-1,0 0 1,0 3 1,0-2 0,0-1-2,0 1 0,0 0-1,0-3 0,0 2 0,0-2 0,0 0 2,0 3-1,0-3 0,0 0 0,0 0 1,0 0-1,0 0 0,0 0 0,0 2 0,0 2-1,0-2 1,0-2 0,-3 2 0,3 2 0,0-4 1,0 1 0,0-1 0,0 0-1,0 2 0,0-2 0,0 0 0,0 0 0,0 0 0,0 5 2,0 0-2,0 3 1,0 1 1,0 0 1,0-1-1,0-1-1,0 1 1,0-3 0,0 0-1,0-3-1,0 1 0,0-3 0,0 2 0,0-2 1,0 0 1,0 0 0,0 0 0,0 0 0,0 0-1,0 0 1,0 0-2,0 0-1,0 0 0,0 0 0,0 0 1,0 0-2,0 0 0,0 0 1,0 0 1,0 0 0,0 0 1,0 0 0,0 0 0,3-2 1,-3-1-2,0 1 0,0-3-1,0 0-1,0 0 0,0-3 0,0 6-1,0-6 2,0 3 1,-3 1 0,3 0 1,0 1 1,0 3-1,0 0-1,0 0 1,0 0-1,0 0-2,0 0 1,0 0 0,0 0 0,0 0 1,0 0-1,0-2 0,0-1 0,0 3 0,0 0 2,0-2-1,-2 2 1,-1-3-1,3 1 0,-2-1 1,-5 3 0,5-3-1,-1 1-2,1 0 2,-2 2 0,-1-1-3,-2-3 0,2 2 2,0 0 1,-4-2 0,7 2-4,-10-3 2,7 2 2,-4-2 0,0-1 1,0 2-1,2-2 5,-5 4-1,3-3-3,-1 5-2,1-3 1,0 0 0,-1 3 0,-2 0 0,1 3 0,-1-3 2,-2 0-1,3 3-1,-3-3 0,2 0-2,-2 0 1,4 0 1,-3-3 0,-1 3 2,4-3 0,-2 3 3,5 0-2,-7 0 2,5 0-3,-5 0 1,2 0-1,3 0-2,0 0 0,2 0 0,-5 3-1,6-3 0,-4 0 1,1 0 1,0 0 0,1-3 0,-1 3 1,0 0-1,0 0 0,-1 0-1,1 0 2,0 0-2,2 3 0,-5-3 0,3 0 0,4 0 0,-4 0 0,-1 0 0,1 0 1,0 0 0,1-3 0,-1 1-1,2-1 2,-2-1 0,0-2-6,-3 2 3,5 2 1,-2-4 3,1 4-2,-1-4-1,0 4 6,0-1-3,2 1 0,0 2-3,2-4 0,-4 4 0,8-2-1,-6 2 1,1-2 0,5 2 3,1 0-2,-4 0-1,1 0 1,3 0-1,0 0 0,0 0-2,-2 0-6,2 0 3,0 0 1,0 0 2,2 0 2,1 2-1,1-2 9,-3 2-5,5 2-3,1-2 1,0 3-2,0 1 2,1-1-1,-1 0 0,6-1 1,-3 2-2,-1-2 1,3 1-3,2-2 1,-7 0 0,9 0-1,-9-1 2,7-2 0,-2 0-1,-1 0 2,3 0-1,0 0-3,1 0 3,-4 0 0,-1 2 1,4-2 0,-5 4 2,0-2 0,0 0 1,-4 0-3,0 1 1,-1-3-1,-1 3 0,-1-1 0,1-2 1,1 3-1,-4 0 0,0-3 0,0 2 0,0 3 0,0 3 0,0-1 2,0 3 1,0 3-1,0 0-1,0 0 2,0-3-2,0 0 0,0 0-1,0-2 6,0-3-3,0-3 0,0 3-1,0-2-2,0-3 1,0 0-7,0 0 3,0 0-1,0-3 3,0-2 0,0 3-1,0-3 0,0-3 1,2 3-2,1-3-1,-1 1 1,1 2 2,1-3-1,1 1 0,-3-1-1,7 0 1,-4 0 0,-1 1 1,1-1-1,-2 6 1,1-3 1,-4 3-1,2 2 0,-2-2 1,0 2-9,0 2 3,0 0 5,0 3 0,0 2 1,0 3 1,0 2 9,0-3-2,0 1-4,0-2 0,0 0-1,0-4-3,0 1 0,0 0 0,0-2-3,0-1 2,0-2 1,0 0 4,0 0-3,0 0 0,0 0 4,0 0 0,0-2-4,0 2 0,0-3 0,0 3-1,0-2-2,0-1 1,0 1 3,0 2 0,0 0 0,0 0 1,0 0-1,0 0 0,0 0 0,0 0-3,0 0-3,0 2 2,0 1-1,0 2 2,0 5-1,0 0 2,0-2 0,3 3-1,-1-4 2,-2 3-1,0-8 0,3 2 1,-3 2 0,0-4 2,0 2-1,0-4-1,0 0-1,0 2 0,0-2-2,0 0 2,0 0 0,0 0-2,0 0 1,0 0 1,0-2 3,-3 2-1,3-6-1,0 4 3,-5-6-2,5 3-2,-2-2 0,2 0-1,-7-1 1,7 3 0,-2-1 1,2 1-1,-3 0-2,3 5 1,0-2-2,0-1 2,0 3-2,0-3 3,0 3 0,0 0 0,0 0 2,0 0-2,0 0-1,0 0-1,0 0 2,0 0 0,0 0-2,0 0 1,0 0 1,0 0 0,0 0-1,0 0-1,3 0 0,-1 0 4,-2 0-4,7 3 2,-5 0-1,3-3 1,2 2 0,-2-2 0,4 3 0,-4-1 0,0-2 1,4 0 2,-4 3-2,8-1-1,-6-2 1,1 0-1,1 3-2,-4-3-1,4 0 1,0 3 2,0-3-1,-4 0-1,7 0 0,-7 2 0,6-2 1,-2 0 1,-1-2-1,1 2 0,2-6 1,1 1 0,-5 0-2,5-3 0,-1 3 1,-3-2 0,5 0-1,-5 2-1,-2-1 3,2 1-1,-6 5 1,7-2-1,-4 2 1,0-3 0,2 3 0,2 0 0,-4 0 0,4 0 0,-7-2-1,10 2 1,-5 0 2,2-3-1,0 0 0,-1-2 2,1 4-1,0-3-1,0 1 0,-8-2-1,8 5 0,-4-2-1,-1 2 1,1 0 0,1 0-1,-1 0 2,-2 2-2,3-2 2,2 5-1,-2-5 0,1 3 1,-6-3 0,5 4 1,2-4 0,-1 0-1,-1-4 2,-1 4-2,0-3 1,0-2 0,2 3-2,0-1 0,-3-2-1,5 0 0,-4 3 0,0-3-2,2 1 3,-2-2-1,1 3 0,-1 1 1,2-4 0,-5 4 2,3-1-2,2 0 2,-5 1-2,3 0 1,2 2-1,-5-6 0,3 4-1,-2 0 0,3-4 0,1 3-1,-6-2 2,8 1 1,-4-4 2,8 4-1,-8-4 0,4-3 3,-1 5-4,-1-2 0,2 4-1,-4-4 0,4 3 1,-2 1-1,-2-1 0,-3 1 0,5 3 0,-5 1 1,3-3-2,2 3 1,-5 0 0,3 0-1,-1 0 0,1 0 0,2 0 2,-5 0-1,3 0 0,2 0 0,-5 0 0,3 0 0,-2 0 0,1 0 0,-2 0 2,5 0 0,-7 3-1,1-3-2,5 1 1,-6-1-1,3 0-1,-3 0 1,4 0 1,-4 0-3,0 0 0,1 0 1,-1 0 3,0 0 3,4 0-1,-4 0 1,2 4-1,1-4-1,1 3-2,-3-3-2,-1 0 0,4 0 1,-2 0 0,1 0-1,-3 0 1,0 0 1,4 0 0,-4 0 1,1 0 1,-1 0 1,0 0-2,0 0 0,0 0 0,-1 0 1,-3 2-1,4-2-1,-3 3 0,-3-2 0,5 2 4,-6-1-3,1 1-2,1 0 1,-4-1 1,1 2-1,2 0-4,-2-2 1,-1 4 3,4-4 0,-4 6-2,4-3 1,-4 1 1,4 4 0,-4-4-1,7 5 0,-5 0 2,2-2 0,3-1-1,-1 0 0,3 0 2,0-2 0,0-5-1,0 3 0,0-4 1,0 3 1,0-3-4,3 0 0,-3-3 1,0 3 1,2-4-1,-2-1 0,5-3 0,-1 3-1,-1-3-1,-1 3 1,3 0-2,-1 1 1,-1-2 1,-3 1 1,2 2 0,1 0-3,-1 1 1,-2-1 1,0 3 0,0-2 1,4 2 0,-4 0 3,0 0-2,0 2-2,0-2 1,0 3 0,0-1 0,0 4-1,0 1 1,0-1 0,0-2 1,0 2-2,0 2 6,0-6-2,0 1 0,0-1-1,0 2-1,0-2 1,0-2-6,0 0 2,0-2 0,0-2-1,0-1 3,3 3-1,-1-6 0,1 0 0,1 0 0,-4 1 1,2 1 0,1 1 0,-1 1 0,-2 2 2,3-4 0,-3 6-2,0 0 1,0 0 0,0 0-2,0 0 0,0 6-2,0-4 2,-3 2-1,3 4 0,-2 0 2,-1 0 1,3-1 0,-2 1 0,-2-3 1,1 4 0,3-7-1,-2 4 0,-1-3 0,-1 2 0,4 3-1,0-1 0,0 4 0,0-3 4,0-1-4,0 1 1,0-3-1,0-2 1,0 1-1,0-4-2,0 3 2,0-3-1,4-3 2,-4 1-1,3-3 1,-1-5-1,1 2-1,1-2 0,-2-1 0,-2 4-2,3-4 1,-1 7 0,1-3 1,1-1 1,-2 3-1,-2-1 1,5 1 0,-2 0 0,1 1 1,-2-2 0,5 1 0,-7-1-1,1 4 0,-1-1 0,4 1-1,-2 0-1,-2 2 0,0 0 1,0 0 0,0 0 0,0 0 0,0 0 2,0 0 1,0 0-2,0 0 3,-2 2-2,-2 3 0,3-3 0,1 4 0,-7-3-1,5 1 0,-2 2 2,1-4-2,1 0-1,-1 1 0,1 0-6,-5-3-8,5 2-13,-1-2-18,-3-2-35,-2-1-74,-1-2-186,-2 1-93,-1-4-40,-2-1-10,4 0 22,1 1 68</inkml:trace>
  <inkml:trace contextRef="#ctx0" brushRef="#br0">1084 2360 18,'0'5'178,"-2"0"34,-2-2 18,4 2-3,-2 0-33,-1 2-57,-2-2-90,-1 0-121,-1 1-113,2-4-63,-4 1-30,8-1-4</inkml:trace>
  <inkml:trace contextRef="#ctx0" brushRef="#br0">201 3069 8,'0'0'139,"-3"-3"30,3 3 20,0 0 6,0 0-7,0 0-22,0 0-25,0 0-30,0 0-28,-4 0-18,4 0-12,0 0-3,0 0 2,0 0 3,0 0 2,0 0-2,0 0-2,0 0-5,0 0-6,0 0-10,0 0-5,0 0-4,4 0-3,-4 0-2,0 3-3,0-3-2,0 0 0,0 0-3,0 0 0,0 3-1,3-3-4,-3 2 0,2-2-1,-2 0 0,0 0-1,3 0 0,1 3 1,-4-3-3,0 0 2,2 3 3,3-3 3,-2 2 0,1 0 1,1 0 2,0 2 0,1-2-4,1 3-1,-2-5 0,4 3 0,-4-3 1,4 2 2,-4-2 1,0 0-1,7 0 1,-6-2-3,2 2-3,-1-3-2,2 3 1,-4-5-2,4 5-1,0 0 1,0-2 0,-1 2 0,-2 0 1,-1 0 0,4 0-2,-1 0 0,1 0 1,0-4-1,-2 4 1,2-2 0,-1 2 0,5-2 1,-6 0 1,1-1-1,1 0-2,0-2 2,-4 2-2,4 1 0,-4-3-1,4 5 0,-4-4 1,4 2 0,-4 0 1,2 2 3,-5-4-3,3 4 2,2-1-1,-5 1 0,3 0-2,2 0-1,-2 0 0,1 0 1,-1 0 0,2 0 1,-2 0 0,0 0 0,1 1-1,1-1 0,-6 4 3,8-4-2,-4 2 4,1-2 1,1 2 0,-2 2 1,0-2-3,1 1 0,2-1-1,-2-2-2,2 3 1,-2 0-2,2-1 0,-1 1-1,-1-3 4,2 3-1,-1-3-2,0 0 1,0 0 2,-3 0-1,8 0-2,-7-3 0,4 3 1,-2-3 2,0 3-2,2-2-2,-7 2 1,6-3-1,-2 3 0,-1-3 0,4 3 2,-4 0-2,2-2 1,-5 2 1,5 0 0,0 0 1,0-3-1,-6 3 1,8-2 2,-4 2-4,1-4 1,1 2-2,1 2 0,-6-2 0,2 2-1,-3-4 2,3 4-1,-1 0 0,-3 0 1,2 0 1,-2 0 0,0 0 0,4 0 1,-4 0 1,0 0 1,1 0-2,-1 0 1,0 0-3,0 0 1,0 0-1,0 0 2,0 0 5,0 0 10,0 0 2,0 0 5,0 0 3,0 0 0,0 0-3,-1 0-7,1 0-4,-4 0-3,2 0-3,-1 0-2,-1 0-3,-1 0-1,3-1 0,-5 1-2,2-3 0,-4 1-1,4-1 0,-4 1 1,4-3-1,-4 3 1,8 2 0,-6-5-1,5 5 1,-5 0 0,5-3 0,-1 3 0,1-3-1,-5 3 0,7 0 0,-2 0-1,-1 0 0,3 0 2,-2-2 0,2-1 0,-7 3-1,5 0 0,-1 0 3,1 0-2,-5-2 0,2 2-1,1 0 0,-1-3 1,3 3 0,-7-3-1,4 3 0,2 0 1,-3-2-2,-1 2 1,6-3-1,-5 3 1,-1 0-1,2-2 0,3 2 2,-6-3 0,2 3 0,-2 0 0,1 0 2,0 0-9,-2 0 4,4 0 0,-8 0 0,5 0 1,-1 0 0,2 0 10,-2 0-5,4 0-1,-4 0 0,0 0-1,4 0 0,-2 3-2,2-3 0,-1 0 1,-2 2 1,4-2 0,-1 0-1,0 0 1,-4 3 0,7-1-1,-7-2 0,1 0 0,-1 0 0,0 0-1,4 0 1,-4-2-1,0 2 0,2-3 0,0 3 1,-1 0 1,2-2 1,1 2-2,0 0 3,0 0-1,-2 0 0,1 2 0,1-2-1,0 0 1,-2 0-2,0 0 0,0 0 0,2 0 0,3 0 1,-7 0 0,2 0 2,2-2-1,3 2-2,-7 0 1,6 0 0,-2 0-1,-4 0 1,5 0 1,-1 0 1,0 0-2,-4 2 2,4-2 0,-4 0 4,4 3-3,-4-1 0,0-2 2,4 0-2,-4 0 1,-1 0-2,1 0 4,0 0 3,1 0 3,-1 0 0,2 0-1,-2 0 1,2 0 0,2 0-1,-4 3-3,7-3-2,-1 3 0,1-3-2,-5-3-3,5 3 1,-1 0 0,1 0-2,-2 0 2,1 0 0,1 0-1,-5 0-1,5 0-1,-1 3 0,1-3-1,-5 0 0,5 0-4,-1 0-11,3 0-21,3 0-36,-1 0-113,5-3-174,-2 0-91,4-4-35,0-1-6,-2-2 22</inkml:trace>
  <inkml:trace contextRef="#ctx0" brushRef="#br0">311 2680 211,'-3'-2'379,"-1"-4"28,-1 1 13,3 3-84,2-3-132,-3-1-91,-1 4-46,4-1-19,0 3-5,0-1-1,0 1 2,0 1-2,-1 2-6,-3 2-5,4 5-11,0 3-8,4 10-5,-3 2-4,3 6 2,1 3 0,0 3 2,2-3-1,-5-1 1,7-1-1,-4-6-2,0-1 1,-5-7-2,4-3 2,-1-4 2,-1-4 1,-2-4 0,0-3 1,4-5-2,-4-8-2,0-5-1,-4-3-2,4-4-2,-5-6 4,5 1-1,-4-3 1,4 1-1,0-5 0,-1 5 0,1-2-3,0 2 0,0 3-1,0 4 1,0 7 3,0 3 1,0 2-1,-4 5 3,4 6 0,0-1-2,-2 8 0,2 8-3,0 5 0,0 11 0,0 0 0,0 2-3,0 5 0,0-5 2,2-2 0,-2 0 0,0-4 0,4-8 5,-3-1 3,-1-5 2,0-2 9,0-4 0,0-5 2,-5-3 0,3-6-3,-5-6-4,2-9-3,-4 0-4,4-11-3,-4-3 1,1-2-1,1-5 3,0-3-3,1-6 0,5-2-1,-6 2-1,7 1 1,0 5-3,0 4 0,7 4 0,-6 8 1,-1 3-1,6 9-2,-3 5-2,1 7 3,-4 6 0,1 10 0,5 14 1,-3 11 1,-3 14 1,4 7-2,-3 7-2,-1 3-2,0-1 0,0-2 0,0 0 3,0-7-2,0-6 2,0-7 2,0-7 1,4-10 0,-4-6 0,3-5 2,-3-10-1,0-6 0,2-12 3,-2-9-1,0-6 0,4-10 6,-3-6-1,-1-10 3,7-8-6,-5-7-2,7-8-2,0-9-8,1-12 0,8-1-6,1-9 0,4 1 1,3 0 3,2 4 0,3 4 4,-6 12 4,3 11 1,-5 14 3,-4 10-2,-2 17 2,-4 8-4,-6 15 0,0 11-2,-7 18-3,0 16 4,-4 17 4,-5 10 0,8 13 3,-8 4 3,2 0 4,0 2-5,0-3-3,2-6-1,3-4 1,-2-8-4,1-14-2,3-5 1,-2-8-1,-1-10 3,3-1-1,0-14 2,0-7 1,3-6 1,-1-14-1,-2-12-2,7-9-3,-5-7-1,3-5-2,4-5-2,-1-2-1,5-3 0,-3 2 2,8 3 2,-8 5 1,4 8 6,0 10-3,0 4 1,-5 12-2,3 9-1,-5 8 0,0 10-5,-1 13 5,-5 10 3,3 13 2,1 7 2,-5 5 0,0 5 3,0-2-3,0 0-2,0-2-1,0-8-1,0-9-1,0-3-2,0-9 1,0-7 0,0-5 1,0-6 0,0-12 2,-2-3-2,-1-15-2,3-7-1,-4-6-2,4-10-2,-5-4-2,5-3 0,-2-5 2,2-3 1,2 1 0,3 7 2,-1 5 3,1 12 1,-1 6-1,-1 9 0,-1 7 1,-2 6-2,3 13-3,-1 10-1,-2 13 1,0 12 6,0 11-1,0 6 3,-2 1 2,-1-2 2,1-3-2,2-2 0,-3-7-5,-1-10 1,4-5-1,0-7-1,-2-4 2,-1-12-1,3-6 1,0-11-2,-4-12-1,4-7-1,0-11-2,-1-7-4,-3-8-3,-1-10 3,1-5 3,3-6 1,-3-6 2,4 0 4,5-2 3,-1 3-1,1 7 0,0 11-5,-1 10 2,1 14-2,2 10 1,-5 12-1,3 10 1,2 16 2,-5 12-2,3 13 1,2 13-3,-5 10-1,7 3 0,-1 7-3,1 0 3,2-1 1,-3-1 3,5-5 1,-6-9 2,1-7-1,-2-6-1,1-10-1,-2-7 1,-3-2 0,-2-7 2,0-7 2,-2-4-1,-2-7-2,-1-11-2,-4-7-6,4-8 1,-4-14-1,1-3 1,2-9 2,1-6 3,0-4 3,1-8 0,1 1 1,6 0-3,1-3-1,-2 8-2,3 8 2,2 9-4,2 11-1,-8 7 1,5 13 1,1 8-2,-2 11 1,4 10 3,-4 18 4,0 12 0,0 13 2,2 8 0,-5 9 2,2 0-3,-3 3-5,6 0-1,-5-6 0,3-5-4,4-7-4,-2-6 4,-5-6 3,3-11 1,-1-3 1,-1-7 4,-1-5 2,-2-6-1,0-4-1,0-3 3,0-12-1,-2-9-1,-5-5-3,5-9 2,-3-7-1,-2-10-1,5-2 1,-5-4-1,7-2 0,0 3-1,0 9-1,4 7-2,-1 9-1,-1 8 0,2 11 1,-1 6 1,2 9-1,1 16 1,-1 11 0,4 8-1,-4 12-1,0 7-2,4 3-1,-6 4-1,-3 3 2,0 1 1,0-2 4,-3-4 1,-2-8 1,1-5 3,4-8-3,-5-6 1,3-8-2,2-9 1,-3-4-2,-1-8 0,4-10 0,-2-10-3,-1-8-4,3-12 0,0-11 5,0-5-2,5-3 2,2 1 3,-5 5 3,3 5-2,4 7-2,-2 11-2,-5 4-1,3 11 0,4 7 0,-4 16-1,-2 11-1,3 11-3,-3 10 3,1 12 2,-4 6 2,-4 1 1,1 4 3,1-4 4,-5 2-1,5-5-2,-3-1-3,-2-3 2,5-4-1,-3-8-2,1-1 0,1-6 1,-2-7 0,1-9-3,4-1 2,0-7 0,-2-8-3,-1 0-1,3-12-1,0-4-3,-2-8-3,2-7 1,0-3 2,0-7-2,2 4 2,-2-3 2,3 4 4,-1 4 0,-2 7 0,4 3-1,-4 6-1,3 2 2,-3 8 0,0 5-5,-3 8 4,3 4 3,-4 9 1,2 3-1,-3 1 1,2 3 3,-6 0-3,7-2-1,-5-1 1,2-1-1,0-5-1,1-4 1,2-2-1,-5-7 0,7-3 0,-1-2-1,1-6 0,0-2-2,0-8 3,0-8-3,1-5-2,6-7 0,-5-3 0,2-9 0,1 5-1,0-1 0,2 0 2,-2 2-2,4 4 4,-7 3-1,3 6 1,-1 6 1,1 1 1,-5 9 2,0 1-2,0 6-1,0 6 3,-5 9 0,5 7 1,-4 9 1,-1 4 0,3 12 2,-1 3-3,-1 4 1,-1 1-4,3 1 2,-5 1-2,5-4-1,-1-5 0,1-6-1,-1-5 2,3-7-2,-4-7 1,4-7 1,0-6 0,0-2 1,0-8 1,0-8 0,0-7 0,0-9 0,0-3-1,0-9-2,4-8-3,-1 0-1,-1-8 0,1-1 0,6 0-1,-7-1 1,10 4 1,-5 3 0,2 7 1,0 4-1,-4 9 2,2 7 1,-2 4 1,-3 6-3,1 10 3,1 4 3,-2 14-1,-2 11 1,7 8 2,-7 10 2,1 6-2,-1 3-4,6 5-1,-6 0 1,3 0-1,1-3-2,-3-5 0,3-4 0,-2-9 1,5-7 0,-6-5 0,3-7 1,-2-6 0,-2-8 1,0-2 2,0-12 0,0-5 0,-2-9-1,-2-10 0,4-7-3,0-4-2,-1-7 0,1-7-3,1-3 3,3 1-1,-2-2-1,5 3 3,1 4 1,-1 4 0,2 6-1,4 7 0,-6 1 1,0 9-3,1 4 1,-1 1 1,0 6-1,-5 1 1,3 1 2,2 2-1,-5 1 1,5 2 0,-5 1-1,1 1 3,-1 6-2,5 3 2,-5 7 2,7 8 1,-1 8 2,-2 3 0,6 10-2,-7 2 0,0 2-3,1 1-1,-6-1 0,3-7-2,-3 1 1,-3-7 2,3-1-2,-2-9 0,-5-3 1,7-6 0,-2-3 1,-1-3-2,1-3 3,-5-7-1,2-5-3,1-6-2,4-6 0,-5-7-1,5-3-4,5-1-3,-1-5-4,1-1 2,4 4 0,-1 2-1,3 3 5,-2-1 3,3 8 4,-2 0 0,-1 8 1,0 0 1,-4 5-1,0 2 0,2 0 0,-5 3-1,2 3 0,-3 2 0,-1 0 2,0 2 0,0 1-1,-5 5-1,5 2-1,-9 0-6,4 5-12,-4 0-25,1 4-40,-6-5-197,-2 2-125,-2-4-60,-4-2-24,4-2 5,2-5 32</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5:37"/>
    </inkml:context>
    <inkml:brush xml:id="br0">
      <inkml:brushProperty name="width" value="0.04667" units="cm"/>
      <inkml:brushProperty name="height" value="0.04667" units="cm"/>
      <inkml:brushProperty name="color" value="#000000"/>
      <inkml:brushProperty name="fitToCurve" value="1"/>
    </inkml:brush>
  </inkml:definitions>
  <inkml:trace contextRef="#ctx0" brushRef="#br0">-1-2 143,'0'0'144,"0"0"-9,0 0-15,0 3-10,0-2-4,0-1-5,0 0-6,0 0-10,0 0-7,0 0-8,0 0-6,0 0-4,0 0-1,0 0 4,0 0 5,0 0-1,3 0-3,-3 0-5,0 0-11,0 0-13,0 0-11,0 0-8,0 0-4,0 0-2,0 0 1,0 0 4,0 0 0,0 0 1,0 0-2,0 0 0,0 0-4,0 0-5,0 0-3,0 0-2,0 0 1,0 0-1,0 0-2,0 0 2,0 0 0,0 0 3,0 0 4,0 0 5,0 0 1,0 0 0,0 0 2,0 0-5,0 0-3,0 0-6,0 0-6,0 0-13,0 0-33,0 0-48,0 0-73,0 0-99,0 0-60,0 0-22,0 0 13,0 7 40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5:18"/>
    </inkml:context>
    <inkml:brush xml:id="br0">
      <inkml:brushProperty name="width" value="0.21167" units="cm"/>
      <inkml:brushProperty name="height" value="0.21167" units="cm"/>
      <inkml:brushProperty name="color" value="#ffffff"/>
      <inkml:brushProperty name="fitToCurve" value="1"/>
    </inkml:brush>
    <inkml:brush xml:id="br1">
      <inkml:brushProperty name="width" value="0.04667" units="cm"/>
      <inkml:brushProperty name="height" value="0.04667" units="cm"/>
      <inkml:brushProperty name="color" value="#000000"/>
      <inkml:brushProperty name="fitToCurve" value="1"/>
    </inkml:brush>
  </inkml:definitions>
  <inkml:trace contextRef="#ctx0" brushRef="#br0">238 3199 175,'-7'0'326,"7"0"32,-2 2-19,2-2-45,-3 3-57,3-3-70,0 0-70,-2 0-43,2 0-20,0 0-13,0 0-5,0 0-3,0 0 1,0 0 1,0 0 0,0 0-2,0 0-1,0 2-4,0-2-1,0 3-2,0-1-2,2 1-6,-2 0 3,0-3 2,3 2 2,-1 1 0,-2-1 2,7 1 5,-5 0 2,5-3-2,-6 4-1,5-4-2,1 0-2,0 0-1,0 0-4,0-4 0,1 4 1,1-6-1,3 4 1,-1-3-1,-1 2 0,3-2 1,-5 2-2,3 1 1,-2-1-1,-4 3 2,4-2-3,-1 2 0,-2-3-1,-1 3 0,4-3 1,-4 3-1,4 0 2,-1 0-1,-2 0 2,2 0 1,6 0 0,-6 0 0,-1 0 0,2 0-1,0 0-1,-4 3 0,4-3 0,0 3 2,-1-3-1,1 2 0,-4 1-1,4-3 1,-4 2 1,1 1-1,-1-1 2,2-2-1,-2 0 0,-3 3-1,5-3 0,-5 0 1,3 0 0,-2 0 0,1-3 1,-2 3 2,5 0-1,-7 0 2,1 0-3,-1 0 1,0 0-1,4-2-1,-4 2 0,0 0 0,0 0 4,0 0 4,0 0 3,0 0 7,-4 0 3,4 0 0,-1 0-2,1 0-4,-7 0-4,1-3-3,-2 3-4,-1 0-1,2-2-3,-9-1 0,6 1 2,-4-1-1,0 0 0,0 3-1,0-2 0,0-1 0,1 3-2,-2 0 0,7 0 1,-3 0 1,-1 0 1,5 0 1,-5 0-1,1 3 1,-1-1 1,1 1-2,-1 0 1,2-1 0,-3-2 1,-1 3-1,0-3-1,7 0 0,-8 0 0,8 0-1,-6 0 0,5 0 0,1 0 0,-2 0-1,0 0 2,4 0-3,-4 0 1,4 0 0,-4 2-1,2 1 0,2-1-2,0 1 1,-4 0 0,7-3 1,-7 2 0,4-2 0,-2 3 0,2-3 2,-1 0-1,3 0 1,-2 0-2,1 0 1,-1 2-1,3-2 1,2 0-1,-3 0-1,-1 0 2,2 0-1,-1 0 0,-1 0 0,-1 0 1,3 3-1,-1-3 0,-2 0 0,1 0 3,-5 0-1,4 3 1,3-3-1,-5 0-1,2 0 1,2 0-1,1 0 0,2 0-1,-4 0 0,4 0 0,0 0 0,0 0 0,0 0 0,0 0 1,0 0-1,4 0 1,-2 0 0,1 0-1,2 2 1,2-2-1,-1 0 1,2 2-2,3-2 1,-1 0-1,6 0 0,0-2 2,-2 0-1,7 2 0,-2 0-2,1-3 2,6 0-1,-3 3-1,-2 0 0,0-2 0,-2 2 0,0 0-1,-5 0 1,0 0-3,2 2 2,-9-2 0,2 3 2,3-3 1,-7 3-1,0-3 2,1 2 2,2 0-1,-4-2-1,1 0 0,-1 2 0,-3-2-1,3 0-2,-2 3-7,6-3-9,-7 2-17,3 4-32,-1-4-99,-3-2-160,0 3-80,2 2-35,2 0-8,1 3 19</inkml:trace>
  <inkml:trace contextRef="#ctx0" brushRef="#br0">684 3374 4,'0'0'199,"0"0"24,0 0 12,0 0-1,0 0-13,0 0-23,-2 0-24,2 0-32,0 0-30,-4 0-30,4 0-25,0 0-19,0-2-16,0 2-9,0-4-6,0 2 0,0 2-3,0-2-1,0 2 3,0 0 1,0-2 2,0 2 3,0 0 1,0-3 2,-1 3-2,1-2-1,0 2-2,-4-3-3,4 3-3,-3-3-2,3 3-1,0 0 0,-2-3 0,-2 1-1,4 0 2,0 2 0,-1-4 1,1 4-1,-4-2 4,1 2 1,3 0 2,0 0 1,-2 0-2,2 0-1,-4 0 0,4 0-2,0 0-2,-3 0-1,3 0 0,0 0-1,0 0 1,0 0-1,0 0 4,0 0-3,0 0 0,0 0 2,0 0-1,0 0 1,0 0-3,0 0 6,0 2 0,-2 2-1,2-2-2,-3 0-1,3 1-2,0 0-4,-2 2 1,2-2 0,0-1 1,-4 0 1,1 4 0,3-4 0,0 0 1,-2 6 1,2-3 1,-4 1-2,3 4 2,1-4 1,-4 0-2,1 2 0,3-1-1,0 2-1,-2-3 1,-2 2 0,4 0 0,-1 0 0,1-1 0,0 4 1,-4-5-2,1 2 4,3 2 0,-2 1-2,2-1-2,-4 0 1,4 1 0,-3-4-4,3 0 3,0 4 0,-2-5 3,2 2 0,-3-2 0,3 2-1,0-3 5,-2 1 0,2-2-3,-4 1 4,1 2-1,3-2 2,-2 4-5,-1-1 0,1 0 0,-2-4 0,4 1-2,-3 0 0,3 0-3,-5 0 1,5-3 2,-4 2 1,4-4 1,0 1 2,0-1 5,0 0-1,0 0 1,0 0-1,4 0 2,-4 0-3,0 0-2,0 0 1,0 0-3,0 0 0,0 0-2,0 0 2,0 3-3,0-3 2,0 0-1,0 0 1,0 0-1,0 0-2,0 0 1,0 0-1,0 0-1,0 0-1,0 0 0,0 0 1,0 0 1,-4 0 2,4 0-2,0 2 2,0-2-2,0 0-1,-2 0 0,-1 3 0,3 0 0,-2-3 1,2 5 0,0-5 0,-3 2 0,3-2-1,-4 0 0,4 3-1,0-3 0,-2 2 1,2-2 0,0 3-1,0-3-2,-3 3 1,3-3 1,0 0 0,0 0 1,0 0 1,0 0 6,0 0 1,0-3 1,0 0-1,0 1-1,0-1-9,0 1 2,0-3 2,3-1-1,-1 0 1,-2-2 2,0 0 8,4-2-5,-4 0-2,3 0-2,-1-1 0,-2 1-2,5-2 1,-5-2-2,4 2 0,1-4 0,-5 1-2,3 0 2,1-3 2,-2 0 0,-2 1-2,3 4 1,-1 0 1,-2 3-2,0 0 0,0 2 0,0 0 0,0 2 1,0 0-1,0 1 0,0 4 1,0-5-1,0 0-2,0 2-1,0 1 1,0-3 0,0 1-1,0 0 2,0 3 4,0 0-2,0-2 2,0 2-3,0 2 0,0-2 1,0 2-1,0 0 1,0-2-1,0 2 1,0-3 0,0 1-1,0-1 0,0 0-1,0-2 0,0 3 1,0-4-2,0 4 1,0-2-1,0 3 2,0-4 0,0 2 3,0 0-2,0 1-1,0-1 0,0 3 1,0-2-1,0 2-2,0 0-5,0 0 3,0 0 3,0 0-1,0 0 0,0 0 2,0 0 5,0 0-4,0 0 0,0 0-1,0 0 0,0 2 1,0 1 0,0-1 0,3 1-1,1 0 1,-4 2 0,0-4-2,2 5-1,-2-4 2,0 2 0,0 0 0,0-1-1,0 3 1,0-1 1,0-3 0,0 2-1,0 2 0,0 1 0,0-2-1,-2 1-4,2 1-5,-7 1-5,7 0-8,-2 0-11,-1-3-12,3 1-9,-2 1-21,2-1-34,-4 0-56,1 1-87,-2-2-86,1 3-37,2 3-3,-1-4 26</inkml:trace>
  <inkml:trace contextRef="#ctx0" brushRef="#br0">297 3432 25,'-3'0'220,"-1"0"29,3 0 17,-3 2 0,1-2-16,3 3-29,-2 1-39,-2-4-41,4 1-44,-1-1-36,-3 3-22,1-3-10,3 2-7,-6-2-2,6 0 0,-1 3-3,1-3-2,-7 0-1,7 3 0,-2-3-2,-2 2 0,3-2-2,1 3 1,-4-1-2,1-2 0,3 3-2,0-1-2,-2-2-1,2 3-2,-4-3-1,1 3 0,3-3-1,0 0 0,0 0-1,0 0 1,0 0 0,0 0 6,0 0-1,0 0-2,0-3 0,3 3 0,1-3 2,-2 1-5,1-3 1,2 0 2,-1-3-1,5 4 1,-8-3-3,5 2 0,-3 1-1,1-1 0,-3 2 0,3 1 0,-4-1 1,2 3 0,-2-1 0,0 1 0,3 0 1,-3 1-2,0-1 0,0 3 1,0-1 2,4 4 3,-3 0 0,-1-1 1,0 3 1,0 3-2,0-4 0,0 6-1,0-2 0,0-4 0,0 3 0,0-3-1,0-2-1,0 3 0,0-5-1,0 2 1,0-2-2,0-3 2,0 0 1,0 0-1,0 0 0,0-3 0,0-2 1,4 0-2,-4-1 0,0-4 1,0 2 0,0-1-1,0-1-1,0-1-3,0 4 1,0-1 1,0 0-2,0 0 1,0 3 3,-4 1 3,4-1-3,0 2 1,0 1 1,0-1-1,0 2-1,0-3 1,-1 4-2,1-2-1,0 2 1,0 0-1,0-6 1,0 6-2,0-2 1,0 0 1,0-4-1,1 3-2,-1 1 2,0-1 0,4-2-1,-4 3 2,0 0 0,0 2 1,0-4 0,0 4 0,0 0 1,0 0-2,0 0 0,0 0 0,0 0-2,0 0 0,0 0-1,0-2 1,3 2 0,-3-2 2,0 2 0,2-2 0,-2 2 1,0-3 0,0 1 0,0 2-1,4-3 0,-4 3 2,0 0 0,0 0-1,0 0-1,0 0 1,0 0-1,0 3 2,0-3 3,0 2-2,-4-2 1,4 3-1,0-1 1,0 0-2,-2 0-4,2 4 2,0-4 1,-3 6 2,3-3-3,-4 5 1,4 2 1,0-3 0,-1 0 0,1 4-1,-4 0 5,4 3-2,0-3 1,-3-2-3,3 2-1,0-2 1,0-1-3,0-2-1,0-1 3,0-1 1,0-4 2,0 2-3,-2 2 1,2-4 1,0 1-2,-4-1 0,4 3 0,0 1 0,-1-1-1,1-4 1,0 5 0,-4 0-1,4-4 1,0 0-1,-3 1 1,3 0 1,0 0 0,0-3 1,0 0 0,0 0 0,0 0-1,0 0 0,0 0-1,0 0-1,0 0-1,0 2 1,0-2 1,0 3 1,0 0-2,0 1 1,0-3-1,0 5 1,0-1-1,0-2-1,0-1 1,0 1 1,0 0 0,0-3 0,0 3 1,0-3-2,0 0 0,0 0 0,0 0 2,3 0-2,-3 0 0,0 0 2,0 0 1,4 0-2,-4 0-1,0 0 1,0 0-1,0 0 0,0 0 0,0 0 0,0 0 0,0 0 0,0 0 0,0 0-1,0 0 0,0-3 1,1 3-1,-1 0 0,0 0 1,4 0 0,-4 0 5,2 0-3,-2 0 0,0 0-1,3 0 0,-3 0 0,0 0-3,0 0 0,0-3 1,4 0 0,-3-2-1,-1 0 3,4-1 0,-1 3-1,-1-5 1,-2 0-1,0 1 1,4-5-1,-4 6 1,0-5 0,0 4 0,0-3 3,0 2-3,0-2-1,0 0-1,0-1 0,0-1 0,0 2-2,0 3 2,0-4 1,0 1 0,0 0-1,0-1 0,0 6 1,1-3 2,-1 4-2,0-1 1,0 2-1,0-2 0,0 4-1,0 1 0,0-4 1,0 4 0,0-2 0,0 2 1,0 0 0,0-2-3,0-2 1,0 4 1,0 0 0,0-2 0,-1 2 0,1-2 2,0 2 0,0 0-2,0 0 0,0-3-1,0 3 1,0-3 0,0 3-1,-4-3 0,4 1 0,0-1-1,-2-2 0,2 3 0,-3-4-3,3 2 4,-4 2-1,4-3 3,0-1-1,0 3 1,0 1 2,-1 0-1,-3-2 1,4 4-2,0-2 1,0 0-1,0 2 0,0-4-2,0 3 0,0 1-1,0 0 2,-3 0 0,3 0 0,0 0 0,0 0-2,0 0 0,0 0 0,0 1 0,0 3 1,3-2 0,-3 0 0,0 2 1,4 0-1,-3-1-1,-1 3-1,4-4 3,-1 1-2,-1-1 0,-2 2 2,4 0 2,-4-2-1,1-2-3,-1 2-4,0 0-14,0 1-23,-1-3-90,1 0-163,-4 0-86,2-5-40,-5 3-11,7 2 10</inkml:trace>
  <inkml:trace contextRef="#ctx0" brushRef="#br0">664 3852 244,'4'-4'378,"-2"4"29,-2-2 2,3 2-91,-3-2-123,4 2-89,-4-4-50,0 4-26,1 0-12,-1-1-5,0 1 2,4 0 4,-4 0 5,0 0 9,0 0 10,0 0 2,0 0-3,-4 1-2,3-1-6,-3 6-9,-1-4-8,1 2-8,-1-2 1,0 3-4,1-5 1,1 3-1,-2-3-1,3 3-1,2-3 0,-7 0 1,7 0-2,0 0 0,0 0-1,0 0 0,0 0 4,0 0-2,0 0-4,0 0 0,0-3-1,7 0 1,-2 1-4,0-3 4,8-3-3,-6 0 2,1-2 2,6 1 1,-5-2-1,3 3 1,-5 1 4,2 2-2,-4-1-2,-1 1 1,1 5 2,-5 0 1,-2 0 2,-5 5 2,2 1 0,0-1-3,-4 2 0,0 1-4,2 3-2,0-5-4,2 5-12,0-5-32,0 2-126,1-2-161,4-6-86,0 0-42,4-6-11,-3-3 19</inkml:trace>
  <inkml:trace contextRef="#ctx0" brushRef="#br0">563 4116 119,'0'3'231,"-4"-1"19,4 1 13,-5-3-4,5 3-21,-2-3-36,2 0-37,0 0-44,-3 0-40,3 0-31,-4 0-19,4 0-9,-5-3-2,5 3-4,-2 0 2,2-3 2,-7 3 1,7 0 3,-2 0-3,-1 0 0,1 0-1,-5 0-4,5-2-1,-5 2-4,6 0 2,-5 0-3,-1 0-4,2 0-1,3 0 0,-6 0 2,2 0 1,-1 0 1,6 0 0,-9 0-2,5 0 0,-2 0-3,0 0-2,0 0-1,1 2 1,-2-2 1,6 3-1,-7-3 1,4 0 0,-2 0-1,2 0 1,3 0 1,-7 0 0,2 0-1,0-3 3,0 3-2,0-2 0,-2 2-2,2 0 1,0 0-2,0 0-1,0 2 1,0-2-1,2 3 0,0-3 0,-4 0 0,6 3 1,-3-3-1,5 0 8,-3 2-4,1-2-1,-3 0 1,6 2-1,-1-2 1,-3 0-7,1 0 3,3 0 1,-2 0-2,2 0-1,-4 0 2,4 0-1,0 0-2,0 2 2,0-2 1,0 0 0,0 0-2,0 0 2,0 0-1,0 0 1,4 4 1,-2-4-1,5 0 2,-6 0-2,3 0 0,1 2-2,0-2 1,1 2-1,2 1 2,-1 0-1,0-1 0,2 0 1,3 1-2,-1 0 2,1-3-2,2 2 1,-3-2-2,3-2 2,0-1 1,3-2-1,-3 3 1,0-1-1,1-2 0,-3 3 1,-5-2 2,2 2-2,0 2 1,-4 0-1,0 0 1,-1 0-3,1 0 0,-1 0 1,-4 0 0,3 0-1,-3 0 1,0 2 2,2-2 1,-2 0-2,0 0 0,0 0 2,0 0-2,0 0 0,0 0 1,3 0 0,-3 0-1,2 0 0,-2 0 0,0 0 0,7 0 0,-7 0 0,0 0 0,2 4 0,-2-4 0,0 0-2,0 0 3,5 0-1,-5 0 0,4 0 1,-1 0 4,-3 0-2,0 0-2,0 0 0,0 0-1,0-4 0,0 4 0,2-2 0,-2 2-2,5-2 2,-5 2 0,4-2 0,-1 2-3,-1 0 3,1 0 0,1 0-1,-4 0-1,2 0 2,1 0 2,-1 0-1,1 0-1,1 0 1,-2 0 0,3 0 0,-2 0-1,1 0 1,-2 0 1,5 0-1,-6 0 0,5 0-2,1 0 1,-7 0-4,1 0 2,-1 0 0,0 0 0,0 0 5,0 0-3,0 0 3,0 0 1,-1 0 0,1-3 1,-7 3-4,1-3 1,5 1-1,-6-1-2,1 0-1,1-2 2,0 3 0,-4-2 0,0 2 0,1-4 1,-1 5 6,4-2-3,-4 1-3,-2 2-2,3-6 2,-5 6 0,6 0-6,-5-1 3,3 1 1,2 0 2,-1 0-1,-2 1 0,1-1 1,0 0-1,4 3 1,-4 0 0,6-3 0,-2 0-1,-1 0 0,1 2 1,2-2 0,1 0 0,-5 0 0,5 0 0,-1 0 1,1 3 1,2-3-3,-4 0 0,1 0 0,3 1 0,0-1-2,-2 0 0,2 0 1,0 4-1,2-4 0,-2 2-1,0-2 2,3 0-1,1 0 0,-2 0 1,3 0 1,2 0-1,-2 0 1,4 0 0,-2 0 0,2 0 0,-1 0 0,5 0 0,-6 0 0,6 0-1,-4 2 1,-1-2 0,-1 4 0,0-4 0,0 0 0,0 2 2,2-2-1,-4 0 0,4 0 0,-7 0 0,3 0-1,2 0 0,-2 0 1,-3 0-1,2 0-2,-4 0 1,0 0-2,3 0 1,-3 0 2,0 3 0,0-3 4,0 0-1,-3 0-1,3 2 1,-4-2-1,2 3-1,-1 0 0,-2-1 1,-1 1 0,1 0-2,-2-1 0,0 2 0,0 0-1,-2 0-1,4 2 1,-4-2 0,2 2 0,-1 2 3,-1-2-1,-4 0 2,6 2-1,-2-3 2,-3 3-1,3-2-2,2-2 2,-5 3-4,1-2 1,2 0 0,1 0 1,-1 0-1,0 0 1,2 1 5,-2-1-4,2 2 0,2-1 0,0-1-1,-4-3 0,7 4-1,-1-2 4,-1-4-2,-1 2 1,5-2-1,-2 3-1,2-3 0,-3 0-4,3 0 1,0 0 1,0 0-3,0 0 3,0 0 0,0 0-1,0 0 2,0 0-1,0 0 4,3 0-3,-3 0 0,2 0 0,3 0 0,2 0 0,-1-3 0,2 3 0,-1 0-1,0 0-1,2-2-1,-2 2 2,5-4-1,-3 4-1,0-3 1,-2 0 2,0 1-3,0 2 0,0-5 2,-5 2 2,3 0 0,-5-2 1,3 3 2,-3-1 0,0 1-2,-3-4-1,3 1 2,-2 0-2,-1 2-1,3-2 0,-2 3-2,-2-1 0,1 1-4,1-1-7,-1 3-13,1 0-32,-5 0-122,2 0-143,3-2-70,-7 0-35,9-1-6,0 3 20</inkml:trace>
  <inkml:trace contextRef="#ctx0" brushRef="#br1">-126 3170 199,'-4'-2'237,"4"2"31,-3 0 12,3 0-2,0 0-20,-2 0-34,-2 0-45,4 2-57,0-2-44,0 0-34,0 0-19,0 0-12,0 0-7,0 0-3,0 0-1,0 0 4,0-2 3,0 2 3,0 0 3,0 0 3,0 0 2,0 0-1,0 0-1,0 0 0,0 0-1,0 0-2,0 0-2,0 0-1,0 0-3,0-2-4,0 2-3,0-3-2,0 3-2,0 0 0,0-2 2,0 2-2,0-3 1,0 2 1,0 1 0,0-4-2,0 2 1,0 0 1,0-2 1,0 4 1,0 0 0,0 0 1,0 0 0,0 0-1,0 0-2,0 0 0,0 0 0,0-2-2,0 2 0,0-3 2,0 3 0,0 0 0,0 0 1,0 0 0,0 0 0,0 3-1,0-3 1,0 2 5,0-2 1,0 0 1,0 0 4,0 4 0,0-4 0,0 2-3,0-2-3,0 2 0,4-2-2,-2 4-2,-2-3-2,3-1 0,1 5 1,-3 0 1,5-3 2,-6 3-1,3 0 0,2-2 0,-1 2 0,-1 0-2,-1-2-1,3 2 1,-5 0 0,7-2 1,-7-1 0,2 4 1,-2-4-1,5 3 1,-5-2-1,4 0-1,-1 1 2,-1-4-1,-2 2 0,7 3 0,-7-2 1,2 0-2,1-1 0,-1 1 4,2 2-2,-1-3 1,-3 1 0,2 0 0,-2-1 1,3 1-3,-3-1 0,2-2 3,-2 0 0,0 3 2,0-3 0,4 3 0,-1-1-1,-3 1 1,0-1-2,2 3-2,-2-2-1,0 0 0,3-2-1,-3 2-3,2-2 1,-2-1-2,0 4-7,0-4-15,0 0-33,-5-4-139,0 3-148,-4-3-77,4-4-36,-1-2-7,1-1 21</inkml:trace>
  <inkml:trace contextRef="#ctx0" brushRef="#br1">5 3307 181,'0'0'202,"3"0"3,1 0 3,-4 0 4,2-2-6,-2 2-17,0 0-26,3 0-35,-3 0-35,0 0-31,0 0-20,0 0-7,0 0-4,0 0 1,0 0-2,4 2-3,-4-2-5,0 3-5,0 0-7,0-1-7,0 3-7,0-2-7,1 0-19,-1-1-35,0 1-50,0-3-59,0 0-66,0 0-60,0 0-34,0 0 5,0 0 36</inkml:trace>
  <inkml:trace contextRef="#ctx0" brushRef="#br1">21 3344 144,'0'0'215,"0"0"21,0 2 13,0 0-4,1 1-20,-1-3-30,0 3-33,4 0-43,-4-3-42,0 2-33,2 1-15,-2-1-11,0 0-6,3 0-3,1 4-2,-4-4-2,1 3-2,3 0-1,-2 4-2,1-1 0,1 0 0,-3 1 0,5 0 0,-3 3 0,1 0 0,-3-2-1,6 0-1,-5 1 0,2 0 1,-3 2 1,6-2 0,-5-1 2,-2 0 0,5 1 0,-1-2 0,-1-1-1,-1 2-1,3-2-1,-1-3 0,-1 3 0,-1-4 0,2 5-1,-1-4 2,-1 2 1,1-2 0,-1-1 0,5 2 0,-7-1 1,2 1 0,3 2-2,-1-4 0,-1 4-1,-1 0 0,5-1 0,-7 0-1,2 1-1,1 0 1,-1-1 2,-2 4-2,3-4 2,-3 1-1,4 0 2,-4-3-1,2 2-1,1 0-3,-1-1-5,-2-4-3,7 6-7,-7-3-8,2 0-10,3 0-5,-1 1-1,-1-1 3,-1 3 4,5-4 10,-5 3 20,3 1 19,2-4 12,-5 2 7,-2 2 5,3-3 2,-1 1-8,1 2-10,1-4-7,-2 2-3,1-3-3,1 5-5,-4-2-2,1-1-1,3 1 0,-4 2 0,2-4 3,1 4 1,1-1 2,-3 1 3,-1-1 0,4-2-1,-2 3-2,1-1-2,1-1 0,-4-1-4,0 0-4,1-2-4,3 4-5,-2-4-4,-2 5 0,3-3-3,1-1 4,-3 1 4,6 3 6,-5 0 6,2-1 4,1 1 5,-2-3 3,-1-1 5,-2 3 1,5-2-2,-5-3-3,0-2-11,0 3-56,0-3-144,-5-3-98,3 1-50,-6-3-26,4-2-6</inkml:trace>
  <inkml:trace contextRef="#ctx0" brushRef="#br1">5 2952 141,'0'-2'288,"0"2"26,0 0-6,0 0-30,0 0-39,0 0-55,0 0-58,0 0-43,0 0-31,0 0-20,0 0-17,0 0-4,0 0-4,0 0-2,0 0 0,0 0 0,0 0 0,0 0-1,0 2 2,3-2-2,-3 0 0,4 3 1,-4-1-1,0 4 1,2-4 1,-2 5 0,0 1-2,3-1 0,-3 1 0,4 2 0,-4 1-3,1 2 1,-1-6 1,4 4 1,-2 1-1,-2 1-1,3-1 0,1 1 0,-4 0-1,0 1-1,1 0 0,-1 1 1,4 0 0,-2 0-1,1 3 2,1-2 0,-4 1 1,1 1-1,3 0 1,-2-3-1,-2 1 1,3 3-1,-3-1 0,0-2-1,4-2 0,-3 2-1,-1-1-1,0 1 2,0-3-1,0 0 1,4-1 1,-4 0 0,3 1 2,-3-2-1,0 1-1,0-2 1,0 0-1,2 3 2,-2-3-1,0 2 0,4 1 1,-4 0 1,1-3 2,-1 3 0,0 1 1,4-5 0,-1 3 4,-3 1-3,0 0-1,2 0-2,-2-3 0,0 0-1,0-2-2,0-1 0,0 1-1,0-5 1,0-1-3,0 1 0,0-1-12,0-2-17,0 0-60,-2-5-121,-5 3-119,6-6-59,-3 0-24,4 0 1,0 2 49</inkml:trace>
  <inkml:trace contextRef="#ctx0" brushRef="#br1">275 3783 15,'0'13'300,"0"5"44,-4-1 2,1 6-40,3 0-60,-6 0-84,6 2-97,-1 1-79,-6-4-80,5 2-80,-2-5-73,3-1-56,-6 0-20,7-6 17,-2 2 45</inkml:trace>
  <inkml:trace contextRef="#ctx0" brushRef="#br1">325 3809 51,'0'0'159,"0"0"10,0 0-2,0 0-11,0 0-26,0 0-18,0 0-17,0 0-13,0 0-6,0 0-5,0 0 4,0 0 7,0 0 6,2 0 2,-2 0 0,0 0-6,0 0-8,0 0-17,0 0-10,0 0-11,0 1-10,0-1-7,0 4-6,0-4-3,0 0-4,0 0-1,0 0 1,0 3 0,0-3 0,0 0 2,0 2 3,0 0-1,0 0 1,0 1-2,0-1 0,0 4-1,0-1-3,0 0 0,0 3 0,-2-1 0,2 4-2,0 2-1,-3-2 1,-1 6-2,3 0-3,-3 5-4,4-4-8,-2 3-8,-1 2-14,-1-1-31,-1 4-56,3-4-87,-5-2-103,2 2-49,0-5-19,1 1 15,4 2 51</inkml:trace>
  <inkml:trace contextRef="#ctx0" brushRef="#br1">299 3992 240,'0'0'301,"0"0"11,0 2-21,0 1-54,0-3-59,0 0-48,0 2-42,0-2-28,0 0-19,0 3-12,0-3-6,4 2-8,-4 1 1,1 0-2,-1-3-3,0 2 1,0 1-1,4-2 2,-1 2 4,-3-1-2,0-2-3,2 6-2,-2-4 0,4 3 0,-3 1-7,3-1 0,-1 2 0,-1-1-1,2 0 0,-3 6-1,3-7 0,1 2-1,-1-1 3,-1 2-1,-1 1-1,3-4 0,2 3-1,-5-1 1,3 1 0,-1 0-1,1-4 1,2 4 0,-5 0 1,3-1 0,-2 1 0,1 0 0,-2 0 1,3-2 1,-2 0-1,1-1 1,-2 2 3,3-2 2,-2 2 0,-3-3-1,4 1 3,-2 0-2,1 0-1,1 0-1,-4 1-2,1 1 2,-1-1-1,4-2 1,-2 1-1,1 0 1,1 0 0,-4 0-2,1 0-1,3 1 2,-2-4 0,2 1-4,0-1 0,-4 4-1,1-4 0,-1 1-2,0-3 1,0 2 1,0 1 0,0-1 2,4-2 3,-4 0 3,3 3-1,-3 0 2,0-3-1,2 0 1,-2 1-3,0-1-4,0 3 0,0-2-1,0-1-2,0 4 0,0-2-3,0 4 0,4-4 1,-3 1 1,-1-1-1,7 4-18,-7-4-60,0-2-178,0 0-99,0-5-50,0-5-26,0-2 4</inkml:trace>
  <inkml:trace contextRef="#ctx0" brushRef="#br1">577 4423 58,'0'0'105,"0"-2"21,0 2 17,0 0 9,0 0 4,0 0 5,0 0-3,0 0-3,0 0-11,0 0-17,0 0-18,0 0-22,0 0-23,0-2-21,0 2-11,0 0-9,0 0-4,0 0-2,3 0-1,-6 0-1,3 0 0,0 0-1,-2 0 0,4 0 0,-2 0 0,3 0-1,-3 0-3,0 0-1,0 0-2,0 0-1,0 0-2,0 0-1,0 0 2,0 0-1,0 0 2,0 0 2,0 2 3,0-2 0,0 0 0,0 0 1,0 2 1,0-2-1,0 2-2,2 1 0,-2 0 1,3-1-4,1 4-2,-2-4-1,1 3 1,-1 3-3,5 0 2,-5 0-1,5 1 2,-2 1 2,0 1 5,0 1 5,4 1 2,-3 0 2,2 2 1,-2 0-2,2-2-5,-2 3-4,2-5-1,-2 5-4,2-3-1,-1-1-2,-1-1 0,2-2 0,-2 4-1,2-2 4,-6 0-2,3-2 2,4-1 3,-5 0-2,1-2-1,-2 1-2,-1-3-2,5-2-1,-7 4-3,2-6 2,-2 5 1,0-5-1,0 0 0,3 0 0,-3 0 0,0 0-1,0 0-1,0 0-1,-3 0-5,3-3-19,0 1-2,-2-1-11,2 0-15,-7-2-19,5 4-33,-1-6-27,1 1-35,-1 1-26,-1-3-15,-1 0-2,1 0 22,3 4 37,-3-5 31,2 4 30,-5-2 30,6 1 25,-3 0 29,2 1 23,2 2 30,-7-3 27,7 2 28,-1-2 24,1 0 17,-4 5 18,4-2 7,0 3-5,-2-2-15,2 2-19,0 0-24,0 0-27,0 0-24,0 0-16,0 2-8,0-2-1,0 3-3,0-2 1,2 3-2,-2 0 1,0 2-4,4 2-2,-3 0-4,-1-2-1,7 2-3,-5 0-1,-2 3 0,5-1-1,2 2-2,-5 1 1,3-2 2,-1 1 1,1-2 1,2 3-2,-5 0 3,3 1-1,4-1-3,-4 3 1,2-4-2,2 5-3,-4-3 0,4-2-1,-7 2 0,3-1-3,4-3 0,-4-1 2,2 5-6,-2-1 6,0-1 4,4 1 4,-4-1 2,1 4 0,1-3 5,-2 2-3,0-2-4,0-1-3,2-2 0,-5 1 0,3-4-1,-5 4-1,4-6-2,-1 0 0,-1 0-3,-2 0-4,4-3 3,-3 3 0,3 0-1,-1-2 2,-1 2 1,-2-1 3,4 0 0,-1 1 0,-1-3 0,-2 1-1,3 0 0,-3-1-3,2 1 1,-2 0 0,0-3-1,0 0-1,0 0 1,0 0-1,0 0-5,0 0 1,0 0-9,0 0-19,4 0-29,-4 0-65,-4 0-123,4 0-111,0 0-48,0 0-14,0 0 11,0 0 60</inkml:trace>
  <inkml:trace contextRef="#ctx0" brushRef="#br1">904 5169 57,'0'-5'128,"0"0"-23,0 0-23,4 1-20,-4 0-8,1-1 2,-1 2 16,0 1 26,4-4 30,-1 4 32,-3 0 19,0 0 7,2-1-12,-2 1-20,0 2-27,0-3-35,0 3-29,0 0-19,0 0-11,0 0-6,4 0-2,-4 3 0,0-3 2,0 0-3,0 0-1,0 0-1,0 5-2,0-3-3,0 0-6,0 3 1,0 0-3,3-1-4,-3 2-1,0 0-2,0-1 2,0 0-2,0 3-1,2-3-1,-2 3 1,0-1 1,3 0 0,-3 3 0,2 2 4,-2 0 0,7 3 0,-7-3 0,2 3-7,-2 1 3,5-1 0,-5 1 0,4-2 1,-1 2-1,-1-3 7,3 2-3,-5-3 0,4 4-2,1-3 0,-2-1 1,1 1-1,1 2 0,-3-3-2,5 2 1,-2-1-3,-3-1 2,5-2 0,-5 4-2,5-5 1,-6 1 1,3 3 2,-2-2-3,5-5 2,-6 5 0,3-1-1,-2 0 0,5 1 1,-6-1-2,-1 3 3,6-5-1,-3 6 1,1-5-2,1 5 2,0-1-1,0 0-1,-1-1 0,1 1 0,-1 1-1,1-2-6,0-3 3,-1 4 2,1 0-1,-1 0 2,-3 0-1,6-1 7,-5 5-1,2-1-2,1-1 0,-2 3-2,3-3 3,2 2 2,-6 2-1,5-2 1,-5-1 1,3 3-1,2-7 0,-5 3-3,3 0-1,2-3 1,-5 1-2,1 3 0,-1-4 0,2 6 0,1-3 0,-2 1-1,1 1 2,-2 1-1,1 0 1,-1 3 3,5-4-3,-5 2 1,3 0 1,-2-3-1,1 1-1,-2-2-1,5 1-1,-7-1 1,1-3 0,5 1 0,-3 0 1,1 0-1,-3 2 2,5-5 0,-3 3-4,1 0 2,-3-3 0,5 2 5,-3 1 0,1-2 1,-3 1 5,3 1-2,-1-3-1,-1 3-3,2-4-2,-3 4 1,3 0 0,-1 0 0,-1 2 1,2-3 0,-3 1-1,-1 0 1,7-2-3,-7 1 2,2-2-2,-2 3 0,4-6-3,-4 4 1,1-6 1,-1 3-3,0-6 0,4 0 1,-4 1-1,0 0 0,0-3 0,0 0 0,0 0-4,0 0-6,0 0-10,-4-3-17,4-2-23,0-3-37,-5 1-98,3-4-151,-5-2-71,2 2-26,0-5-2,1 1 28</inkml:trace>
  <inkml:trace contextRef="#ctx0" brushRef="#br1">1070 6208 143,'0'-3'307,"0"-1"44,0 0-8,0 2-35,0 2-50,0 0-55,0-2-57,0 2-52,0 0-25,4-4-16,-4 4-7,3 0 3,-3 0-2,2 0 2,-2 0 3,4 0 2,-2 4-1,5-4-3,-6 2-3,5 0-4,-3 6-3,2-2-4,2 2-5,0 5-4,2-2 0,3 2-5,-1 3-2,1-1-2,-1 1-1,-1-4-4,2 1-2,-1 0 0,1-1-2,-3-1-1,0-6-1,-2 2 0,0-2 0,-2-3 1,4 1 2,-8 0 0,3-3 1,-2-3 1,5-2 0,1-3 0,-1-1-3,2-9-3,5-3-3,-2-4-3,-1-6-9,3-2-12,3-2-14,-6 0-19,3-2-31,-5 7-58,-1-1-154,-4 4-128,-4 1-60,-4 3-18,1 7 9,1 0 51</inkml:trace>
  <inkml:trace contextRef="#ctx0" brushRef="#br1">918 3905 4,'0'0'186,"0"0"9,0 0-15,0 0-16,0 0-21,0 0-28,4 0-29,-4 0-27,0 0-21,0 0-15,0 0-9,0 0-1,0 0 1,0 0 7,0 2 9,0-2 10,0 0 13,0 4 11,0-4 12,0 2 5,0 0-4,0 2-4,0-4-13,0 1-14,0 2-14,0-1-10,0 1-5,0 0-3,3-3-1,-3 2 0,0 1-1,2-1-1,-2 2 0,0-2-1,3 0-3,-3 3-3,2-3-1,-2 0 1,0 1-1,4 2 5,-1-2-1,-3 2 0,2 0 3,-2-2-2,0 2 1,3 0-1,-1 0 0,2 0 0,-1 0 1,-3 3 0,2-1-1,1 1-1,-1-1-1,2 4-2,1-4-2,-2 1-2,1 0 0,-2 0 1,3-2 0,2 2-1,-5 0 0,1 0 0,2-3 0,-1 3-2,-2 0 0,5-2 2,-6 2 0,5 0-1,-3 0-1,1-4 2,-3 6 1,3-2-2,-2-2 1,5 1-2,-6 1-2,3-3-4,-2 5 1,1-3-2,2-2-3,-1 3-1,-1 0 3,-1 0 3,3-6-1,-1 6 2,-1-3 3,-1 0 1,4 1 0,-3-2 1,1 1 0,-3 3 0,5-3 0,-3 0 2,1 0 0,-3 0 1,6 0 0,-5 1 4,-2-1 1,5-3 0,-1 3 1,-1 1 1,-1-2 1,2 1-1,-3-1 0,-1 2 1,7-1-1,-7 1-1,2-1 3,2 2-2,-1-1-2,-1 1 0,3-1-1,-1 1-2,-1-3 1,-1 2-2,3 1 1,-1-2-2,-1 1 0,-1-4-5,1 3-11,-1-1-9,-2-2-29,0 0-65,0-2-100,0 0-99,0 0-48,-5-2-20,5 2 11,0 0 59</inkml:trace>
  <inkml:trace contextRef="#ctx0" brushRef="#br1">664 4398 26,'0'0'293,"0"0"58,0 0 8,0 0-31,0 0-55,0 0-69,0 0-70,0 0-53,0 0-32,0 0-17,0 0-12,0 0 0,0 0-5,0 0-1,0 0 1,0 0 0,0 0 2,0 0 1,0 0 1,0 0-2,-1 0 0,1 0-1,0 0-3,0 0-2,0 0 0,0 0-3,0 0-4,0 0 2,0 0-1,0 0 0,0 3-2,-4-3 4,1 0 0,3 0-3,0 0-1,0 0 2,-2 0-2,2 0-1,0 0 0,0 0 0,0 0 0,0 0 3,0-3-3,0 3 1,0 0-2,2-3-1,-2 3 1,0-4-5,3 0 2,1 2 1,-4-2 1,0-2 0,1 1 0,-1-3 0,6 6 0,-3-6 0,1 0 0,-3 1-3,5 0 1,1-1 0,-6 0-2,6 0 1,-5 1-2,3-1-3,2 0-7,-5 2-7,7-2-11,-6-3-7,3 4-7,-5-4 1,6 5 1,-1-6 5,-3 5 10,-1 0 10,1 3 5,-1-4 6,-2-1 4,7 4 4,-7 0 1,0-1 0,2 2 2,-2-2-1,5 2 0,-5-4 0,4 0 1,-1 0-2,-1 2 0,5-2 0,-7 0 0,2 3 0,3-3 1,-2 3 1,1 0 0,-2-1 0,-2 2-1,3-3 1,-1 0 0,5 3-1,-5-1 0,1-3-1,-1 3 1,5-3 1,-5 1 0,5-1-1,-6 1 0,5-1 0,1 1 0,-6 2 0,3-1-1,-2-1 1,5 4 0,-7 0 1,0-2 2,1 3 0,-1 2 2,0-3 0,0 1 0,0-1-2,0 3 0,0-3-2,0 3 1,0 0 0,0 0 2,0 0 4,0-2 4,0 2 3,0 0 1,0 0 1,4 0-3,-4 0-2,0 0-2,0 0-5,0 0-2,0 0 0,0 0-1,0 0-1,0 0-1,0 0-1,0 0-4,0 0-9,0 0-8,0-2-18,0 2-37,0 0-64,0-1-99,0 1-89,0-6-43,-4 4-10,4 2 23</inkml:trace>
  <inkml:trace contextRef="#ctx0" brushRef="#br1">1232 4264 126,'0'2'261,"0"1"18,0-1-26,0 1-39,0 1-38,0 1-27,0 3-29,0 0-16,0-1-16,0 4-13,0 2-20,0-3-15,0 2-9,0 1-8,-2 0-2,2 0-5,0 0-4,0-2-3,0 2-1,0 0-1,0-2-3,0 1 0,0 0 1,-4 0 2,4 0 1,0 0 1,0 1 3,0 0 2,0-3-1,0 2 1,0-1-4,-3-1-2,3-2-1,0 0-1,0-2-1,0-1-4,0 1 0,0-4-2,0 3-4,0-5-5,0 3-4,0 0-7,0-3-5,3 0-13,-3 0-27,4 0-35,-4 0-49,0 0-67,0 0-78,0 0-40,0 0-2,0 0 26,0 0 48</inkml:trace>
  <inkml:trace contextRef="#ctx0" brushRef="#br1">1204 4319 30,'0'3'233,"0"2"18,0-2-19,0-1-48,-2 3-71,2 1-77,0-5-69,0 3-58,2 2-46,-2 2-26,3 0-2,-1-3 18,1 3 28,1 0 44,-2 2 67,-2 0 78,3 0 80,-3 0 80,0 0 49,0 1 16,0 1-19,0-2-41,-3-3-56,3 1-66,0 3-48,0-4-23,0-2-14,0 3-8,0-3-5,3 3-2,-1-3 0,-2-1-4,3 2-2,-3-1 0,4 0-4,-2-3-8,-2 4-16,3-4-43,-3-2-89,0 0-136,0 0-69,-3-5-30,3 0-7,0 0 31</inkml:trace>
  <inkml:trace contextRef="#ctx0" brushRef="#br1">1204 4360 252,'3'2'331,"-3"-2"19,2 3-26,-2-1-46,0 1-57,3-3-70,-3 3-56,0-3-36,0 0-25,0 2-12,0-2-6,4 3-5,-4-3-5,0 0 0,0 0-3,-4 0 0,4 0-2,0 0-4,0 0-8,0 0-16,0 0-46,0-3-96,0 3-124,-3-2-63,1-4-29,2 6 0,2-5 36</inkml:trace>
  <inkml:trace contextRef="#ctx0" brushRef="#br1">1281 4515 189,'1'0'218,"-1"0"-2,0 0-15,0 0-23,0 0-28,4 0-25,-1 0-20,-3 0-15,0 0-9,2 0-3,-2 0-7,0 0-4,0 0-9,4 0-11,-3 3-12,-1-3-7,0 2-4,0-2-4,0 3-4,0-3-2,0 0-1,0 2-2,0-2-2,0 6-2,0-6 0,0 2-2,0 1-1,4-1 0,-4-2-2,3 4 0,-3-1 0,0 0 1,0 2 0,2 0 0,-2 0 0,0 0 1,0 0 0,0 1 1,0-1-1,0 2 0,0 1 0,4-4 0,-4 4-1,1-3-1,-1 0-4,7 1 1,-7-1 0,2 0 3,-2 3-1,4-4-1,-3 2 2,3 2 0,-4-2-1,3 2-2,-1 0 1,2 0 0,-1 3 1,-1-2 0,1-1 0,-1 2-1,5 1 0,-5-2 0,1 1-1,-1 1 0,5-1-4,-5-2 2,1-1 1,1 3 1,-2-3 1,1 1-1,-1 0 6,1 0-2,1-1-2,-2 1 0,1 4 0,-1-8 1,5 6-2,-5-2 1,1 1 0,-1-1 0,1 1 0,3-1-1,-3 2 1,1-7-1,-3 5-1,3 3 1,-2-5 1,1 2-1,1-2 0,-3 2-1,-1 0 1,4-3 0,-4 2-1,2 1 1,-2-1 1,0 1 2,3 0-2,1-6 0,-4 4-1,1-1 1,-1-3-1,0 1 0,0-1 0,0 1 1,4 0-1,-4-3 0,3 2 0,-3 0 0,0 0 2,0 3-1,0-2 2,2 2 3,-2-2 2,0 2-1,0 0-1,0-2 1,0-1-1,0 3-1,4-2 1,-4-3-1,0 3 2,1-3-4,-1 0 1,0 2 1,0-2 1,0 3 3,0-2 1,0 3 2,4-1 0,-4 2-2,0-1-2,0-2-6,0 1-8,3-3-16,-3 0-56,0-7-149,-3 0-107,3-1-56,0-5-25,3 0 0,-1 0 49</inkml:trace>
  <inkml:trace contextRef="#ctx0" brushRef="#br1">1272 4525 26,'2'0'232,"-2"6"26,3-6-6,1 2-33,-3-2-44,-1 3-43,4-3-41,-1 0-35,-3 0-22,0 0-15,2 0-10,-2 0-3,0 0-6,0 0-9,0 2-11,-2-2-11,2 0-10,0 4-9,0-4-4,0 3-3,0 0-2,0-3-5,-3 2-1,-1 1 0,4-3-1,0 0 3,-1 0 3,1 0 13,-4 0 7,4 0 12,0 0 16,0 0 18,0 0 19,4 0 20,-4 0 13,0 0 11,0 0-1,0 0-3,0 0-13,0 0-10,0 0-10,0 0-12,0 0-8,0-3-7,0 3 2,0-2-4,0 2-1,0 0 0,1 0 0,-1 0 7,0 0 9,0 0 8,0 0 9,0 0 7,0 0 5,0 0-2,0 0-10,0-3-16,0 3-27,0-3-43,0 3-55,-1-4-57,1 4-56,-4-2-44,4 2-7,0-5 21</inkml:trace>
  <inkml:trace contextRef="#ctx0" brushRef="#br1">1464 4876 105,'2'-2'175,"-2"-3"-6,0 1-10,5-5-6,-5 4-9,4-1-2,-1 1 1,-1 0 3,-2 0-4,4 0-10,-3 2-12,-1 1-16,0-1-19,0 3-17,0-3-12,0 3-10,0 0-8,0 0-5,0 0-6,4 0-6,-4 0-7,0 0-6,0 3 0,0-3-2,0 3 0,0-1-1,0 1 1,0 2 3,0 3-3,0-1 1,-4 4-2,4-1 0,0 3 1,-1 2-1,1 1 0,-4-1 2,2 2-2,2 2 0,-3-1-1,-1-3 1,3 2-2,-3-1-1,2-3 3,2 5-1,0-7 2,-3 8-1,3-4-2,0 3-1,0-1 0,0-1-1,0 2-1,0-3 0,0 3 0,-4-6 0,4 1 0,0 1 0,-1-5 0,1-2 0,0 1-3,-4-6-2,4 3-6,-3-5-5,3 3-10,0 0-1,0-3-18,0 0-24,0 0-27,0 0-24,0-3-24,0 0-31,-2 1-17,2-1-6,0-2-12,0 5-15,-4-2-18,4-5 8,0 3 22</inkml:trace>
  <inkml:trace contextRef="#ctx0" brushRef="#br1">1492 5202 239,'0'-3'327,"0"0"23,2 3-27,-2 0-54,0 0-61,4 0-62,-4 0-58,0 0-39,0 0-22,0 0-13,0 0-7,0 0-4,0 0-2,0 3-6,0 0-25,0 0-78,0-3-144,0 0-77,-6-3-40,6 3-15,0 0 11</inkml:trace>
  <inkml:trace contextRef="#ctx0" brushRef="#br1">1786 6000 154,'-2'-5'361,"2"5"43,0 0 5,0 0-54,0 0-82,0 0-94,0 0-64,0 0-37,-3 0-22,3 0-13,0 0-9,0-3-5,0 3-2,0 0-6,0 0-6,3 3-2,-1-3 3,5 5 2,0 1 1,5 2 9,2 1 6,4 1 0,-3 5-2,6-2 0,-1 0-5,-1 0-4,0 2-4,4-3-4,-2 1-2,-5-5 0,1 2 0,1-2 1,-4-3 3,-5-4 2,1 3 4,-1-8 0,0 3 4,-1-4-3,-6-8 0,7-3-7,-4-3-5,7-10-7,-6-3-12,2-4-20,3-2-26,1-3-32,-5 3-78,2-3-190,-4 5-104,-1 1-40,-1 8-9,-1 0 18,5 8 69</inkml:trace>
  <inkml:trace contextRef="#ctx0" brushRef="#br1">1596 5199 18,'0'-3'215,"0"3"24,0 0 2,0-2-10,0 2-11,0-2-16,-2 2-23,2-3-24,0 3-25,-7-2-30,7 2-30,-2-2-21,2 2-13,-3 0-7,3-4-4,-2 2-7,2 0-5,0 2-1,-3-2-4,3 2-3,-4-3-3,4 0 0,0 1-2,0-1-2,0 0 1,0 1 0,0-3 4,-2 1 3,2 2 3,-3-4 6,3 5-1,0 1 3,0-3-3,-2 3 0,2-2-3,0 2-1,-3 0-3,-1-3 1,4 3-1,0 0 0,-2 0-2,2 0 0,-3 0 0,3 0 0,0 0-1,0 0 1,0 0-3,0 0 0,0 0-2,0 0-1,0 0 0,3 3-1,-1-1 1,-2 1 0,7 2 2,-5-1-1,1 5 1,3-4 1,-3 3 1,2 1 1,4 2 1,-4 2 4,1 3-1,-1-4 2,4 7-1,-1-3-2,1 2-1,-4 2-1,8-3-2,-7 4-2,3 0-1,-2-6 1,1 5-1,1-2-2,3-1 1,-5 4 1,6-1 1,-3 2-1,-1-2 3,5 2 1,-2-2 0,-3 4 1,-2-5 0,5 5 2,-3-4-2,-2 2 0,5-4-1,-3 3-1,1-2 2,-1 2-2,2-3 2,-3 2-1,1 1 2,3-1 1,-5 3 1,6-3-3,-3 3 0,-1-3 3,0 2-4,-1 3-1,1-4-4,0 0 3,-2 3 0,2-5-1,-4-1 1,4 6 2,0-4 1,-1 0 0,-2-2-1,6 3 0,-5-2 1,0 1-2,2 1 1,-2-1-1,0 2-2,0-3 1,0 1-2,1 1 1,-2-3 0,2 0-2,-2-1 2,2 1 0,-2-4 1,2 5 0,-2-4-1,-1 3 1,4-3 2,-4 3-2,0 0-2,4 0 0,-4 1 0,2-3 2,2 2-3,-7-3 0,6 1 3,-2-2 0,-3 2 1,2-3-2,1 0 1,1-1-1,-6-2-5,5-1 2,-3 2 1,1 0 0,-3-2 0,-1-1 1,4 1 5,-2-4-6,-2-1 1,0-4 2,0 2 1,3-2-1,-3 0 1,0 0-8,-3 0-11,3-2-27,-6-5-33,5-1-97,-6-5-182,0-2-92,-2-3-40,-3 3-4,6-4 18</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6:05"/>
    </inkml:context>
    <inkml:brush xml:id="br0">
      <inkml:brushProperty name="width" value="0.04667" units="cm"/>
      <inkml:brushProperty name="height" value="0.04667" units="cm"/>
      <inkml:brushProperty name="color" value="#000000"/>
      <inkml:brushProperty name="fitToCurve" value="1"/>
    </inkml:brush>
  </inkml:definitions>
  <inkml:trace contextRef="#ctx0" brushRef="#br0">59 45 223,'-4'0'341,"1"0"21,3 0-19,-6 0-44,6-3-64,-1 3-76,-3-2-62,1 2-38,1-3-18,2 3-12,-4-3-2,3 3-2,1-2 1,-7-1 2,5-3 3,-2 4 2,1-3 2,-2 4 4,5-4 0,-2 2 3,-2-2 4,1 5-2,1-3 1,-1 1 0,3 2-2,0 0-6,0 0-5,0 0-7,0 0-5,0 0-5,0 0-3,0 2-3,0 1 2,3 5 2,-1 3 3,5 2 3,-2 7 3,4 5 3,0-1 3,-2 7-1,1-1-1,5 4-5,-3-3-3,2 3-2,-5-2-5,6 2-1,-5-4-1,-1-5 0,2 3-2,-2-8-2,-5 1-1,1-5 1,-1-2 0,5-6 0,-7 0 7,0-3 9,0 0 9,0-5 7,0 0 5,-3-3-1,-1 1-3,-1-3-8,3-3-13,-5 0-4,2-1-3,1-7-2,3 1-6,-3-1 0,2-2 4,2-7-4,0 3-3,0-6-2,2-3-1,3 1-1,4-4 0,-2 3-1,0-3-1,5 2 3,-1 3 1,-2 2 2,3 3 0,-7 7 2,4 4 0,-7 1-4,3 4-2,-2 3-3,1 0-2,5 5-5,-8 0-1,8 5-5,0 0-4,1-1-13,-1 3-12,3 4-19,-1-3-17,-1 2-20,6 3-30,-9 1-108,7-5-153,-5 1-72,5 3-26,-2-3 2,2 0 24</inkml:trace>
  <inkml:trace contextRef="#ctx0" brushRef="#br0">538 269 193,'0'4'414,"-3"-4"36,1-4 19,-5 3-46,2-4-171,1-3-118,-1-2-62,0-3-34,-4 1-21,7 2-7,-5-2-3,2 1 4,0 1 3,0 2 5,-2 3 6,1 2 2,-2 3-1,2 0-4,-2 8-3,-1 2-3,2 6-5,-6 5-2,8-3-2,-4 3-1,8-1-2,-6 3-1,5-3 0,-2-2 0,4-3 1,4-2-3,-4 1 0,2-8 0,5 0 0,-6-1-1,5-5 0,1-5 1,0-3 0,2-2-1,3-6 1,-2 0 0,3-3-1,-6 1 0,8 0-1,-8 2 0,2 4 0,-4 2 1,2 2 2,-5 6 1,3 2 3,-5 2 2,4 6 2,-1 2 1,-1 6 1,5 4-1,-5 0 1,3 1-4,2-4-1,-2 4-2,4-6 1,-4 0-5,1-3-1,2-1-2,-2-4-5,-1-4-2,4 0-5,-4-9-4,4 1-4,-2-5-4,0 2-2,0-11-3,-2 3-3,-3-5 6,5 4 6,-6-1 3,3-1 7,-2 5 7,-2 2 7,0 2 5,0 4 7,0-1 3,0 4 3,0 3 3,0 3 0,0 2-1,0 3-4,3 2-4,1-1-2,-3 4-5,6-1 0,-5 2-3,7-3-9,-4-1 3,4-6 4,-4 1 1,4-3-2,-4-2 0,2-2 7,-2-3-3,1-5-5,-1 0 0,0-5 0,-5-1-2,4-1 2,-1-1-1,-1 0 0,-2 0-1,0 4 1,0 2 1,0-1 0,0 5-2,0 3 2,0 0 2,3 2 0,-3 6 1,4 2 3,-2 5 5,1 8 1,6 3 3,-7 8 5,6 3-1,-2 7 0,2 4-2,5 3 0,-6 0-4,1-1-3,-2 1-3,-3-1-3,1-1-2,-4-4 0,0-1-1,-4-7-1,-1 2 2,0-9 0,-2-2 0,0-6-1,-6-1 2,3-6-2,-4-8 2,0 2-2,-4-8 2,1-2-1,-2-5-3,-1-4 2,-1-3 1,6-3-1,-3 2 0,8-5 0,-3 4 1,5 0-1,6 2-1,2 0 0,2 1 0,3-1 0,2 2 0,3-1 0,4 1 0,0 2 1,0-3-1,7 5-1,-5-1-5,2 1-8,1-1-16,2 0-16,-5 0-28,5 3-73,-7 1-129,0-2-123,-4-1-56,2 1-19,2-4 5,1 0 65</inkml:trace>
  <inkml:trace contextRef="#ctx0" brushRef="#br0">1073 119 381,'0'-8'470,"0"3"33,0 2 17,0 3-102,0 0-188,0 8-104,0 2-58,4 6-32,-3 6-13,3 4-9,-1 5-5,-3 3-6,2 3-13,2 5-25,-3-5-57,-1 2-183,4-6-126,-1-2-64,-1-9-22,2-2 3,1-4 46</inkml:trace>
  <inkml:trace contextRef="#ctx0" brushRef="#br0">2231-362 271,'-2'-12'429,"-5"-1"39,2 3 21,-1-3-65,3 3-185,1 2-104,-2 3-55,8 0-34,-2 3-17,5 2-4,-5 4 3,10 6 3,-3 6 3,1 7 3,1 7 1,1 4-4,-2 3-4,-1 2-4,3 2-4,-6-1-2,-1 1-6,-2-3 0,-1-2 0,2-6 0,-1 1 0,-3-9 0,0-2 1,0-4 4,0-3 4,-3-6 7,-1-3 5,4-4 0,-5-2-1,0-7-4,-1-4-6,-1-9-12,2-1-2,3-1-4,-1-2 0,3-3-2,3 3 0,-1-2-2,3 3 1,4-2-1,0 8-2,3-2-3,-5 3-6,5-1-7,-1 8-11,1-1-11,-1 4-13,3 0-11,-2 3-12,2 5-8,0 2-15,2 9-16,1-1-61,1 6-119,-3-3-107,3 4-50,5-5-14,-1 7 9,1-4 67</inkml:trace>
  <inkml:trace contextRef="#ctx0" brushRef="#br0">2731-156 98,'2'-10'390,"-4"-2"44,-1-4 24,-1 1-12,-3-1-156,0 2-127,2 1-68,0 0-38,-4 3-23,4-3-11,0 5-6,-4 0 0,0 6 1,-2 2-2,-1 5 1,2 8-1,-4 2 0,1 8-1,-1 2-4,0 6 0,4 1-1,-2 1 0,10-3-5,-5 0 0,5-6 3,2 0-2,2-6-2,5-3-1,-5-6 2,6-1-1,1-5 2,0-6-2,1-5 2,3-1 0,-3-4 0,1-2-2,1-1-1,-2 2-1,-1 4 1,4-1 0,-6 3 1,1 6 2,-1-1 1,-1 3 0,-1 5 0,0 6 0,0-1 1,-1 2-2,1 3-4,0-2-1,2 3-1,2-3-4,-4-5-5,4 1-6,-4-7-5,1-2-9,2-2-8,1-9-11,0 0-7,-2-10-5,5 0-1,-3-1 5,0-1 10,-2 2 17,0 4 19,0 3 17,0 0 15,-6 6 13,3 3 9,-4 2 3,3 6 2,-3 2 0,0 3-7,0 6-6,0 0-5,0 2-10,2 1-6,2-2-6,-3-2-1,8-1-5,-4-2-1,2-2-1,-5-3 5,3 0-3,4-5 0,-2-2 0,0-6 0,2-2-1,-4-5-6,3-5 2,-3-4-2,4 5 0,-2-4 0,-2-1 3,-3 5-5,5 1 3,-5 0 1,1 5 1,-1 1 1,-2 7 1,0-1 7,0 4 0,0 2 2,0 2 2,0 6 0,3 3 2,1 8 3,-2 7 4,5 6 3,-6 10 6,5 3 7,1 11 1,-2 5-2,4 6-3,-8 6-6,3-3-6,-2 2-8,5-2-2,-7-3-4,1-1-6,-1-9 1,0-3 2,0-8 1,0-10-3,-1-6 5,-6-7 9,0-10 3,-6-4-2,-1-9-1,0-9-2,-5-14-4,-2-8-5,3-4-5,-1-7-1,1-8 0,2 2-1,4 0-1,3 0 0,1-1-1,8 3 0,3 1 2,2 3-1,4 5 1,3 0-7,-1 3 2,3 2 1,0-2-1,3 9 4,-2 2-6,1 4-3,-2 5-16,0 3-17,0 5-26,2 1-34,1-1-65,-3 4-160,4-1-109,-1 1-45,-1-6-8,3 3 13,2-6 63</inkml:trace>
  <inkml:trace contextRef="#ctx0" brushRef="#br0">3417-233 154,'7'-7'435,"1"-3"40,-2 3 21,1 2 10,1-3-221,-1 5-130,2 1-70,5-1-36,4 3-17,-1 3-12,2 2-3,1 3-2,-1 2 0,-1 0-3,-1-1 2,-6 4 0,3 3 1,-6-1 1,-2 0 1,-6 3 1,-2 1-1,-2 1-6,-4-1 0,1 2-3,-6 0 0,3-2 0,-2 2-1,3-1 4,0-4-3,4-2-2,3-3-3,2-4-2,2 1 2,7-3-2,3-5 0,7-3-1,6-5-13,10-1-28,1-4-57,1-4-212,0-1-119,0 0-63,-1 2-22,-1 7 11,0 4 47</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1612.54919" units="1/cm"/>
          <inkml:channelProperty channel="Y" name="resolution" value="2580.07886" units="1/cm"/>
          <inkml:channelProperty channel="F" name="resolution" value="1e-5" units="1/cm"/>
        </inkml:channelProperties>
      </inkml:inkSource>
      <inkml:timestamp xml:id="ts0" timeString="2022-05-05T03:34:48"/>
    </inkml:context>
    <inkml:brush xml:id="br0">
      <inkml:brushProperty name="width" value="0.21167" units="cm"/>
      <inkml:brushProperty name="height" value="0.21167" units="cm"/>
      <inkml:brushProperty name="color" value="#ffffff"/>
      <inkml:brushProperty name="fitToCurve" value="1"/>
    </inkml:brush>
  </inkml:definitions>
  <inkml:trace contextRef="#ctx0" brushRef="#br0">1432 411 133,'2'-5'328,"-2"0"38,0 0-9,0 0-53,0 2-65,0-2-81,-2 0-64,-2 0-36,4 2-21,0 0-11,-1-2-6,1 1-3,0 1-1,0-2 3,-4 3 1,4-1 4,0 1 3,-3-1 0,3 3 2,0 0-3,0 0-3,0 0-7,0 5-3,-2 0-4,-2 3-2,4 4 4,-3 3-4,3 6 0,-2 1-1,-1 1 1,1 4-1,2-3-3,-7 4 1,5-3 0,-1 5 1,-6-6-1,4 1 2,3-2-2,-5-2 2,5-4-1,-5-4 0,5 0 0,-1-4-3,1-1 0,2-2 1,0-4 4,0-4-2,0-4-1,0-6 0,0-6-1,0-9-2,2-4-5,-2-7 1,3-6 0,-1-4-1,2 0-1,-1-2-1,-1-2 0,-2 1-2,3 0 3,1 7 0,-2-1 4,-2 5 0,3 9 2,-3 6 1,2 2 1,-2 10-1,0 0 1,-2 9-2,-1 2 0,1 4-1,-5 10-1,-4 9 2,-1 7 1,-2 7 0,0 8 3,-2 6 3,-5 1 1,2 6 1,-4 0-2,4 3 4,0-1-3,-2-4-1,7-3-1,0-6-2,5-2-1,0-7 0,4-6-3,0-7-2,1-7 2,3-1-1,-3-8-1,4 1 1,0-1 1,-2-4 2,2 1-1,0-3 0,0-1 2,0 0-1,0 3 2,0-3-3,2 0 1,-4 0-2,2 0 0,0 0 0,0 0 0,0 0-1,0 0 2,0 0 1,0 2 1,0-2 1,0 0 2,0 3 0,0 0 1,-7-1-1,6 3 0,-6 3 0,0 5-2,-6 1-3,3 4-2,-3 3 0,-1-1 0,4 0 0,-2 0 0,-2-3 2,5 0 1,2-5 0,-2-1 1,0-1 0,1-2 0,4 0-2,-1-2 1,0 0-2,1-4 0,2 3 0,-1 0-1,3-2 0,0 2 0,-2 0 0,2 0 0,0 1 0,2-1 0,-2-3 0,3 4 0,-1-6 0,2 2 1,-1-2 1,-3 3 1,2-3 0,3 0 0,-5-3 0,4 1-2,1 2 2,2-6-1,-2 4-1,4-6 1,-2 3-2,5-3 2,-1 3-3,1-3 1,-2 3 0,4 0 0,-1 0 1,-3 1-1,4 1 2,-1 0-4,-3 1 2,-1-1 0,-4 3 0,0 0 0,2 0 0,-5 0 2,2 0 1,-4 0-2,3 0 0,-3 0 0,0 0 0,-3 3-1,-1-1 0,-1 1-1,-4 0 1,4-2 0,-6 2 0,-4 2 0,-1-2 0,-2 3 1,-5-2-1,1 1-2,-6 0 2,0 0-2,-4 3-1,2-3 1,-5 0 0,-1 1 0,-1-4 0,0 2 1,4-1-1,-4-1 0,0 1 1,-1 0-1,-3-1 0,1 1 0,-2 2 2,5 0 1,-1 0-1,1 0 3,2 3 0,2 2 1,1-2-2,8 2 2,-2 2-2,6-1-1,3 2 0,1 2-2,4 0-1,3-3 0,7 7 0,2-7 0,2 4 0,5-7 1,0 4 0,2-5-1,3-3-1,-5 0 1,9-2 0,-9-3 1,7-5-1,-2-3 0,2-5 5,0-4-2,-3-5 0,6-8 0,-3-7-1,0-6 0,7-6-1,-7-7 1,2-8-1,-2-4-3,-2-3 2,-1-1-1,-6 1 0,-5 2 0,-2 6 0,-3 5 1,-4 10 2,0 5 0,-1 7 1,1 11 3,-3 4-1,3 6 2,2 4-1,-2 11 1,2 6 0,0 9-1,-1 13 1,2 18 1,3 12-1,-1 16-9,4 8 3,0 6-2,0-1 0,7-1 0,-5-5-2,3-5 8,2-7-3,-1-8 1,-1-9 0,0-5 1,-1-11 2,-1-11 4,-1-5 5,-2-7 3,0-3 1,-2-7 3,-5-6-2,2-10-5,-4-4-3,-5-9-2,4-9-2,-3-9-1,-2-6-1,1-6 2,-4 0-2,1-5-1,1 1 0,0-2-1,2 1 0,0 7-2,3 6 0,-1 8 0,5 7 0,-5 7 0,10 6-1,-5 7 0,5 3 0,2 7-1,2 9 2,5 14 0,0 14-1,5 16 0,-1 16-1,6 10-3,1 5-1,-2 6-1,5-4 2,-5-4 1,1-8 1,-3-10 2,-3-12 2,1-11 3,-3-8 3,-4-8 5,-2-8 1,-1-11 2,-2-8-2,-2-16 2,-1-12-2,-2-15-2,-1-7-3,-1-12-1,-1-11 1,1-7-2,0-6-3,1-8-4,-2-3-2,2 3-2,5 2 1,-3 11-1,1 13-2,3 9 2,0 16 1,0 14 1,3 11 1,1 16 3,-3 17 2,5 21 0,2 17 2,1 20 0,-4 14 0,4 9-2,3 3-2,-5-2-1,0-9-1,-1-6-2,-1-9-1,-2-7 0,-1-10 0,-2-10 1,0-8 4,0-7 6,0-8 6,0-6 6,-2-5 1,-5-7-1,0-11-2,-5-8-4,-2-14-2,0-13-9,-3-7 0,3-9-1,-2-11-1,2-3-1,-4-6-1,6-1 0,1 2-3,3 2-1,6 8 2,-5 6 0,5 15 0,2 7-5,0 10 3,0 10 2,0 8 0,5 10 0,1 10 2,6 10 5,-5 16 2,7 12-3,2 12 0,0 3-9,-2 6 4,0 2 1,3-4-2,-3-7 3,0-6 0,-2-6 9,-1-7-2,-1-9-3,-6-6 2,5-5-1,-6-9-1,2-7 0,-3-10-1,5-13-2,-5-12 1,3-14-4,2-12 0,2-3-4,5-4 0,0-1 1,0 2-1,2 7 2,1 7 0,-3 7 0,0 14 2,0 6 0,0 10 2,-2 12 0,-1 8 1,-6 17 2,2 12 4,-5 10-1,1 16 0,-6 11-1,1 9-2,-1 5-2,-6 5-1,0-3 0,4-4 0,-4-6-3,0-9 2,4-12 0,0-7 2,1-12 0,-1-8 2,5-5 3,-2-10-1,-1-6 1,-1-9 2,-1-9-1,-4-12-1,1-12-2,2-15 2,-2-10-3,2-10-9,-2-9 3,6-5 0,-2-3-1,8 7-1,-2 1 1,5 10 8,-2 11-3,0 10-2,0 9-4,-1 14 1,1 7 0,0 13 2,-1 10 0,-1 13 3,-1 9 3,2 14 0,-4 11 1,-4 8-2,-1 9 3,-7 5-2,1 7-2,-6 0 0,1 0-1,-5-7 1,5-8 7,2-5-5,2-13-8,3-10 2,0-11 1,4-8 2,0-8-10,1-14 4,-1-16 6,3-11-2,-1-15-3,-1-14-2,-1-15-1,3-7-2,-5-13 2,2-5-3,2-2-1,1-2 0,-2 5 0,4 3 4,4 12 3,-2 9 3,5 11 2,-2 12 1,0 15 1,-1 10-3,-3 17-1,3 9 0,-1 17 2,-3 22 6,-7 11 0,6 16 1,-5 5 3,-1 9-3,-1-2 0,1-2-2,0-5 0,0-10-1,-2-10-3,4-10 5,1-11 1,-1-7 4,-2-7 0,5-8 2,-3-10 1,-2-15-5,2-8-4,-4-10-4,4-11-2,1-5-4,-1-8-2,3-1-1,-5-3 0,7 3 1,0 2 0,4 7 1,-1 4 1,2 13 2,1 0 1,-3 12 1,6 4-1,-7 5 1,3 3 0,4 6-1,-4 1-1,4 3 0,-1 5-2,1 2 3,-4 3-1,1 3 0,1 5 3,-6-1 2,-1 4-1,0 2 2,0-2 0,-1-2 0,1 0-1,0-7 0,0-4 3,0 1-3,0-8-2,1-1-1,3-7-1,1-9-3,7-7-4,2-7 1,2-9 2,5-1 3,0 1 2,2 2-1,0 6 2,-1 11 0,-2 8 0,1 12 0,-2 12 0,0 18 4,-1 19 3,-1 12 3,-6 16-1,3 11 0,-2 11 1,-5 1-4,2 1-4,-2-7-2,-7-2-1,0-12 1,0-6-2,-7-11 3,1-7-1,1-7 0,0-9 1,-4-6 2,4-12 4,-2-5 1,2-5 2,1-7-2,-1-14-1,0-5-2,1-16-4,2-12-3,2-6-1,0-5 1,2 0 1,2 4-2,1 6 3,0 10 0,-1 8-2,4 4 1,-2 11-2,-1 7 1,2 13-1,-2 9 1,-3 9 1,-2 10-1,-2 10-1,-3 7-2,-4 6-1,-3 3-1,-2 2 2,-2 3 2,-1-1 3,-3-2 0,3-7 4,-1-3 1,4-10-1,0-8 1,6-7-1,-1-7 2,4-6-5,3-7 1,-5-6-2,5-8-10,2-10-1,0-11-2,0-18-5,0-6-1,0-13 1,0-10 9,2 0 1,-2-6 2,7 1 6,-5 2 0,3 8 0,2 6 0,-2 9 0,-1 10 0,-3 10 0,-1 9 2,0 12 1,-1 7-2,-8 14-1,0 11 0,-3 14 0,1 9-3,1 11 0,-6 10 0,2 5 4,7 8 4,-5-2 2,3-1 1,4-5 4,-4-5-1,9-6-1,-2-13-5,2-7-1,2-9 0,-2-9-2,4-4-2,-3-5 1,3-10 1,-1-6-1,3-10-4,-5-9-2,6-9 1,-1-9-2,-1-9 1,0-6 1,2-8 3,-2 3 3,1 2 0,-1 2 2,2 9-2,-5 8 1,3 9-2,-2 9 1,-3 8-2,-3 10 0,1 11-1,-3 18-4,-2 13 0,2 15 3,-4 13 3,0 4 0,2 8 5,0 2 3,-2 0 3,2 0-1,0-2-4,2-5 1,3-8-2,-1-6-2,-1-6-3,4-11-1,0-7 0,0-11-1,0-7 0,0-5 1,0-5 5,0-5-1,0-9 1,-1-7 0,1-12 0,-4-8-3,2-7-4,2-9-1,-7-4-1,6-1-1,-3 1-1,1 0 1,1 10 11,-2 5-4,3 7-3,1 8 1,-4 5-1,1 8 1,1 7-4,-2 9 3,3 9 3,-3 10 1,1 11-1,1 7 1,-2 6-7,4 7 3,-1-1 3,-3 5 0,1 0-1,3-5 1,-2-1 0,2-5-1,0-7-2,0-10-1,0-3 2,0-5 0,0-10 1,0-1 3,0-8 0,0 0 0,0-10-1,0-8 1,-7-6-1,7-9-2,-5-2-1,3-7 1,-2 5-4,1-5 2,-2 5 0,3 6 0,-5 3 1,5 8-1,-1 3 3,-1 4-1,2 6-1,-1 6 0,3 12 0,-2 6-2,-1 9 0,-1 4 1,2 4 0,-1 1 0,3 2-10,-2 3 8,-2-5 0,1 6 0,-2-5 1,3-1 0,2 1 7,-7-5-5,5-4-1,-1-1 1,-1-8 0,4-3-1,0-5 1,-2-4 0,2-4 1,0-1 2,0-4-1,0-4 0,0-6 0,2-5 2,-2-8-5,0 2-1,4-10 4,-4 5 0,3-5 0,-3 3-1,0 2 3,2-1 1,-2 6-4,0 4-1,3 5 0,1 2-1,-4 3 0,0 0 0,0 5-1,0 5 0,0 3 1,0 7-2,0 2 0,0 4 0,0 5 0,0-2 0,0 5-1,0 1 2,0-2-2,0 2 1,0-1 2,0-5-1,0-3 2,2-4-2,-2-6 2,0 0 0,3-4-1,-3-1 1,2-6 0,-2 0 4,0-6-1,0-4 1,0-3-1,-2-2 2,-1-1-1,3 2 0,-2-2-2,2 6 1,0 0 0,0 2-2,-4 3-1,1 1-1,3 1 1,0 0-1,0 3-3,0-2 1,0 2 1,0 0 0,0 0 1,0 2 0,0-2 1,-2 6 1,2-2 1,0 1-1,-3 3 0,-1-1-1,4 1-1,0 2 0,-2 1-2,-1-1-2,3-1 0,-2 3 1,2 0 2,0-2 0,-3-2 2,-1-1 3,4 1-1,0-4 0,-2 1 2,-1 1-2,3-3 1,-2 1-3,-1 2 0,-1-4 3,4 3-3,-5 3-1,1 0-3,3 0 4,-3-1 0,2 3-2,-5-3 2,7 1 1,-5-3 4,5 0-5,-2 1 2,2-1 3,-3 0-2,-1 0-1,3-2-1,-3 2 1,2-1 0,-1 1-5,-1 0 2,-1 0 0,2 3-2,1 2 3,-2-2-1,3 0 2,-6 0 2,5-1-1,-2-2 1,3 0-1,1 2 0,-7-1-3,7-4-1,-2 3 1,-2-2-1,4 0 2,-1-3 0,1 2 1,0-2 1,0 3-2,0-3 2,0 0-2,0 0 0,0 0 1,0 0-1,0 0 0,0 0 0,0 3 0,-4-3 0,4 4-1,0-2 1,0 2 0,0-2 0,0 3 1,0-5-1,0 3 0,0-3 1,0 2-1,0-2 1,0 0-1,0 0 1,0 0-2,0 0 0,0 0 1,0 2 1,0-2-1,0 6 0,0-4 0,0 6 0,0-1 0,0 4 0,4-4 0,-4 5 1,0-3 0,1-5-2,-1 4 0,0-3 2,4 0-1,-4 0 0,2-2 0,-2 0 2,0-1-1,0-2 0,0 3-1,0-3 1,0 0 0,0 0 0,0 2 2,0-2-5,0 0 0,0 0 1,0 0 0,0 0 0,0 0-1,0 0 1,0 0 3,0 0-2,0 0 1,0 5-1,0-5-3,0 3 2,0 0 0,0-1 1,-2 1 0,2-1 1,-4 4 1,4-4-1,0 0-1,-1 0 0,1-2 0,0 3 1,0-3 0,0 2-1,0-2 0,0 3 0,0-3 0,0 0 1,-4 3-1,4-3 0,-3 2 1,3 3 1,0 0-2,-2 3-1,-2-3 1,1 3 0,1-3 0,2 3-1,-3-5 1,3-2 0,0 2 0,0-2 0,0-1 6,0-1-3,0-2-1,0 3 0,0-1-2,0-5 1,0 4-5,0-1 3,0 1-1,0 2 0,0-3 2,0 1-1,0-1 2,0 0-2,0 1-1,3-6 2,-1-2-1,5-6-1,-5-3 0,5-5 0,-2-1-1,4-8 0,-2-2-2,0-4 0,0-4-2,1 0 1,1-6 3,3 4 3,-5 0 0,2-2 1,0 7 5,0 1-1,-6 7-2,-1 3 0,3 4 0,-5 5-2,4 1 1,-1 6 0,-3-1 0,0 7-2,0-1-2,0 0 2,0 6-2,0-1-2,0 0 1,0 3 2,0-2 1,-3 2-1,3 0 1,0 0 1,-4 0-1,4 0-1,0 2 0,0-2 1,0 0 0,0 0-3,0 3 0,0-3 3,0 3-1,0-3-1,0 0 1,0 0 0,0 0 1,0 0 0,0 2-1,0-2 1,-2 0 1,2 3 0,0-2 1,-3 3-1,3-2 2,0-2-2,0 6-1,0-6 0,0 2-1,0-2 0,0 3-1,0-3-2,0 0-7,-2 0-14,2 0-12,0 0-24,0 0-33,0 0-103,0 0-168,0 0-82,0 0-35,0 0-4,5 5 19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3713" cy="341313"/>
          </a:xfrm>
          <a:prstGeom prst="rect">
            <a:avLst/>
          </a:prstGeom>
          <a:noFill/>
          <a:ln>
            <a:noFill/>
          </a:ln>
        </p:spPr>
        <p:txBody>
          <a:bodyPr vert="horz" wrap="square" lIns="95685" tIns="47843" rIns="95685" bIns="47843" numCol="1" anchor="t" anchorCtr="0" compatLnSpc="1"/>
          <a:lstStyle>
            <a:lvl1pPr defTabSz="955675" eaLnBrk="0" hangingPunct="0">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21507" name="Rectangle 3"/>
          <p:cNvSpPr>
            <a:spLocks noGrp="1" noRot="1" noChangeAspect="1" noChangeArrowheads="1"/>
          </p:cNvSpPr>
          <p:nvPr>
            <p:ph type="sldImg" idx="2"/>
          </p:nvPr>
        </p:nvSpPr>
        <p:spPr bwMode="auto">
          <a:xfrm>
            <a:off x="3260725" y="512763"/>
            <a:ext cx="3408363"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2" name="Rectangle 4"/>
          <p:cNvSpPr>
            <a:spLocks noGrp="1" noChangeArrowheads="1"/>
          </p:cNvSpPr>
          <p:nvPr>
            <p:ph type="body" sz="quarter" idx="3"/>
          </p:nvPr>
        </p:nvSpPr>
        <p:spPr bwMode="auto">
          <a:xfrm>
            <a:off x="1323975" y="3238500"/>
            <a:ext cx="7283450" cy="3068638"/>
          </a:xfrm>
          <a:prstGeom prst="rect">
            <a:avLst/>
          </a:prstGeom>
          <a:noFill/>
          <a:ln>
            <a:noFill/>
          </a:ln>
        </p:spPr>
        <p:txBody>
          <a:bodyPr vert="horz" wrap="square" lIns="95685" tIns="47843" rIns="95685" bIns="47843"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053" name="Rectangle 5"/>
          <p:cNvSpPr>
            <a:spLocks noGrp="1" noChangeArrowheads="1"/>
          </p:cNvSpPr>
          <p:nvPr>
            <p:ph type="dt" idx="1"/>
          </p:nvPr>
        </p:nvSpPr>
        <p:spPr bwMode="auto">
          <a:xfrm>
            <a:off x="5627688" y="0"/>
            <a:ext cx="4302125" cy="341313"/>
          </a:xfrm>
          <a:prstGeom prst="rect">
            <a:avLst/>
          </a:prstGeom>
          <a:noFill/>
          <a:ln>
            <a:noFill/>
          </a:ln>
        </p:spPr>
        <p:txBody>
          <a:bodyPr vert="horz" wrap="square" lIns="95685" tIns="47843" rIns="95685" bIns="47843" numCol="1" anchor="t" anchorCtr="0" compatLnSpc="1"/>
          <a:lstStyle>
            <a:lvl1pPr algn="r" defTabSz="955675" eaLnBrk="0" hangingPunct="0">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2054" name="Rectangle 6"/>
          <p:cNvSpPr>
            <a:spLocks noGrp="1" noChangeArrowheads="1"/>
          </p:cNvSpPr>
          <p:nvPr>
            <p:ph type="ftr" sz="quarter" idx="4"/>
          </p:nvPr>
        </p:nvSpPr>
        <p:spPr bwMode="auto">
          <a:xfrm>
            <a:off x="0" y="6478588"/>
            <a:ext cx="4303713" cy="341312"/>
          </a:xfrm>
          <a:prstGeom prst="rect">
            <a:avLst/>
          </a:prstGeom>
          <a:noFill/>
          <a:ln>
            <a:noFill/>
          </a:ln>
        </p:spPr>
        <p:txBody>
          <a:bodyPr vert="horz" wrap="square" lIns="95685" tIns="47843" rIns="95685" bIns="47843" numCol="1" anchor="b" anchorCtr="0" compatLnSpc="1"/>
          <a:lstStyle>
            <a:lvl1pPr defTabSz="955675" eaLnBrk="0" hangingPunct="0">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2055" name="Rectangle 7"/>
          <p:cNvSpPr>
            <a:spLocks noGrp="1" noChangeArrowheads="1"/>
          </p:cNvSpPr>
          <p:nvPr>
            <p:ph type="sldNum" sz="quarter" idx="5"/>
          </p:nvPr>
        </p:nvSpPr>
        <p:spPr bwMode="auto">
          <a:xfrm>
            <a:off x="5627688" y="6478588"/>
            <a:ext cx="4302125" cy="341312"/>
          </a:xfrm>
          <a:prstGeom prst="rect">
            <a:avLst/>
          </a:prstGeom>
          <a:noFill/>
          <a:ln>
            <a:noFill/>
          </a:ln>
        </p:spPr>
        <p:txBody>
          <a:bodyPr vert="horz" wrap="square" lIns="95685" tIns="47843" rIns="95685" bIns="47843" numCol="1" anchor="b" anchorCtr="0" compatLnSpc="1"/>
          <a:lstStyle>
            <a:lvl1pPr algn="r" defTabSz="955675">
              <a:buFont typeface="Arial" panose="020B0604020202020204" pitchFamily="34" charset="0"/>
              <a:buNone/>
              <a:defRPr sz="1200" smtClean="0">
                <a:latin typeface="Times New Roman" panose="02020603050405020304" pitchFamily="18" charset="0"/>
              </a:defRPr>
            </a:lvl1pPr>
          </a:lstStyle>
          <a:p>
            <a:pPr>
              <a:defRPr/>
            </a:pPr>
            <a:fld id="{49CCE4E4-DE30-47FB-ACA7-6A4EAFCB01C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p:sp>
      <p:sp>
        <p:nvSpPr>
          <p:cNvPr id="2253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25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66A83631-09A5-4489-9E6F-BEFF91E53080}"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p:sp>
      <p:sp>
        <p:nvSpPr>
          <p:cNvPr id="235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35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B38871FC-33F3-45D8-892C-DDA6FD5291F9}"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ChangeArrowheads="1" noTextEdit="1"/>
          </p:cNvSpPr>
          <p:nvPr>
            <p:ph type="sldImg"/>
          </p:nvPr>
        </p:nvSpPr>
        <p:spPr/>
      </p:sp>
      <p:sp>
        <p:nvSpPr>
          <p:cNvPr id="2457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This is the basic arrangement of two-slit interference experiment, here S0 can be considered as a combination of point sources, and the spherical wave emitted by the point sources reaches to the two slits, because the distances between each slit and S0 are same, so the oscillation at s1 and s2 are exactly in phase. Then we considered the two-slit as two point sources. And these two point sources are exactly in phase. We use rays r1 and r2 to represent the two waves, and when they come to the common point on the screen, a phase difference is present because of different path, so a interference pattern is present on the screen.</a:t>
            </a:r>
            <a:endParaRPr lang="en-US" altLang="zh-CN" smtClean="0"/>
          </a:p>
          <a:p>
            <a:r>
              <a:rPr lang="en-US" altLang="zh-CN" smtClean="0"/>
              <a:t>So the key point is to find the path length difference. Here, please noticed that, the slits separation is about 100um, and the slit-screen separation is about 1m, that means ,L/d is about 10 thousands. So this angle can be considered to be zero, and the two path can be approximated to be parallel to each other, at angle theta to the central axis., then we the path length difference is just this distance dsin(theta)</a:t>
            </a:r>
            <a:endParaRPr lang="zh-CN" altLang="en-US" smtClean="0"/>
          </a:p>
        </p:txBody>
      </p:sp>
      <p:sp>
        <p:nvSpPr>
          <p:cNvPr id="245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8324F7D3-5AEB-44A9-996E-3630EBA05EB3}"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p:nvPr>
        </p:nvSpPr>
        <p:spPr/>
      </p:sp>
      <p:sp>
        <p:nvSpPr>
          <p:cNvPr id="2560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Usually, the d is much larger the m lepta, at this case, the angle theta is a much smaller then 1, then sin~tan ~theta, then we can simplify our calculation, but when d is compared to m time lapta, you can not use this approximation. Those are Qualitative description, and actually, we want some </a:t>
            </a:r>
            <a:r>
              <a:rPr lang="en-US" altLang="zh-CN" b="1" smtClean="0"/>
              <a:t>quantitative calculation.</a:t>
            </a:r>
            <a:endParaRPr lang="en-US" altLang="zh-CN" b="1" smtClean="0"/>
          </a:p>
        </p:txBody>
      </p:sp>
      <p:sp>
        <p:nvSpPr>
          <p:cNvPr id="256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C4349DE4-9717-4169-BBD5-EE65EEE13105}"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In chapter 31, we use phasor to represent a ac voltage, at here we also can use phasor to describe E field, the magnitude of the phasor is the amplitude and this angle is wt, as time go on, the phador rotate about the origin with angular speed w. the two E fields at point p have same E0 same w but constant a phase difference, which is related by the path length difference. </a:t>
            </a:r>
            <a:endParaRPr lang="en-US" altLang="zh-CN" smtClean="0"/>
          </a:p>
          <a:p>
            <a:r>
              <a:rPr lang="en-US" altLang="zh-CN" smtClean="0"/>
              <a:t>So the net magnitude of E is just this length.</a:t>
            </a:r>
            <a:endParaRPr lang="zh-CN" altLang="en-US" smtClean="0"/>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238BCB70-D085-4F28-87BE-92EACA018AA0}"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p:nvPr>
        </p:nvSpPr>
        <p:spPr/>
      </p:sp>
      <p:sp>
        <p:nvSpPr>
          <p:cNvPr id="276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Without this thin flake, the central point should be a maximum, we call central maximum, and the phase difference at this point is exactly zero.</a:t>
            </a:r>
            <a:endParaRPr lang="en-US" altLang="zh-CN" smtClean="0"/>
          </a:p>
          <a:p>
            <a:r>
              <a:rPr lang="en-US" altLang="zh-CN" smtClean="0"/>
              <a:t>The path difference of the two rays is always zero at this point. But now it is occupied by what had been the 7</a:t>
            </a:r>
            <a:r>
              <a:rPr lang="en-US" altLang="zh-CN" baseline="30000" smtClean="0"/>
              <a:t>th</a:t>
            </a:r>
            <a:r>
              <a:rPr lang="en-US" altLang="zh-CN" smtClean="0"/>
              <a:t> bright side fringe, what does this sentence mean?</a:t>
            </a:r>
            <a:endParaRPr lang="en-US" altLang="zh-CN" smtClean="0"/>
          </a:p>
          <a:p>
            <a:r>
              <a:rPr lang="en-US" altLang="zh-CN" smtClean="0"/>
              <a:t>The optical path length difference should be 7 lepata, or the phase difference should be 7 times 2pi, and the phase difference only results from the difference of medium.</a:t>
            </a:r>
            <a:endParaRPr lang="en-US" altLang="zh-CN" smtClean="0"/>
          </a:p>
          <a:p>
            <a:r>
              <a:rPr lang="en-US" altLang="zh-CN" smtClean="0"/>
              <a:t>This is ray1 and this is ray2, this is the flake, initially, ray1 go through the flake with width L, but ray2 go through the air with same length L, so the phase difference between them is </a:t>
            </a:r>
            <a:endParaRPr lang="en-US" altLang="zh-CN" smtClean="0"/>
          </a:p>
          <a:p>
            <a:r>
              <a:rPr lang="en-US" altLang="zh-CN" smtClean="0"/>
              <a:t>nL-L, and then the two rays travelling into the air with same length reach to the central point, so we have:</a:t>
            </a:r>
            <a:endParaRPr lang="en-US" altLang="zh-CN" smtClean="0"/>
          </a:p>
          <a:p>
            <a:endParaRPr lang="en-US" altLang="zh-CN" smtClean="0"/>
          </a:p>
          <a:p>
            <a:r>
              <a:rPr lang="en-US" altLang="zh-CN" smtClean="0"/>
              <a:t>M=0, means the phase difference is 0, so the phase difference results from path length difference should equal the phase difference results from the mica (medium)</a:t>
            </a:r>
            <a:endParaRPr lang="en-US" altLang="zh-CN" smtClean="0"/>
          </a:p>
          <a:p>
            <a:r>
              <a:rPr lang="en-US" altLang="zh-CN" smtClean="0"/>
              <a:t> so we have:</a:t>
            </a:r>
            <a:endParaRPr lang="en-US" altLang="zh-CN" smtClean="0"/>
          </a:p>
          <a:p>
            <a:endParaRPr lang="en-US" altLang="zh-CN" smtClean="0"/>
          </a:p>
        </p:txBody>
      </p:sp>
      <p:sp>
        <p:nvSpPr>
          <p:cNvPr id="276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B1F865C8-E840-4348-A14D-635271B23068}"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Now, if we have a film, and the width of film is of the order of magnitude of the wavelength, then interference will be present in your eyes when you see it.</a:t>
            </a:r>
            <a:endParaRPr lang="en-US" altLang="zh-CN" smtClean="0"/>
          </a:p>
          <a:p>
            <a:r>
              <a:rPr lang="en-US" altLang="zh-CN" smtClean="0"/>
              <a:t>We only consider the small incident angle case, that is theta in this figure is almost 0. A ray is incident on the front of the film, the reflection ray just come out the film directly, but the refraction ray come into the film and then reflected by the bottom of film, through the film again and then come out. The two rays come to a common point, your eyes and interfere to each other.</a:t>
            </a:r>
            <a:endParaRPr lang="en-US" altLang="zh-CN" smtClean="0"/>
          </a:p>
          <a:p>
            <a:r>
              <a:rPr lang="en-US" altLang="zh-CN" smtClean="0"/>
              <a:t>Bright or dark determined by the phase difference of the two rays, which comes from two ways:</a:t>
            </a:r>
            <a:endParaRPr lang="en-US" altLang="zh-CN" smtClean="0"/>
          </a:p>
          <a:p>
            <a:r>
              <a:rPr lang="en-US" altLang="zh-CN" smtClean="0"/>
              <a:t>1, the path length difference</a:t>
            </a:r>
            <a:r>
              <a:rPr lang="zh-CN" altLang="en-US" smtClean="0"/>
              <a:t>，</a:t>
            </a:r>
            <a:r>
              <a:rPr lang="en-US" altLang="zh-CN" smtClean="0"/>
              <a:t>compared to ray 1, ray 2 come into the film and then reflected and then come out the film, so 2L path length difference in the film</a:t>
            </a:r>
            <a:endParaRPr lang="en-US" altLang="zh-CN" smtClean="0"/>
          </a:p>
          <a:p>
            <a:r>
              <a:rPr lang="en-US" altLang="zh-CN" smtClean="0"/>
              <a:t>2, the phase change due to the reflection</a:t>
            </a:r>
            <a:endParaRPr lang="en-US" altLang="zh-CN" smtClean="0"/>
          </a:p>
          <a:p>
            <a:r>
              <a:rPr lang="en-US" altLang="zh-CN" smtClean="0"/>
              <a:t>So the 2L-</a:t>
            </a:r>
            <a:endParaRPr lang="en-US" altLang="zh-CN" smtClean="0"/>
          </a:p>
          <a:p>
            <a:endParaRPr lang="en-US" altLang="zh-CN" smtClean="0"/>
          </a:p>
          <a:p>
            <a:endParaRPr lang="zh-CN" altLang="en-US" smtClean="0"/>
          </a:p>
        </p:txBody>
      </p:sp>
      <p:sp>
        <p:nvSpPr>
          <p:cNvPr id="286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7FE23313-CE4C-47F3-B2DF-F6178442BFDF}"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ChangeArrowheads="1" noTextEdit="1"/>
          </p:cNvSpPr>
          <p:nvPr>
            <p:ph type="sldImg"/>
          </p:nvPr>
        </p:nvSpPr>
        <p:spPr/>
      </p:sp>
      <p:sp>
        <p:nvSpPr>
          <p:cNvPr id="2969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ea typeface="宋体" panose="02010600030101010101" pitchFamily="2" charset="-122"/>
              </a:defRPr>
            </a:lvl1pPr>
            <a:lvl2pPr marL="742950" indent="-285750" defTabSz="955675">
              <a:defRPr sz="2400">
                <a:solidFill>
                  <a:schemeClr val="tx1"/>
                </a:solidFill>
                <a:latin typeface="Arial" panose="020B0604020202020204" pitchFamily="34" charset="0"/>
                <a:ea typeface="宋体" panose="02010600030101010101" pitchFamily="2" charset="-122"/>
              </a:defRPr>
            </a:lvl2pPr>
            <a:lvl3pPr marL="1143000" indent="-228600" defTabSz="955675">
              <a:defRPr sz="2400">
                <a:solidFill>
                  <a:schemeClr val="tx1"/>
                </a:solidFill>
                <a:latin typeface="Arial" panose="020B0604020202020204" pitchFamily="34" charset="0"/>
                <a:ea typeface="宋体" panose="02010600030101010101" pitchFamily="2" charset="-122"/>
              </a:defRPr>
            </a:lvl3pPr>
            <a:lvl4pPr marL="1600200" indent="-228600" defTabSz="955675">
              <a:defRPr sz="2400">
                <a:solidFill>
                  <a:schemeClr val="tx1"/>
                </a:solidFill>
                <a:latin typeface="Arial" panose="020B0604020202020204" pitchFamily="34" charset="0"/>
                <a:ea typeface="宋体" panose="02010600030101010101" pitchFamily="2" charset="-122"/>
              </a:defRPr>
            </a:lvl4pPr>
            <a:lvl5pPr marL="2057400" indent="-228600" defTabSz="955675">
              <a:defRPr sz="2400">
                <a:solidFill>
                  <a:schemeClr val="tx1"/>
                </a:solidFill>
                <a:latin typeface="Arial" panose="020B0604020202020204" pitchFamily="34" charset="0"/>
                <a:ea typeface="宋体" panose="02010600030101010101" pitchFamily="2" charset="-122"/>
              </a:defRPr>
            </a:lvl5pPr>
            <a:lvl6pPr marL="25146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955675"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Tx/>
              <a:buNone/>
            </a:pPr>
            <a:fld id="{377E3763-7967-4D66-8226-CDEC7466E9DC}" type="slidenum">
              <a:rPr lang="zh-CN" altLang="en-US" sz="120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286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76200"/>
            <a:ext cx="2152650" cy="38687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28600" y="76200"/>
            <a:ext cx="6305550" cy="38687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76200"/>
            <a:ext cx="8534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0"/>
            <a:r>
              <a:rPr lang="en-US" altLang="zh-CN" smtClean="0"/>
              <a:t>Click to edit Master title style</a:t>
            </a:r>
            <a:endParaRPr lang="en-US" altLang="zh-CN" smtClean="0"/>
          </a:p>
        </p:txBody>
      </p:sp>
      <p:sp>
        <p:nvSpPr>
          <p:cNvPr id="1027" name="Text Box 4"/>
          <p:cNvSpPr txBox="1">
            <a:spLocks noChangeArrowheads="1"/>
          </p:cNvSpPr>
          <p:nvPr/>
        </p:nvSpPr>
        <p:spPr bwMode="auto">
          <a:xfrm>
            <a:off x="0" y="6613525"/>
            <a:ext cx="9144000" cy="244475"/>
          </a:xfrm>
          <a:prstGeom prst="rect">
            <a:avLst/>
          </a:prstGeom>
          <a:noFill/>
          <a:ln>
            <a:noFill/>
          </a:ln>
        </p:spPr>
        <p:txBody>
          <a:bodyPr anchor="b">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defRPr/>
            </a:pPr>
            <a:r>
              <a:rPr lang="en-US" altLang="zh-CN" sz="1000" smtClean="0">
                <a:latin typeface="Times New Roman" panose="02020603050405020304" pitchFamily="18" charset="0"/>
              </a:rPr>
              <a:t>   General Physics II, SUSTC                                                                                                                                                                                                                Ch 35 -  </a:t>
            </a:r>
            <a:fld id="{F7290EF2-431C-48D7-9890-32383D355F9D}" type="slidenum">
              <a:rPr lang="en-US" altLang="zh-CN" sz="1000" smtClean="0">
                <a:latin typeface="Times New Roman" panose="02020603050405020304" pitchFamily="18" charset="0"/>
              </a:rPr>
            </a:fld>
            <a:endParaRPr lang="en-US" altLang="zh-CN" sz="1000" smtClean="0">
              <a:latin typeface="Times New Roman" panose="02020603050405020304" pitchFamily="18" charset="0"/>
            </a:endParaRPr>
          </a:p>
        </p:txBody>
      </p:sp>
      <p:sp>
        <p:nvSpPr>
          <p:cNvPr id="1028" name="Line 5"/>
          <p:cNvSpPr>
            <a:spLocks noChangeShapeType="1"/>
          </p:cNvSpPr>
          <p:nvPr/>
        </p:nvSpPr>
        <p:spPr bwMode="auto">
          <a:xfrm>
            <a:off x="179388" y="6597650"/>
            <a:ext cx="8785225" cy="0"/>
          </a:xfrm>
          <a:prstGeom prst="line">
            <a:avLst/>
          </a:prstGeom>
          <a:noFill/>
          <a:ln w="25400">
            <a:solidFill>
              <a:srgbClr val="00487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 name="Line 6"/>
          <p:cNvSpPr>
            <a:spLocks noChangeShapeType="1"/>
          </p:cNvSpPr>
          <p:nvPr/>
        </p:nvSpPr>
        <p:spPr bwMode="auto">
          <a:xfrm>
            <a:off x="179388" y="620713"/>
            <a:ext cx="8785225" cy="0"/>
          </a:xfrm>
          <a:prstGeom prst="line">
            <a:avLst/>
          </a:prstGeom>
          <a:noFill/>
          <a:ln w="50800">
            <a:solidFill>
              <a:srgbClr val="00487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 name="Rectangle 9"/>
          <p:cNvSpPr>
            <a:spLocks noGrp="1" noChangeArrowheads="1"/>
          </p:cNvSpPr>
          <p:nvPr>
            <p:ph type="body" idx="1"/>
          </p:nvPr>
        </p:nvSpPr>
        <p:spPr bwMode="auto">
          <a:xfrm>
            <a:off x="228600" y="685800"/>
            <a:ext cx="8610600"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1"/>
            <a:r>
              <a:rPr lang="en-US" altLang="zh-CN" smtClean="0"/>
              <a:t>Click to edit Master text styles</a:t>
            </a:r>
            <a:endParaRPr lang="en-US" altLang="zh-CN" smtClean="0"/>
          </a:p>
          <a:p>
            <a:pPr lvl="2"/>
            <a:r>
              <a:rPr lang="en-US" altLang="zh-CN" smtClean="0"/>
              <a:t>Second level</a:t>
            </a:r>
            <a:endParaRPr lang="en-US" altLang="zh-CN" smtClean="0"/>
          </a:p>
          <a:p>
            <a:pPr lvl="3"/>
            <a:r>
              <a:rPr lang="en-US" altLang="zh-CN" smtClean="0"/>
              <a:t>Third level</a:t>
            </a:r>
            <a:endParaRPr lang="en-US" altLang="zh-CN" smtClean="0"/>
          </a:p>
          <a:p>
            <a:pPr lvl="4"/>
            <a:r>
              <a:rPr lang="en-US" altLang="zh-CN" smtClean="0"/>
              <a:t>Fourth level</a:t>
            </a:r>
            <a:endParaRPr lang="en-US" altLang="zh-CN" smtClean="0"/>
          </a:p>
          <a:p>
            <a:pPr lvl="4"/>
            <a:r>
              <a:rPr lang="en-US" altLang="zh-CN" smtClean="0"/>
              <a:t>Fifth level</a:t>
            </a:r>
            <a:endParaRPr lang="en-US" altLang="zh-CN"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j-ea"/>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p:titleStyle>
    <p:body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vl6pPr marL="27432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6pPr>
      <a:lvl7pPr marL="32004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7pPr>
      <a:lvl8pPr marL="36576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8pPr>
      <a:lvl9pPr marL="41148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1.bin"/><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6" Type="http://schemas.openxmlformats.org/officeDocument/2006/relationships/notesSlide" Target="../notesSlides/notesSlide2.xml"/><Relationship Id="rId15" Type="http://schemas.openxmlformats.org/officeDocument/2006/relationships/vmlDrawing" Target="../drawings/vmlDrawing1.vml"/><Relationship Id="rId14" Type="http://schemas.openxmlformats.org/officeDocument/2006/relationships/slideLayout" Target="../slideLayouts/slideLayout7.xml"/><Relationship Id="rId13" Type="http://schemas.openxmlformats.org/officeDocument/2006/relationships/image" Target="../media/image15.wmf"/><Relationship Id="rId12" Type="http://schemas.openxmlformats.org/officeDocument/2006/relationships/oleObject" Target="../embeddings/oleObject3.bin"/><Relationship Id="rId11" Type="http://schemas.openxmlformats.org/officeDocument/2006/relationships/image" Target="../media/image14.wmf"/><Relationship Id="rId10" Type="http://schemas.openxmlformats.org/officeDocument/2006/relationships/oleObject" Target="../embeddings/oleObject2.bin"/><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9" Type="http://schemas.openxmlformats.org/officeDocument/2006/relationships/image" Target="../media/image22.wmf"/><Relationship Id="rId8" Type="http://schemas.openxmlformats.org/officeDocument/2006/relationships/oleObject" Target="../embeddings/oleObject7.bin"/><Relationship Id="rId7" Type="http://schemas.openxmlformats.org/officeDocument/2006/relationships/image" Target="../media/image21.wmf"/><Relationship Id="rId6" Type="http://schemas.openxmlformats.org/officeDocument/2006/relationships/oleObject" Target="../embeddings/oleObject6.bin"/><Relationship Id="rId5" Type="http://schemas.openxmlformats.org/officeDocument/2006/relationships/image" Target="../media/image20.wmf"/><Relationship Id="rId4" Type="http://schemas.openxmlformats.org/officeDocument/2006/relationships/oleObject" Target="../embeddings/oleObject5.bin"/><Relationship Id="rId3" Type="http://schemas.openxmlformats.org/officeDocument/2006/relationships/image" Target="../media/image19.wmf"/><Relationship Id="rId2" Type="http://schemas.openxmlformats.org/officeDocument/2006/relationships/oleObject" Target="../embeddings/oleObject4.bin"/><Relationship Id="rId14" Type="http://schemas.openxmlformats.org/officeDocument/2006/relationships/notesSlide" Target="../notesSlides/notesSlide4.xml"/><Relationship Id="rId13" Type="http://schemas.openxmlformats.org/officeDocument/2006/relationships/vmlDrawing" Target="../drawings/vmlDrawing2.vml"/><Relationship Id="rId12" Type="http://schemas.openxmlformats.org/officeDocument/2006/relationships/slideLayout" Target="../slideLayouts/slideLayout7.xml"/><Relationship Id="rId11" Type="http://schemas.openxmlformats.org/officeDocument/2006/relationships/image" Target="../media/image23.wmf"/><Relationship Id="rId10" Type="http://schemas.openxmlformats.org/officeDocument/2006/relationships/oleObject" Target="../embeddings/oleObject8.bin"/><Relationship Id="rId1" Type="http://schemas.openxmlformats.org/officeDocument/2006/relationships/image" Target="../media/image18.jpeg"/></Relationships>
</file>

<file path=ppt/slides/_rels/slide6.xml.rels><?xml version="1.0" encoding="UTF-8" standalone="yes"?>
<Relationships xmlns="http://schemas.openxmlformats.org/package/2006/relationships"><Relationship Id="rId9" Type="http://schemas.openxmlformats.org/officeDocument/2006/relationships/image" Target="../media/image28.wmf"/><Relationship Id="rId8" Type="http://schemas.openxmlformats.org/officeDocument/2006/relationships/oleObject" Target="../embeddings/oleObject12.bin"/><Relationship Id="rId7" Type="http://schemas.openxmlformats.org/officeDocument/2006/relationships/image" Target="../media/image27.wmf"/><Relationship Id="rId6" Type="http://schemas.openxmlformats.org/officeDocument/2006/relationships/oleObject" Target="../embeddings/oleObject11.bin"/><Relationship Id="rId5" Type="http://schemas.openxmlformats.org/officeDocument/2006/relationships/image" Target="../media/image26.wmf"/><Relationship Id="rId4" Type="http://schemas.openxmlformats.org/officeDocument/2006/relationships/oleObject" Target="../embeddings/oleObject10.bin"/><Relationship Id="rId3" Type="http://schemas.openxmlformats.org/officeDocument/2006/relationships/image" Target="../media/image25.wmf"/><Relationship Id="rId2" Type="http://schemas.openxmlformats.org/officeDocument/2006/relationships/oleObject" Target="../embeddings/oleObject9.bin"/><Relationship Id="rId16" Type="http://schemas.openxmlformats.org/officeDocument/2006/relationships/notesSlide" Target="../notesSlides/notesSlide5.xml"/><Relationship Id="rId15" Type="http://schemas.openxmlformats.org/officeDocument/2006/relationships/vmlDrawing" Target="../drawings/vmlDrawing3.vml"/><Relationship Id="rId14" Type="http://schemas.openxmlformats.org/officeDocument/2006/relationships/slideLayout" Target="../slideLayouts/slideLayout7.xml"/><Relationship Id="rId13" Type="http://schemas.openxmlformats.org/officeDocument/2006/relationships/image" Target="../media/image30.png"/><Relationship Id="rId12" Type="http://schemas.openxmlformats.org/officeDocument/2006/relationships/image" Target="../media/image29.png"/><Relationship Id="rId11" Type="http://schemas.openxmlformats.org/officeDocument/2006/relationships/image" Target="../media/image13.wmf"/><Relationship Id="rId10" Type="http://schemas.openxmlformats.org/officeDocument/2006/relationships/oleObject" Target="../embeddings/oleObject13.bin"/><Relationship Id="rId1" Type="http://schemas.openxmlformats.org/officeDocument/2006/relationships/image" Target="../media/image24.jpeg"/></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7.xml"/><Relationship Id="rId7" Type="http://schemas.openxmlformats.org/officeDocument/2006/relationships/image" Target="../media/image35.png"/><Relationship Id="rId6" Type="http://schemas.openxmlformats.org/officeDocument/2006/relationships/image" Target="../media/image34.wmf"/><Relationship Id="rId5" Type="http://schemas.openxmlformats.org/officeDocument/2006/relationships/oleObject" Target="../embeddings/oleObject15.bin"/><Relationship Id="rId4" Type="http://schemas.openxmlformats.org/officeDocument/2006/relationships/image" Target="../media/image33.wmf"/><Relationship Id="rId3" Type="http://schemas.openxmlformats.org/officeDocument/2006/relationships/oleObject" Target="../embeddings/oleObject14.bin"/><Relationship Id="rId2" Type="http://schemas.openxmlformats.org/officeDocument/2006/relationships/image" Target="../media/image32.jpeg"/><Relationship Id="rId10" Type="http://schemas.openxmlformats.org/officeDocument/2006/relationships/notesSlide" Target="../notesSlides/notesSlide6.xml"/><Relationship Id="rId1" Type="http://schemas.openxmlformats.org/officeDocument/2006/relationships/image" Target="../media/image31.png"/></Relationships>
</file>

<file path=ppt/slides/_rels/slide8.xml.rels><?xml version="1.0" encoding="UTF-8" standalone="yes"?>
<Relationships xmlns="http://schemas.openxmlformats.org/package/2006/relationships"><Relationship Id="rId9" Type="http://schemas.openxmlformats.org/officeDocument/2006/relationships/image" Target="../media/image39.wmf"/><Relationship Id="rId8" Type="http://schemas.openxmlformats.org/officeDocument/2006/relationships/oleObject" Target="../embeddings/oleObject19.bin"/><Relationship Id="rId7" Type="http://schemas.openxmlformats.org/officeDocument/2006/relationships/image" Target="../media/image32.jpeg"/><Relationship Id="rId6" Type="http://schemas.openxmlformats.org/officeDocument/2006/relationships/image" Target="../media/image38.wmf"/><Relationship Id="rId5" Type="http://schemas.openxmlformats.org/officeDocument/2006/relationships/oleObject" Target="../embeddings/oleObject18.bin"/><Relationship Id="rId4" Type="http://schemas.openxmlformats.org/officeDocument/2006/relationships/image" Target="../media/image37.wmf"/><Relationship Id="rId3" Type="http://schemas.openxmlformats.org/officeDocument/2006/relationships/oleObject" Target="../embeddings/oleObject17.bin"/><Relationship Id="rId2" Type="http://schemas.openxmlformats.org/officeDocument/2006/relationships/image" Target="../media/image36.wmf"/><Relationship Id="rId15" Type="http://schemas.openxmlformats.org/officeDocument/2006/relationships/vmlDrawing" Target="../drawings/vmlDrawing5.vml"/><Relationship Id="rId14" Type="http://schemas.openxmlformats.org/officeDocument/2006/relationships/slideLayout" Target="../slideLayouts/slideLayout7.xml"/><Relationship Id="rId13" Type="http://schemas.openxmlformats.org/officeDocument/2006/relationships/image" Target="../media/image41.wmf"/><Relationship Id="rId12" Type="http://schemas.openxmlformats.org/officeDocument/2006/relationships/oleObject" Target="../embeddings/oleObject21.bin"/><Relationship Id="rId11" Type="http://schemas.openxmlformats.org/officeDocument/2006/relationships/image" Target="../media/image40.wmf"/><Relationship Id="rId10" Type="http://schemas.openxmlformats.org/officeDocument/2006/relationships/oleObject" Target="../embeddings/oleObject20.bin"/><Relationship Id="rId1" Type="http://schemas.openxmlformats.org/officeDocument/2006/relationships/oleObject" Target="../embeddings/oleObject16.bin"/></Relationships>
</file>

<file path=ppt/slides/_rels/slide9.xml.rels><?xml version="1.0" encoding="UTF-8" standalone="yes"?>
<Relationships xmlns="http://schemas.openxmlformats.org/package/2006/relationships"><Relationship Id="rId9" Type="http://schemas.openxmlformats.org/officeDocument/2006/relationships/image" Target="../media/image48.wmf"/><Relationship Id="rId8" Type="http://schemas.openxmlformats.org/officeDocument/2006/relationships/oleObject" Target="../embeddings/oleObject23.bin"/><Relationship Id="rId7" Type="http://schemas.openxmlformats.org/officeDocument/2006/relationships/image" Target="../media/image47.wmf"/><Relationship Id="rId6" Type="http://schemas.openxmlformats.org/officeDocument/2006/relationships/oleObject" Target="../embeddings/oleObject22.bin"/><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9" Type="http://schemas.openxmlformats.org/officeDocument/2006/relationships/notesSlide" Target="../notesSlides/notesSlide7.xml"/><Relationship Id="rId18" Type="http://schemas.openxmlformats.org/officeDocument/2006/relationships/vmlDrawing" Target="../drawings/vmlDrawing6.vml"/><Relationship Id="rId17" Type="http://schemas.openxmlformats.org/officeDocument/2006/relationships/slideLayout" Target="../slideLayouts/slideLayout7.xml"/><Relationship Id="rId16" Type="http://schemas.openxmlformats.org/officeDocument/2006/relationships/image" Target="../media/image52.wmf"/><Relationship Id="rId15" Type="http://schemas.openxmlformats.org/officeDocument/2006/relationships/oleObject" Target="../embeddings/oleObject26.bin"/><Relationship Id="rId14" Type="http://schemas.openxmlformats.org/officeDocument/2006/relationships/image" Target="../media/image51.wmf"/><Relationship Id="rId13" Type="http://schemas.openxmlformats.org/officeDocument/2006/relationships/oleObject" Target="../embeddings/oleObject25.bin"/><Relationship Id="rId12" Type="http://schemas.openxmlformats.org/officeDocument/2006/relationships/image" Target="../media/image50.jpeg"/><Relationship Id="rId11" Type="http://schemas.openxmlformats.org/officeDocument/2006/relationships/image" Target="../media/image49.wmf"/><Relationship Id="rId10" Type="http://schemas.openxmlformats.org/officeDocument/2006/relationships/oleObject" Target="../embeddings/oleObject24.bin"/><Relationship Id="rId1" Type="http://schemas.openxmlformats.org/officeDocument/2006/relationships/image" Target="../media/image42.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customXml" Target="../ink/ink2.xml"/><Relationship Id="rId3" Type="http://schemas.openxmlformats.org/officeDocument/2006/relationships/image" Target="../media/image54.png"/><Relationship Id="rId2" Type="http://schemas.openxmlformats.org/officeDocument/2006/relationships/customXml" Target="../ink/ink1.xml"/><Relationship Id="rId1" Type="http://schemas.openxmlformats.org/officeDocument/2006/relationships/image" Target="../media/image53.png"/></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57.wmf"/><Relationship Id="rId1"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58.wmf"/><Relationship Id="rId1" Type="http://schemas.openxmlformats.org/officeDocument/2006/relationships/oleObject" Target="../embeddings/oleObject28.bin"/></Relationships>
</file>

<file path=ppt/slides/_rels/slide13.xml.rels><?xml version="1.0" encoding="UTF-8" standalone="yes"?>
<Relationships xmlns="http://schemas.openxmlformats.org/package/2006/relationships"><Relationship Id="rId9" Type="http://schemas.openxmlformats.org/officeDocument/2006/relationships/image" Target="../media/image62.png"/><Relationship Id="rId8" Type="http://schemas.openxmlformats.org/officeDocument/2006/relationships/customXml" Target="../ink/ink6.xml"/><Relationship Id="rId7" Type="http://schemas.openxmlformats.org/officeDocument/2006/relationships/image" Target="../media/image61.png"/><Relationship Id="rId6" Type="http://schemas.openxmlformats.org/officeDocument/2006/relationships/customXml" Target="../ink/ink5.xml"/><Relationship Id="rId5" Type="http://schemas.openxmlformats.org/officeDocument/2006/relationships/image" Target="../media/image60.png"/><Relationship Id="rId4" Type="http://schemas.openxmlformats.org/officeDocument/2006/relationships/customXml" Target="../ink/ink4.xml"/><Relationship Id="rId3" Type="http://schemas.openxmlformats.org/officeDocument/2006/relationships/image" Target="../media/image59.png"/><Relationship Id="rId2" Type="http://schemas.openxmlformats.org/officeDocument/2006/relationships/customXml" Target="../ink/ink3.xml"/><Relationship Id="rId15" Type="http://schemas.openxmlformats.org/officeDocument/2006/relationships/slideLayout" Target="../slideLayouts/slideLayout7.xml"/><Relationship Id="rId14" Type="http://schemas.openxmlformats.org/officeDocument/2006/relationships/image" Target="../media/image65.png"/><Relationship Id="rId13" Type="http://schemas.openxmlformats.org/officeDocument/2006/relationships/image" Target="../media/image64.png"/><Relationship Id="rId12" Type="http://schemas.openxmlformats.org/officeDocument/2006/relationships/customXml" Target="../ink/ink8.xml"/><Relationship Id="rId11" Type="http://schemas.openxmlformats.org/officeDocument/2006/relationships/image" Target="../media/image63.png"/><Relationship Id="rId10" Type="http://schemas.openxmlformats.org/officeDocument/2006/relationships/customXml" Target="../ink/ink7.xml"/><Relationship Id="rId1" Type="http://schemas.openxmlformats.org/officeDocument/2006/relationships/image" Target="../media/image53.png"/></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66.wmf"/><Relationship Id="rId1"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69.GIF"/><Relationship Id="rId3" Type="http://schemas.openxmlformats.org/officeDocument/2006/relationships/image" Target="../media/image68.wmf"/><Relationship Id="rId2" Type="http://schemas.openxmlformats.org/officeDocument/2006/relationships/oleObject" Target="../embeddings/oleObject30.bin"/><Relationship Id="rId1" Type="http://schemas.openxmlformats.org/officeDocument/2006/relationships/image" Target="../media/image67.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3.wmf"/><Relationship Id="rId7" Type="http://schemas.openxmlformats.org/officeDocument/2006/relationships/oleObject" Target="../embeddings/oleObject33.bin"/><Relationship Id="rId6" Type="http://schemas.openxmlformats.org/officeDocument/2006/relationships/image" Target="../media/image72.wmf"/><Relationship Id="rId5" Type="http://schemas.openxmlformats.org/officeDocument/2006/relationships/oleObject" Target="../embeddings/oleObject32.bin"/><Relationship Id="rId4" Type="http://schemas.openxmlformats.org/officeDocument/2006/relationships/image" Target="../media/image71.wmf"/><Relationship Id="rId3" Type="http://schemas.openxmlformats.org/officeDocument/2006/relationships/oleObject" Target="../embeddings/oleObject31.bin"/><Relationship Id="rId2" Type="http://schemas.openxmlformats.org/officeDocument/2006/relationships/image" Target="../media/image44.png"/><Relationship Id="rId11" Type="http://schemas.openxmlformats.org/officeDocument/2006/relationships/notesSlide" Target="../notesSlides/notesSlide8.xml"/><Relationship Id="rId10" Type="http://schemas.openxmlformats.org/officeDocument/2006/relationships/vmlDrawing" Target="../drawings/vmlDrawing11.vml"/><Relationship Id="rId1" Type="http://schemas.openxmlformats.org/officeDocument/2006/relationships/image" Target="../media/image7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75.wmf"/><Relationship Id="rId3" Type="http://schemas.openxmlformats.org/officeDocument/2006/relationships/oleObject" Target="../embeddings/oleObject35.bin"/><Relationship Id="rId2" Type="http://schemas.openxmlformats.org/officeDocument/2006/relationships/image" Target="../media/image74.wmf"/><Relationship Id="rId1"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77.wmf"/><Relationship Id="rId3" Type="http://schemas.openxmlformats.org/officeDocument/2006/relationships/oleObject" Target="../embeddings/oleObject37.bin"/><Relationship Id="rId2" Type="http://schemas.openxmlformats.org/officeDocument/2006/relationships/image" Target="../media/image76.wmf"/><Relationship Id="rId1" Type="http://schemas.openxmlformats.org/officeDocument/2006/relationships/oleObject" Target="../embeddings/oleObject3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矩形 1"/>
          <p:cNvSpPr>
            <a:spLocks noChangeArrowheads="1"/>
          </p:cNvSpPr>
          <p:nvPr/>
        </p:nvSpPr>
        <p:spPr bwMode="auto">
          <a:xfrm>
            <a:off x="539750" y="558800"/>
            <a:ext cx="4110038" cy="609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altLang="zh-CN" sz="2000">
                <a:latin typeface="Times New Roman" panose="02020603050405020304" pitchFamily="18" charset="0"/>
              </a:rPr>
              <a:t>Interference </a:t>
            </a:r>
            <a:r>
              <a:rPr lang="zh-CN" altLang="en-US" sz="2000">
                <a:latin typeface="Times New Roman" panose="02020603050405020304" pitchFamily="18" charset="0"/>
              </a:rPr>
              <a:t>干涉</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Huygens’ principle </a:t>
            </a:r>
            <a:r>
              <a:rPr lang="zh-CN" altLang="en-US" sz="2000">
                <a:latin typeface="Times New Roman" panose="02020603050405020304" pitchFamily="18" charset="0"/>
              </a:rPr>
              <a:t>惠更斯原理</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Propagation </a:t>
            </a:r>
            <a:r>
              <a:rPr lang="zh-CN" altLang="en-US" sz="2000">
                <a:latin typeface="Times New Roman" panose="02020603050405020304" pitchFamily="18" charset="0"/>
              </a:rPr>
              <a:t>传播</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Wave-front </a:t>
            </a:r>
            <a:r>
              <a:rPr lang="zh-CN" altLang="en-US" sz="2000">
                <a:latin typeface="Times New Roman" panose="02020603050405020304" pitchFamily="18" charset="0"/>
              </a:rPr>
              <a:t>波前</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Wavelet </a:t>
            </a:r>
            <a:r>
              <a:rPr lang="zh-CN" altLang="en-US" sz="2000">
                <a:latin typeface="Times New Roman" panose="02020603050405020304" pitchFamily="18" charset="0"/>
              </a:rPr>
              <a:t>子波</a:t>
            </a:r>
            <a:r>
              <a:rPr lang="en-US" altLang="zh-CN" sz="2000">
                <a:latin typeface="Times New Roman" panose="02020603050405020304" pitchFamily="18" charset="0"/>
              </a:rPr>
              <a:t> </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Wavelength </a:t>
            </a:r>
            <a:r>
              <a:rPr lang="zh-CN" altLang="en-US" sz="2000">
                <a:latin typeface="Times New Roman" panose="02020603050405020304" pitchFamily="18" charset="0"/>
              </a:rPr>
              <a:t>波长</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Index of Refraction </a:t>
            </a:r>
            <a:r>
              <a:rPr lang="zh-CN" altLang="en-US" sz="2000">
                <a:latin typeface="Times New Roman" panose="02020603050405020304" pitchFamily="18" charset="0"/>
              </a:rPr>
              <a:t>折射率</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Phase difference </a:t>
            </a:r>
            <a:r>
              <a:rPr lang="zh-CN" altLang="en-US" sz="2000">
                <a:latin typeface="Times New Roman" panose="02020603050405020304" pitchFamily="18" charset="0"/>
              </a:rPr>
              <a:t>相位差</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Optical path difference </a:t>
            </a:r>
            <a:r>
              <a:rPr lang="zh-CN" altLang="en-US" sz="2000">
                <a:latin typeface="Times New Roman" panose="02020603050405020304" pitchFamily="18" charset="0"/>
              </a:rPr>
              <a:t>光程差</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Medium </a:t>
            </a:r>
            <a:r>
              <a:rPr lang="zh-CN" altLang="en-US" sz="2000">
                <a:latin typeface="Times New Roman" panose="02020603050405020304" pitchFamily="18" charset="0"/>
              </a:rPr>
              <a:t>介质</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Vacuum </a:t>
            </a:r>
            <a:r>
              <a:rPr lang="zh-CN" altLang="en-US" sz="2000">
                <a:latin typeface="Times New Roman" panose="02020603050405020304" pitchFamily="18" charset="0"/>
              </a:rPr>
              <a:t>真空</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Double-Slit interference </a:t>
            </a:r>
            <a:r>
              <a:rPr lang="zh-CN" altLang="en-US" sz="2000">
                <a:latin typeface="Times New Roman" panose="02020603050405020304" pitchFamily="18" charset="0"/>
              </a:rPr>
              <a:t>双缝干涉</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Interference pattern </a:t>
            </a:r>
            <a:r>
              <a:rPr lang="zh-CN" altLang="en-US" sz="2000">
                <a:latin typeface="Times New Roman" panose="02020603050405020304" pitchFamily="18" charset="0"/>
              </a:rPr>
              <a:t>衍射图样</a:t>
            </a:r>
            <a:endParaRPr lang="en-US" altLang="zh-CN" sz="2000">
              <a:latin typeface="Times New Roman" panose="02020603050405020304" pitchFamily="18" charset="0"/>
            </a:endParaRPr>
          </a:p>
        </p:txBody>
      </p:sp>
      <p:sp>
        <p:nvSpPr>
          <p:cNvPr id="3075" name="Text Box 11"/>
          <p:cNvSpPr txBox="1">
            <a:spLocks noChangeArrowheads="1"/>
          </p:cNvSpPr>
          <p:nvPr/>
        </p:nvSpPr>
        <p:spPr bwMode="auto">
          <a:xfrm>
            <a:off x="3781425" y="44450"/>
            <a:ext cx="2109788" cy="523875"/>
          </a:xfrm>
          <a:prstGeom prst="rect">
            <a:avLst/>
          </a:prstGeom>
          <a:noFill/>
          <a:ln>
            <a:noFill/>
          </a:ln>
          <a:effectLst/>
        </p:spPr>
        <p:txBody>
          <a:bodyPr>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sz="2800" b="1">
                <a:solidFill>
                  <a:srgbClr val="0070C0"/>
                </a:solidFill>
                <a:effectLst>
                  <a:outerShdw blurRad="38100" dist="38100" dir="2700000" algn="tl">
                    <a:srgbClr val="C0C0C0"/>
                  </a:outerShdw>
                </a:effectLst>
                <a:latin typeface="Times New Roman" panose="02020603050405020304" pitchFamily="18" charset="0"/>
                <a:ea typeface="宋体" panose="02010600030101010101" pitchFamily="2" charset="-122"/>
              </a:rPr>
              <a:t>Key words           </a:t>
            </a:r>
            <a:endParaRPr lang="en-US" sz="2800" b="1">
              <a:solidFill>
                <a:srgbClr val="0070C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052" name="矩形 1"/>
          <p:cNvSpPr>
            <a:spLocks noChangeArrowheads="1"/>
          </p:cNvSpPr>
          <p:nvPr/>
        </p:nvSpPr>
        <p:spPr bwMode="auto">
          <a:xfrm>
            <a:off x="4814888" y="587375"/>
            <a:ext cx="4114800" cy="609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altLang="zh-CN" sz="2000">
                <a:latin typeface="Times New Roman" panose="02020603050405020304" pitchFamily="18" charset="0"/>
              </a:rPr>
              <a:t>Illuminate </a:t>
            </a:r>
            <a:r>
              <a:rPr lang="zh-CN" altLang="en-US" sz="2000">
                <a:latin typeface="Times New Roman" panose="02020603050405020304" pitchFamily="18" charset="0"/>
              </a:rPr>
              <a:t>照射</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Incident</a:t>
            </a:r>
            <a:r>
              <a:rPr lang="zh-CN" altLang="en-US" sz="2000">
                <a:latin typeface="Times New Roman" panose="02020603050405020304" pitchFamily="18" charset="0"/>
              </a:rPr>
              <a:t>入射的</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Monochromatic </a:t>
            </a:r>
            <a:r>
              <a:rPr lang="zh-CN" altLang="en-US" sz="2000">
                <a:latin typeface="Times New Roman" panose="02020603050405020304" pitchFamily="18" charset="0"/>
              </a:rPr>
              <a:t>单色光</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Bright/ Dark Fringe </a:t>
            </a:r>
            <a:r>
              <a:rPr lang="zh-CN" altLang="en-US" sz="2000">
                <a:latin typeface="Times New Roman" panose="02020603050405020304" pitchFamily="18" charset="0"/>
              </a:rPr>
              <a:t>亮</a:t>
            </a:r>
            <a:r>
              <a:rPr lang="en-US" altLang="zh-CN" sz="2000">
                <a:latin typeface="Times New Roman" panose="02020603050405020304" pitchFamily="18" charset="0"/>
              </a:rPr>
              <a:t>/</a:t>
            </a:r>
            <a:r>
              <a:rPr lang="zh-CN" altLang="en-US" sz="2000">
                <a:latin typeface="Times New Roman" panose="02020603050405020304" pitchFamily="18" charset="0"/>
              </a:rPr>
              <a:t>暗条纹</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Central maximum </a:t>
            </a:r>
            <a:r>
              <a:rPr lang="zh-CN" altLang="en-US" sz="2000">
                <a:latin typeface="Times New Roman" panose="02020603050405020304" pitchFamily="18" charset="0"/>
              </a:rPr>
              <a:t>中心极大</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Second side maxima </a:t>
            </a:r>
            <a:r>
              <a:rPr lang="zh-CN" altLang="en-US" sz="2000">
                <a:latin typeface="Times New Roman" panose="02020603050405020304" pitchFamily="18" charset="0"/>
              </a:rPr>
              <a:t>第二极大</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Coherence/ Incoherence </a:t>
            </a:r>
            <a:r>
              <a:rPr lang="zh-CN" altLang="en-US" sz="2000">
                <a:latin typeface="Times New Roman" panose="02020603050405020304" pitchFamily="18" charset="0"/>
              </a:rPr>
              <a:t>相干</a:t>
            </a:r>
            <a:r>
              <a:rPr lang="en-US" altLang="zh-CN" sz="2000">
                <a:latin typeface="Times New Roman" panose="02020603050405020304" pitchFamily="18" charset="0"/>
              </a:rPr>
              <a:t>/</a:t>
            </a:r>
            <a:r>
              <a:rPr lang="zh-CN" altLang="en-US" sz="2000">
                <a:latin typeface="Times New Roman" panose="02020603050405020304" pitchFamily="18" charset="0"/>
              </a:rPr>
              <a:t>非相干</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Intensity </a:t>
            </a:r>
            <a:r>
              <a:rPr lang="zh-CN" altLang="en-US" sz="2000">
                <a:latin typeface="Times New Roman" panose="02020603050405020304" pitchFamily="18" charset="0"/>
              </a:rPr>
              <a:t>光强</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Thin film interference </a:t>
            </a:r>
            <a:r>
              <a:rPr lang="zh-CN" altLang="en-US" sz="2000">
                <a:latin typeface="Times New Roman" panose="02020603050405020304" pitchFamily="18" charset="0"/>
              </a:rPr>
              <a:t>薄膜干涉</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Reflection phase shifts</a:t>
            </a:r>
            <a:r>
              <a:rPr lang="zh-CN" altLang="en-US" sz="2000">
                <a:latin typeface="Times New Roman" panose="02020603050405020304" pitchFamily="18" charset="0"/>
              </a:rPr>
              <a:t>反射相位突变</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Transmission</a:t>
            </a:r>
            <a:r>
              <a:rPr lang="zh-CN" altLang="en-US" sz="2000">
                <a:latin typeface="Times New Roman" panose="02020603050405020304" pitchFamily="18" charset="0"/>
              </a:rPr>
              <a:t>透射</a:t>
            </a:r>
            <a:endParaRPr lang="en-US" altLang="zh-CN" sz="2000">
              <a:latin typeface="Times New Roman" panose="02020603050405020304" pitchFamily="18" charset="0"/>
            </a:endParaRPr>
          </a:p>
          <a:p>
            <a:pPr eaLnBrk="1" hangingPunct="1">
              <a:lnSpc>
                <a:spcPct val="150000"/>
              </a:lnSpc>
            </a:pPr>
            <a:r>
              <a:rPr lang="en-US" altLang="zh-CN" sz="2000">
                <a:latin typeface="Times New Roman" panose="02020603050405020304" pitchFamily="18" charset="0"/>
              </a:rPr>
              <a:t>Michelson’s Interferometer </a:t>
            </a:r>
            <a:r>
              <a:rPr lang="zh-CN" altLang="en-US" sz="2000">
                <a:latin typeface="Times New Roman" panose="02020603050405020304" pitchFamily="18" charset="0"/>
              </a:rPr>
              <a:t>迈克耳孙干涉仪</a:t>
            </a:r>
            <a:endParaRPr lang="en-US" altLang="zh-CN" sz="2000">
              <a:latin typeface="Times New Roman" panose="02020603050405020304" pitchFamily="18" charset="0"/>
            </a:endParaRPr>
          </a:p>
        </p:txBody>
      </p:sp>
    </p:spTree>
  </p:cSld>
  <p:clrMapOvr>
    <a:masterClrMapping/>
  </p:clrMapOvr>
  <p:transition spd="slow" advTm="16228"/>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1"/>
          <p:cNvSpPr txBox="1">
            <a:spLocks noChangeArrowheads="1"/>
          </p:cNvSpPr>
          <p:nvPr/>
        </p:nvSpPr>
        <p:spPr bwMode="auto">
          <a:xfrm>
            <a:off x="179388" y="115888"/>
            <a:ext cx="664368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            </a:t>
            </a:r>
            <a:r>
              <a:rPr lang="en-US" b="1" i="1" dirty="0">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rPr>
              <a:t>EM wave &amp; Inference</a:t>
            </a:r>
            <a:endParaRPr lang="zh-CN" altLang="en-US" b="1" i="1" dirty="0">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3" name="TextBox 2"/>
          <p:cNvSpPr txBox="1">
            <a:spLocks noRot="1" noChangeAspect="1" noMove="1" noResize="1" noEditPoints="1" noAdjustHandles="1" noChangeArrowheads="1" noChangeShapeType="1" noTextEdit="1"/>
          </p:cNvSpPr>
          <p:nvPr/>
        </p:nvSpPr>
        <p:spPr>
          <a:xfrm>
            <a:off x="167077" y="5301208"/>
            <a:ext cx="8536311" cy="892552"/>
          </a:xfrm>
          <a:prstGeom prst="rect">
            <a:avLst/>
          </a:prstGeom>
          <a:blipFill rotWithShape="1">
            <a:blip r:embed="rId1"/>
            <a:stretch>
              <a:fillRect l="-357" t="-2055" b="-8219"/>
            </a:stretch>
          </a:blipFill>
        </p:spPr>
        <p:txBody>
          <a:bodyPr/>
          <a:lstStyle/>
          <a:p>
            <a:pPr eaLnBrk="1" hangingPunct="1">
              <a:defRPr/>
            </a:pPr>
            <a:r>
              <a:rPr lang="zh-CN" altLang="en-US">
                <a:noFill/>
              </a:rPr>
              <a:t> </a:t>
            </a:r>
            <a:endParaRPr lang="zh-CN" altLang="en-US">
              <a:noFill/>
            </a:endParaRPr>
          </a:p>
        </p:txBody>
      </p:sp>
      <p:sp>
        <p:nvSpPr>
          <p:cNvPr id="6" name="TextBox 5"/>
          <p:cNvSpPr txBox="1"/>
          <p:nvPr/>
        </p:nvSpPr>
        <p:spPr>
          <a:xfrm>
            <a:off x="320675" y="692150"/>
            <a:ext cx="7840663" cy="369888"/>
          </a:xfrm>
          <a:prstGeom prst="rect">
            <a:avLst/>
          </a:prstGeom>
          <a:noFill/>
        </p:spPr>
        <p:txBody>
          <a:bodyPr wrap="none">
            <a:spAutoFit/>
          </a:bodyPr>
          <a:lstStyle/>
          <a:p>
            <a:pPr eaLnBrk="1" hangingPunct="1">
              <a:defRPr/>
            </a:pPr>
            <a:r>
              <a:rPr lang="en-US" altLang="zh-CN" sz="1800" dirty="0">
                <a:latin typeface="+mj-lt"/>
              </a:rPr>
              <a:t>From chapter 33, we know light is EM wave, it can be described by wave equation:</a:t>
            </a:r>
            <a:endParaRPr lang="zh-CN" altLang="en-US" sz="1800" dirty="0">
              <a:latin typeface="+mj-lt"/>
            </a:endParaRPr>
          </a:p>
        </p:txBody>
      </p:sp>
      <p:pic>
        <p:nvPicPr>
          <p:cNvPr id="3077"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8" y="1700213"/>
            <a:ext cx="8551862"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275" y="1157288"/>
            <a:ext cx="7037388"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388" y="3933825"/>
            <a:ext cx="8837612"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16"/>
          <p:cNvPicPr>
            <a:picLocks noChangeAspect="1" noChangeArrowheads="1"/>
          </p:cNvPicPr>
          <p:nvPr/>
        </p:nvPicPr>
        <p:blipFill>
          <a:blip r:embed="rId5">
            <a:extLst>
              <a:ext uri="{28A0092B-C50C-407E-A947-70E740481C1C}">
                <a14:useLocalDpi xmlns:a14="http://schemas.microsoft.com/office/drawing/2010/main" val="0"/>
              </a:ext>
            </a:extLst>
          </a:blip>
          <a:srcRect t="-8057" r="13057" b="2"/>
          <a:stretch>
            <a:fillRect/>
          </a:stretch>
        </p:blipFill>
        <p:spPr bwMode="auto">
          <a:xfrm>
            <a:off x="2239963" y="5730875"/>
            <a:ext cx="4968875"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1"/>
          <p:cNvSpPr txBox="1">
            <a:spLocks noChangeArrowheads="1"/>
          </p:cNvSpPr>
          <p:nvPr/>
        </p:nvSpPr>
        <p:spPr bwMode="auto">
          <a:xfrm>
            <a:off x="179388" y="115888"/>
            <a:ext cx="5937250"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            </a:t>
            </a:r>
            <a:r>
              <a:rPr lang="en-US" b="1" i="1" dirty="0">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rPr>
              <a:t>Phase difference</a:t>
            </a:r>
            <a:endParaRPr lang="zh-CN" altLang="en-US" b="1" i="1" dirty="0">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grpSp>
        <p:nvGrpSpPr>
          <p:cNvPr id="4099" name="Group 3"/>
          <p:cNvGrpSpPr/>
          <p:nvPr/>
        </p:nvGrpSpPr>
        <p:grpSpPr bwMode="auto">
          <a:xfrm>
            <a:off x="1085850" y="1163638"/>
            <a:ext cx="2343150" cy="1484312"/>
            <a:chOff x="0" y="0"/>
            <a:chExt cx="2501900" cy="1714500"/>
          </a:xfrm>
        </p:grpSpPr>
        <p:cxnSp>
          <p:nvCxnSpPr>
            <p:cNvPr id="4157" name="直接连接符 18"/>
            <p:cNvCxnSpPr>
              <a:cxnSpLocks noChangeShapeType="1"/>
            </p:cNvCxnSpPr>
            <p:nvPr/>
          </p:nvCxnSpPr>
          <p:spPr bwMode="auto">
            <a:xfrm rot="5400000">
              <a:off x="-856456" y="856453"/>
              <a:ext cx="1714500"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58" name="直接连接符 19"/>
            <p:cNvCxnSpPr>
              <a:cxnSpLocks noChangeShapeType="1"/>
            </p:cNvCxnSpPr>
            <p:nvPr/>
          </p:nvCxnSpPr>
          <p:spPr bwMode="auto">
            <a:xfrm rot="5400000">
              <a:off x="-356394" y="856456"/>
              <a:ext cx="1714500"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59" name="直接连接符 20"/>
            <p:cNvCxnSpPr>
              <a:cxnSpLocks noChangeShapeType="1"/>
            </p:cNvCxnSpPr>
            <p:nvPr/>
          </p:nvCxnSpPr>
          <p:spPr bwMode="auto">
            <a:xfrm rot="5400000">
              <a:off x="143666" y="856453"/>
              <a:ext cx="1714500"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60" name="直接连接符 21"/>
            <p:cNvCxnSpPr>
              <a:cxnSpLocks noChangeShapeType="1"/>
            </p:cNvCxnSpPr>
            <p:nvPr/>
          </p:nvCxnSpPr>
          <p:spPr bwMode="auto">
            <a:xfrm rot="5400000">
              <a:off x="643731" y="856456"/>
              <a:ext cx="1714500"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61" name="直接连接符 22"/>
            <p:cNvCxnSpPr>
              <a:cxnSpLocks noChangeShapeType="1"/>
            </p:cNvCxnSpPr>
            <p:nvPr/>
          </p:nvCxnSpPr>
          <p:spPr bwMode="auto">
            <a:xfrm rot="5400000">
              <a:off x="1143791" y="856453"/>
              <a:ext cx="1714500"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62" name="直接连接符 23"/>
            <p:cNvCxnSpPr>
              <a:cxnSpLocks noChangeShapeType="1"/>
            </p:cNvCxnSpPr>
            <p:nvPr/>
          </p:nvCxnSpPr>
          <p:spPr bwMode="auto">
            <a:xfrm rot="5400000">
              <a:off x="1643856" y="856456"/>
              <a:ext cx="1714500"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grpSp>
      <p:sp>
        <p:nvSpPr>
          <p:cNvPr id="4100" name="TextBox 26"/>
          <p:cNvSpPr txBox="1">
            <a:spLocks noChangeArrowheads="1"/>
          </p:cNvSpPr>
          <p:nvPr/>
        </p:nvSpPr>
        <p:spPr bwMode="auto">
          <a:xfrm>
            <a:off x="2022475" y="709613"/>
            <a:ext cx="428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l-GR" altLang="en-US" b="1" i="1">
                <a:latin typeface="Times New Roman" panose="02020603050405020304" pitchFamily="18" charset="0"/>
              </a:rPr>
              <a:t>λ</a:t>
            </a:r>
            <a:r>
              <a:rPr lang="en-US" altLang="zh-CN" b="1" i="1" baseline="-25000">
                <a:latin typeface="Times New Roman" panose="02020603050405020304" pitchFamily="18" charset="0"/>
              </a:rPr>
              <a:t>a</a:t>
            </a:r>
            <a:endParaRPr lang="zh-CN" altLang="en-US" b="1" i="1"/>
          </a:p>
        </p:txBody>
      </p:sp>
      <p:grpSp>
        <p:nvGrpSpPr>
          <p:cNvPr id="4101" name="Group 11"/>
          <p:cNvGrpSpPr/>
          <p:nvPr/>
        </p:nvGrpSpPr>
        <p:grpSpPr bwMode="auto">
          <a:xfrm>
            <a:off x="3683000" y="1152525"/>
            <a:ext cx="1327150" cy="1550988"/>
            <a:chOff x="0" y="0"/>
            <a:chExt cx="1428750" cy="1857375"/>
          </a:xfrm>
        </p:grpSpPr>
        <p:sp>
          <p:nvSpPr>
            <p:cNvPr id="4141" name="矩形 10"/>
            <p:cNvSpPr>
              <a:spLocks noChangeArrowheads="1"/>
            </p:cNvSpPr>
            <p:nvPr/>
          </p:nvSpPr>
          <p:spPr bwMode="auto">
            <a:xfrm>
              <a:off x="0" y="0"/>
              <a:ext cx="1428750" cy="928687"/>
            </a:xfrm>
            <a:prstGeom prst="rect">
              <a:avLst/>
            </a:prstGeom>
            <a:solidFill>
              <a:srgbClr val="0000FF">
                <a:alpha val="2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endParaRPr lang="zh-CN" altLang="en-US"/>
            </a:p>
          </p:txBody>
        </p:sp>
        <p:sp>
          <p:nvSpPr>
            <p:cNvPr id="4142" name="矩形 11"/>
            <p:cNvSpPr>
              <a:spLocks noChangeArrowheads="1"/>
            </p:cNvSpPr>
            <p:nvPr/>
          </p:nvSpPr>
          <p:spPr bwMode="auto">
            <a:xfrm>
              <a:off x="0" y="928687"/>
              <a:ext cx="1428750" cy="928688"/>
            </a:xfrm>
            <a:prstGeom prst="rect">
              <a:avLst/>
            </a:prstGeom>
            <a:solidFill>
              <a:srgbClr val="FF3300">
                <a:alpha val="2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endParaRPr lang="zh-CN" altLang="en-US"/>
            </a:p>
          </p:txBody>
        </p:sp>
        <p:cxnSp>
          <p:nvCxnSpPr>
            <p:cNvPr id="4143" name="直接连接符 27"/>
            <p:cNvCxnSpPr>
              <a:cxnSpLocks noChangeShapeType="1"/>
            </p:cNvCxnSpPr>
            <p:nvPr/>
          </p:nvCxnSpPr>
          <p:spPr bwMode="auto">
            <a:xfrm rot="5400000">
              <a:off x="-72231" y="427831"/>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44" name="直接连接符 28"/>
            <p:cNvCxnSpPr>
              <a:cxnSpLocks noChangeShapeType="1"/>
            </p:cNvCxnSpPr>
            <p:nvPr/>
          </p:nvCxnSpPr>
          <p:spPr bwMode="auto">
            <a:xfrm rot="5400000">
              <a:off x="215104" y="427828"/>
              <a:ext cx="571500" cy="1587"/>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45" name="直接连接符 29"/>
            <p:cNvCxnSpPr>
              <a:cxnSpLocks noChangeShapeType="1"/>
            </p:cNvCxnSpPr>
            <p:nvPr/>
          </p:nvCxnSpPr>
          <p:spPr bwMode="auto">
            <a:xfrm rot="5400000">
              <a:off x="500854" y="427828"/>
              <a:ext cx="571500" cy="1587"/>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46" name="直接连接符 30"/>
            <p:cNvCxnSpPr>
              <a:cxnSpLocks noChangeShapeType="1"/>
            </p:cNvCxnSpPr>
            <p:nvPr/>
          </p:nvCxnSpPr>
          <p:spPr bwMode="auto">
            <a:xfrm rot="5400000">
              <a:off x="786604" y="427828"/>
              <a:ext cx="571500" cy="1587"/>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47" name="直接连接符 31"/>
            <p:cNvCxnSpPr>
              <a:cxnSpLocks noChangeShapeType="1"/>
            </p:cNvCxnSpPr>
            <p:nvPr/>
          </p:nvCxnSpPr>
          <p:spPr bwMode="auto">
            <a:xfrm rot="5400000">
              <a:off x="1072354" y="427828"/>
              <a:ext cx="571500" cy="1587"/>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48" name="直接连接符 32"/>
            <p:cNvCxnSpPr>
              <a:cxnSpLocks noChangeShapeType="1"/>
            </p:cNvCxnSpPr>
            <p:nvPr/>
          </p:nvCxnSpPr>
          <p:spPr bwMode="auto">
            <a:xfrm rot="5400000">
              <a:off x="-142081"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49" name="直接连接符 33"/>
            <p:cNvCxnSpPr>
              <a:cxnSpLocks noChangeShapeType="1"/>
            </p:cNvCxnSpPr>
            <p:nvPr/>
          </p:nvCxnSpPr>
          <p:spPr bwMode="auto">
            <a:xfrm rot="5400000">
              <a:off x="794"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0" name="直接连接符 34"/>
            <p:cNvCxnSpPr>
              <a:cxnSpLocks noChangeShapeType="1"/>
            </p:cNvCxnSpPr>
            <p:nvPr/>
          </p:nvCxnSpPr>
          <p:spPr bwMode="auto">
            <a:xfrm rot="5400000">
              <a:off x="143669"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1" name="直接连接符 35"/>
            <p:cNvCxnSpPr>
              <a:cxnSpLocks noChangeShapeType="1"/>
            </p:cNvCxnSpPr>
            <p:nvPr/>
          </p:nvCxnSpPr>
          <p:spPr bwMode="auto">
            <a:xfrm rot="5400000">
              <a:off x="286544"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2" name="直接连接符 36"/>
            <p:cNvCxnSpPr>
              <a:cxnSpLocks noChangeShapeType="1"/>
            </p:cNvCxnSpPr>
            <p:nvPr/>
          </p:nvCxnSpPr>
          <p:spPr bwMode="auto">
            <a:xfrm rot="5400000">
              <a:off x="429419"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3" name="直接连接符 37"/>
            <p:cNvCxnSpPr>
              <a:cxnSpLocks noChangeShapeType="1"/>
            </p:cNvCxnSpPr>
            <p:nvPr/>
          </p:nvCxnSpPr>
          <p:spPr bwMode="auto">
            <a:xfrm rot="5400000">
              <a:off x="572294"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4" name="直接连接符 38"/>
            <p:cNvCxnSpPr>
              <a:cxnSpLocks noChangeShapeType="1"/>
            </p:cNvCxnSpPr>
            <p:nvPr/>
          </p:nvCxnSpPr>
          <p:spPr bwMode="auto">
            <a:xfrm rot="5400000">
              <a:off x="715169"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5" name="直接连接符 39"/>
            <p:cNvCxnSpPr>
              <a:cxnSpLocks noChangeShapeType="1"/>
            </p:cNvCxnSpPr>
            <p:nvPr/>
          </p:nvCxnSpPr>
          <p:spPr bwMode="auto">
            <a:xfrm rot="5400000">
              <a:off x="858044"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4156" name="直接连接符 40"/>
            <p:cNvCxnSpPr>
              <a:cxnSpLocks noChangeShapeType="1"/>
            </p:cNvCxnSpPr>
            <p:nvPr/>
          </p:nvCxnSpPr>
          <p:spPr bwMode="auto">
            <a:xfrm rot="5400000">
              <a:off x="1000919" y="1356518"/>
              <a:ext cx="571500" cy="1588"/>
            </a:xfrm>
            <a:prstGeom prst="line">
              <a:avLst/>
            </a:prstGeom>
            <a:noFill/>
            <a:ln w="28575">
              <a:solidFill>
                <a:schemeClr val="tx1"/>
              </a:solidFill>
              <a:round/>
            </a:ln>
            <a:extLst>
              <a:ext uri="{909E8E84-426E-40DD-AFC4-6F175D3DCCD1}">
                <a14:hiddenFill xmlns:a14="http://schemas.microsoft.com/office/drawing/2010/main">
                  <a:noFill/>
                </a14:hiddenFill>
              </a:ext>
            </a:extLst>
          </p:spPr>
        </p:cxnSp>
      </p:grpSp>
      <p:grpSp>
        <p:nvGrpSpPr>
          <p:cNvPr id="4102" name="Group 28"/>
          <p:cNvGrpSpPr/>
          <p:nvPr/>
        </p:nvGrpSpPr>
        <p:grpSpPr bwMode="auto">
          <a:xfrm>
            <a:off x="5214938" y="1163638"/>
            <a:ext cx="1873250" cy="1471612"/>
            <a:chOff x="0" y="0"/>
            <a:chExt cx="2216150" cy="1714500"/>
          </a:xfrm>
        </p:grpSpPr>
        <p:cxnSp>
          <p:nvCxnSpPr>
            <p:cNvPr id="4131" name="直接连接符 41"/>
            <p:cNvCxnSpPr>
              <a:cxnSpLocks noChangeShapeType="1"/>
            </p:cNvCxnSpPr>
            <p:nvPr/>
          </p:nvCxnSpPr>
          <p:spPr bwMode="auto">
            <a:xfrm rot="5400000">
              <a:off x="-177801" y="392113"/>
              <a:ext cx="785813"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2" name="直接连接符 42"/>
            <p:cNvCxnSpPr>
              <a:cxnSpLocks noChangeShapeType="1"/>
            </p:cNvCxnSpPr>
            <p:nvPr/>
          </p:nvCxnSpPr>
          <p:spPr bwMode="auto">
            <a:xfrm rot="5400000">
              <a:off x="322259" y="392113"/>
              <a:ext cx="785813"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3" name="直接连接符 43"/>
            <p:cNvCxnSpPr>
              <a:cxnSpLocks noChangeShapeType="1"/>
            </p:cNvCxnSpPr>
            <p:nvPr/>
          </p:nvCxnSpPr>
          <p:spPr bwMode="auto">
            <a:xfrm rot="5400000">
              <a:off x="822321" y="392113"/>
              <a:ext cx="785813"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4" name="直接连接符 44"/>
            <p:cNvCxnSpPr>
              <a:cxnSpLocks noChangeShapeType="1"/>
            </p:cNvCxnSpPr>
            <p:nvPr/>
          </p:nvCxnSpPr>
          <p:spPr bwMode="auto">
            <a:xfrm rot="5400000">
              <a:off x="1322384" y="392113"/>
              <a:ext cx="785813"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5" name="直接连接符 45"/>
            <p:cNvCxnSpPr>
              <a:cxnSpLocks noChangeShapeType="1"/>
            </p:cNvCxnSpPr>
            <p:nvPr/>
          </p:nvCxnSpPr>
          <p:spPr bwMode="auto">
            <a:xfrm rot="5400000">
              <a:off x="1822446" y="392113"/>
              <a:ext cx="785813"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6" name="直接连接符 46"/>
            <p:cNvCxnSpPr>
              <a:cxnSpLocks noChangeShapeType="1"/>
            </p:cNvCxnSpPr>
            <p:nvPr/>
          </p:nvCxnSpPr>
          <p:spPr bwMode="auto">
            <a:xfrm rot="5400000">
              <a:off x="-392112" y="1320797"/>
              <a:ext cx="785812"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7" name="直接连接符 47"/>
            <p:cNvCxnSpPr>
              <a:cxnSpLocks noChangeShapeType="1"/>
            </p:cNvCxnSpPr>
            <p:nvPr/>
          </p:nvCxnSpPr>
          <p:spPr bwMode="auto">
            <a:xfrm rot="5400000">
              <a:off x="107950" y="1320800"/>
              <a:ext cx="785812"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8" name="直接连接符 48"/>
            <p:cNvCxnSpPr>
              <a:cxnSpLocks noChangeShapeType="1"/>
            </p:cNvCxnSpPr>
            <p:nvPr/>
          </p:nvCxnSpPr>
          <p:spPr bwMode="auto">
            <a:xfrm rot="5400000">
              <a:off x="608010" y="1320797"/>
              <a:ext cx="785812"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39" name="直接连接符 49"/>
            <p:cNvCxnSpPr>
              <a:cxnSpLocks noChangeShapeType="1"/>
            </p:cNvCxnSpPr>
            <p:nvPr/>
          </p:nvCxnSpPr>
          <p:spPr bwMode="auto">
            <a:xfrm rot="5400000">
              <a:off x="1108075" y="1320800"/>
              <a:ext cx="785812" cy="1588"/>
            </a:xfrm>
            <a:prstGeom prst="line">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40" name="直接连接符 50"/>
            <p:cNvCxnSpPr>
              <a:cxnSpLocks noChangeShapeType="1"/>
            </p:cNvCxnSpPr>
            <p:nvPr/>
          </p:nvCxnSpPr>
          <p:spPr bwMode="auto">
            <a:xfrm rot="5400000">
              <a:off x="1608135" y="1320797"/>
              <a:ext cx="785812" cy="1587"/>
            </a:xfrm>
            <a:prstGeom prst="line">
              <a:avLst/>
            </a:prstGeom>
            <a:noFill/>
            <a:ln w="19050">
              <a:solidFill>
                <a:schemeClr val="tx1"/>
              </a:solidFill>
              <a:round/>
            </a:ln>
            <a:extLst>
              <a:ext uri="{909E8E84-426E-40DD-AFC4-6F175D3DCCD1}">
                <a14:hiddenFill xmlns:a14="http://schemas.microsoft.com/office/drawing/2010/main">
                  <a:noFill/>
                </a14:hiddenFill>
              </a:ext>
            </a:extLst>
          </p:spPr>
        </p:cxnSp>
      </p:grpSp>
      <p:sp>
        <p:nvSpPr>
          <p:cNvPr id="4103" name="TextBox 51"/>
          <p:cNvSpPr txBox="1">
            <a:spLocks noChangeArrowheads="1"/>
          </p:cNvSpPr>
          <p:nvPr/>
        </p:nvSpPr>
        <p:spPr bwMode="auto">
          <a:xfrm>
            <a:off x="5807075" y="681038"/>
            <a:ext cx="428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l-GR" altLang="en-US" b="1" i="1">
                <a:latin typeface="Times New Roman" panose="02020603050405020304" pitchFamily="18" charset="0"/>
              </a:rPr>
              <a:t>λ</a:t>
            </a:r>
            <a:r>
              <a:rPr lang="en-US" altLang="zh-CN" b="1" i="1" baseline="-25000">
                <a:latin typeface="Times New Roman" panose="02020603050405020304" pitchFamily="18" charset="0"/>
              </a:rPr>
              <a:t>a</a:t>
            </a:r>
            <a:endParaRPr lang="zh-CN" altLang="en-US" b="1" i="1"/>
          </a:p>
        </p:txBody>
      </p:sp>
      <p:sp>
        <p:nvSpPr>
          <p:cNvPr id="4104" name="TextBox 49"/>
          <p:cNvSpPr txBox="1">
            <a:spLocks noChangeArrowheads="1"/>
          </p:cNvSpPr>
          <p:nvPr/>
        </p:nvSpPr>
        <p:spPr bwMode="auto">
          <a:xfrm>
            <a:off x="4060825" y="690563"/>
            <a:ext cx="571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i="1">
                <a:latin typeface="Times New Roman" panose="02020603050405020304" pitchFamily="18" charset="0"/>
              </a:rPr>
              <a:t>n</a:t>
            </a:r>
            <a:r>
              <a:rPr lang="en-US" altLang="zh-CN" b="1" baseline="-25000"/>
              <a:t>1</a:t>
            </a:r>
            <a:endParaRPr lang="zh-CN" altLang="en-US" b="1"/>
          </a:p>
        </p:txBody>
      </p:sp>
      <p:sp>
        <p:nvSpPr>
          <p:cNvPr id="4105" name="TextBox 50"/>
          <p:cNvSpPr txBox="1">
            <a:spLocks noChangeArrowheads="1"/>
          </p:cNvSpPr>
          <p:nvPr/>
        </p:nvSpPr>
        <p:spPr bwMode="auto">
          <a:xfrm>
            <a:off x="4043363" y="2609850"/>
            <a:ext cx="571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i="1">
                <a:latin typeface="Times New Roman" panose="02020603050405020304" pitchFamily="18" charset="0"/>
              </a:rPr>
              <a:t>n</a:t>
            </a:r>
            <a:r>
              <a:rPr lang="en-US" altLang="zh-CN" b="1" baseline="-25000"/>
              <a:t>2</a:t>
            </a:r>
            <a:endParaRPr lang="zh-CN" altLang="en-US" b="1"/>
          </a:p>
        </p:txBody>
      </p:sp>
      <p:cxnSp>
        <p:nvCxnSpPr>
          <p:cNvPr id="4106" name="直接连接符 52"/>
          <p:cNvCxnSpPr>
            <a:cxnSpLocks noChangeShapeType="1"/>
          </p:cNvCxnSpPr>
          <p:nvPr/>
        </p:nvCxnSpPr>
        <p:spPr bwMode="auto">
          <a:xfrm>
            <a:off x="3632200" y="3090863"/>
            <a:ext cx="1428750" cy="1587"/>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4107" name="TextBox 53"/>
          <p:cNvSpPr txBox="1">
            <a:spLocks noChangeArrowheads="1"/>
          </p:cNvSpPr>
          <p:nvPr/>
        </p:nvSpPr>
        <p:spPr bwMode="auto">
          <a:xfrm>
            <a:off x="4559300" y="2713038"/>
            <a:ext cx="295275" cy="306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latin typeface="Times New Roman" panose="02020603050405020304" pitchFamily="18" charset="0"/>
              </a:rPr>
              <a:t>L</a:t>
            </a:r>
            <a:endParaRPr lang="zh-CN" altLang="en-US" sz="2000" i="1">
              <a:latin typeface="Times New Roman" panose="02020603050405020304" pitchFamily="18" charset="0"/>
            </a:endParaRPr>
          </a:p>
        </p:txBody>
      </p:sp>
      <p:sp>
        <p:nvSpPr>
          <p:cNvPr id="4108" name="TextBox 57"/>
          <p:cNvSpPr txBox="1">
            <a:spLocks noChangeArrowheads="1"/>
          </p:cNvSpPr>
          <p:nvPr/>
        </p:nvSpPr>
        <p:spPr bwMode="auto">
          <a:xfrm>
            <a:off x="177800" y="3957638"/>
            <a:ext cx="38576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No. of wavelength </a:t>
            </a:r>
            <a:r>
              <a:rPr lang="en-US" altLang="zh-CN" sz="1800" i="1"/>
              <a:t>N</a:t>
            </a:r>
            <a:r>
              <a:rPr lang="en-US" altLang="zh-CN" sz="1800" i="1" baseline="-25000"/>
              <a:t>1</a:t>
            </a:r>
            <a:r>
              <a:rPr lang="en-US" altLang="zh-CN" sz="1800" i="1"/>
              <a:t> </a:t>
            </a:r>
            <a:r>
              <a:rPr lang="en-US" altLang="zh-CN" sz="1800"/>
              <a:t>in medium 1</a:t>
            </a:r>
            <a:r>
              <a:rPr lang="zh-CN" altLang="en-US" sz="1800"/>
              <a:t> ：</a:t>
            </a:r>
            <a:endParaRPr lang="zh-CN" altLang="en-US" sz="1800"/>
          </a:p>
        </p:txBody>
      </p:sp>
      <p:pic>
        <p:nvPicPr>
          <p:cNvPr id="410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35425" y="3887788"/>
            <a:ext cx="5619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8363" y="3906838"/>
            <a:ext cx="78581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375" y="3328988"/>
            <a:ext cx="12763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2" name="TextBox 62"/>
          <p:cNvSpPr txBox="1">
            <a:spLocks noChangeArrowheads="1"/>
          </p:cNvSpPr>
          <p:nvPr/>
        </p:nvSpPr>
        <p:spPr bwMode="auto">
          <a:xfrm>
            <a:off x="7229475" y="3094038"/>
            <a:ext cx="1249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400"/>
              <a:t>wavelength </a:t>
            </a:r>
            <a:endParaRPr lang="en-US" altLang="zh-CN" sz="1400"/>
          </a:p>
          <a:p>
            <a:pPr eaLnBrk="1" hangingPunct="1"/>
            <a:r>
              <a:rPr lang="en-US" altLang="zh-CN" sz="1400"/>
              <a:t>in vacuum/air</a:t>
            </a:r>
            <a:endParaRPr lang="zh-CN" altLang="en-US" sz="1400"/>
          </a:p>
        </p:txBody>
      </p:sp>
      <p:sp>
        <p:nvSpPr>
          <p:cNvPr id="4113" name="TextBox 63"/>
          <p:cNvSpPr txBox="1">
            <a:spLocks noChangeArrowheads="1"/>
          </p:cNvSpPr>
          <p:nvPr/>
        </p:nvSpPr>
        <p:spPr bwMode="auto">
          <a:xfrm>
            <a:off x="7229475" y="3686175"/>
            <a:ext cx="1398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400"/>
              <a:t>refractive index</a:t>
            </a:r>
            <a:endParaRPr lang="zh-CN" altLang="en-US" sz="1400"/>
          </a:p>
        </p:txBody>
      </p:sp>
      <p:sp>
        <p:nvSpPr>
          <p:cNvPr id="4114" name="TextBox 64"/>
          <p:cNvSpPr txBox="1">
            <a:spLocks noChangeArrowheads="1"/>
          </p:cNvSpPr>
          <p:nvPr/>
        </p:nvSpPr>
        <p:spPr bwMode="auto">
          <a:xfrm>
            <a:off x="177800" y="4745038"/>
            <a:ext cx="3857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No. of wavelength </a:t>
            </a:r>
            <a:r>
              <a:rPr lang="en-US" altLang="zh-CN" sz="1800" i="1"/>
              <a:t>N</a:t>
            </a:r>
            <a:r>
              <a:rPr lang="en-US" altLang="zh-CN" sz="1800" i="1" baseline="-25000"/>
              <a:t>2</a:t>
            </a:r>
            <a:r>
              <a:rPr lang="en-US" altLang="zh-CN" sz="1800" i="1"/>
              <a:t> </a:t>
            </a:r>
            <a:r>
              <a:rPr lang="en-US" altLang="zh-CN" sz="1800"/>
              <a:t>in medium 2</a:t>
            </a:r>
            <a:r>
              <a:rPr lang="zh-CN" altLang="en-US" sz="1800"/>
              <a:t> ：</a:t>
            </a:r>
            <a:endParaRPr lang="zh-CN" altLang="en-US" sz="1800"/>
          </a:p>
        </p:txBody>
      </p:sp>
      <p:pic>
        <p:nvPicPr>
          <p:cNvPr id="411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863" y="4672013"/>
            <a:ext cx="5143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8363" y="4672013"/>
            <a:ext cx="8096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7" name="TextBox 67"/>
          <p:cNvSpPr txBox="1">
            <a:spLocks noChangeArrowheads="1"/>
          </p:cNvSpPr>
          <p:nvPr/>
        </p:nvSpPr>
        <p:spPr bwMode="auto">
          <a:xfrm>
            <a:off x="203200" y="5524500"/>
            <a:ext cx="4286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Phase difference between the waves </a:t>
            </a:r>
            <a:r>
              <a:rPr lang="en-US" altLang="zh-CN" sz="1800">
                <a:latin typeface="Times New Roman" panose="02020603050405020304" pitchFamily="18" charset="0"/>
                <a:sym typeface="Times New Roman" panose="02020603050405020304" pitchFamily="18" charset="0"/>
              </a:rPr>
              <a:t>ϕ</a:t>
            </a:r>
            <a:r>
              <a:rPr lang="zh-CN" altLang="en-US" sz="1800"/>
              <a:t>：</a:t>
            </a:r>
            <a:endParaRPr lang="zh-CN" altLang="en-US" sz="1800"/>
          </a:p>
        </p:txBody>
      </p:sp>
      <p:pic>
        <p:nvPicPr>
          <p:cNvPr id="4118"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5373688"/>
            <a:ext cx="200025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9"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0925" y="5403850"/>
            <a:ext cx="157162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20" name="直接箭头连接符 70"/>
          <p:cNvCxnSpPr>
            <a:cxnSpLocks noChangeShapeType="1"/>
          </p:cNvCxnSpPr>
          <p:nvPr/>
        </p:nvCxnSpPr>
        <p:spPr bwMode="auto">
          <a:xfrm rot="5400000" flipH="1" flipV="1">
            <a:off x="6357144" y="4779169"/>
            <a:ext cx="714375" cy="500063"/>
          </a:xfrm>
          <a:prstGeom prst="straightConnector1">
            <a:avLst/>
          </a:prstGeom>
          <a:noFill/>
          <a:ln w="34925">
            <a:solidFill>
              <a:schemeClr val="tx1"/>
            </a:solidFill>
            <a:round/>
            <a:tailEnd type="arrow" w="med" len="med"/>
          </a:ln>
          <a:extLst>
            <a:ext uri="{909E8E84-426E-40DD-AFC4-6F175D3DCCD1}">
              <a14:hiddenFill xmlns:a14="http://schemas.microsoft.com/office/drawing/2010/main">
                <a:noFill/>
              </a14:hiddenFill>
            </a:ext>
          </a:extLst>
        </p:spPr>
      </p:cxnSp>
      <p:sp>
        <p:nvSpPr>
          <p:cNvPr id="4121" name="TextBox 71"/>
          <p:cNvSpPr txBox="1">
            <a:spLocks noChangeArrowheads="1"/>
          </p:cNvSpPr>
          <p:nvPr/>
        </p:nvSpPr>
        <p:spPr bwMode="auto">
          <a:xfrm>
            <a:off x="6964363" y="4173538"/>
            <a:ext cx="192881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600"/>
              <a:t>say, if it is 3.6</a:t>
            </a:r>
            <a:endParaRPr lang="en-US" altLang="zh-CN" sz="1600"/>
          </a:p>
          <a:p>
            <a:pPr eaLnBrk="1" hangingPunct="1"/>
            <a:r>
              <a:rPr lang="en-US" altLang="zh-CN" sz="1600"/>
              <a:t>we take the decimal fraction, i.e. 0.6, </a:t>
            </a:r>
            <a:r>
              <a:rPr lang="en-US" altLang="zh-CN" sz="1600">
                <a:latin typeface="Times New Roman" panose="02020603050405020304" pitchFamily="18" charset="0"/>
                <a:sym typeface="Times New Roman" panose="02020603050405020304" pitchFamily="18" charset="0"/>
              </a:rPr>
              <a:t>ϕ=1.2π</a:t>
            </a:r>
            <a:endParaRPr lang="en-US" altLang="zh-CN" sz="1600">
              <a:latin typeface="Times New Roman" panose="02020603050405020304" pitchFamily="18" charset="0"/>
              <a:sym typeface="Times New Roman" panose="02020603050405020304" pitchFamily="18" charset="0"/>
            </a:endParaRPr>
          </a:p>
        </p:txBody>
      </p:sp>
      <p:graphicFrame>
        <p:nvGraphicFramePr>
          <p:cNvPr id="4122" name="Object 58"/>
          <p:cNvGraphicFramePr>
            <a:graphicFrameLocks noChangeAspect="1"/>
          </p:cNvGraphicFramePr>
          <p:nvPr/>
        </p:nvGraphicFramePr>
        <p:xfrm>
          <a:off x="395288" y="2852738"/>
          <a:ext cx="3240087" cy="1116012"/>
        </p:xfrm>
        <a:graphic>
          <a:graphicData uri="http://schemas.openxmlformats.org/presentationml/2006/ole">
            <mc:AlternateContent xmlns:mc="http://schemas.openxmlformats.org/markup-compatibility/2006">
              <mc:Choice xmlns:v="urn:schemas-microsoft-com:vml" Requires="v">
                <p:oleObj spid="_x0000_s4166" name="" r:id="rId8" imgW="2032000" imgH="1536700" progId="Equation.DSMT4">
                  <p:embed/>
                </p:oleObj>
              </mc:Choice>
              <mc:Fallback>
                <p:oleObj name="" r:id="rId8" imgW="2032000" imgH="1536700" progId="Equation.DSMT4">
                  <p:embed/>
                  <p:pic>
                    <p:nvPicPr>
                      <p:cNvPr id="0" name="Object 58"/>
                      <p:cNvPicPr>
                        <a:picLocks noChangeAspect="1" noChangeArrowheads="1"/>
                      </p:cNvPicPr>
                      <p:nvPr/>
                    </p:nvPicPr>
                    <p:blipFill>
                      <a:blip r:embed="rId9">
                        <a:extLst>
                          <a:ext uri="{28A0092B-C50C-407E-A947-70E740481C1C}">
                            <a14:useLocalDpi xmlns:a14="http://schemas.microsoft.com/office/drawing/2010/main" val="0"/>
                          </a:ext>
                        </a:extLst>
                      </a:blip>
                      <a:srcRect b="55829"/>
                      <a:stretch>
                        <a:fillRect/>
                      </a:stretch>
                    </p:blipFill>
                    <p:spPr bwMode="auto">
                      <a:xfrm>
                        <a:off x="395288" y="2852738"/>
                        <a:ext cx="3240087" cy="1116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3" name="Object 59"/>
          <p:cNvGraphicFramePr>
            <a:graphicFrameLocks noChangeAspect="1"/>
          </p:cNvGraphicFramePr>
          <p:nvPr/>
        </p:nvGraphicFramePr>
        <p:xfrm>
          <a:off x="4211638" y="5373688"/>
          <a:ext cx="674687" cy="719137"/>
        </p:xfrm>
        <a:graphic>
          <a:graphicData uri="http://schemas.openxmlformats.org/presentationml/2006/ole">
            <mc:AlternateContent xmlns:mc="http://schemas.openxmlformats.org/markup-compatibility/2006">
              <mc:Choice xmlns:v="urn:schemas-microsoft-com:vml" Requires="v">
                <p:oleObj spid="_x0000_s4167" name="" r:id="rId10" imgW="368935" imgH="394335" progId="Equation.3">
                  <p:embed/>
                </p:oleObj>
              </mc:Choice>
              <mc:Fallback>
                <p:oleObj name="" r:id="rId10" imgW="368935" imgH="394335" progId="Equation.3">
                  <p:embed/>
                  <p:pic>
                    <p:nvPicPr>
                      <p:cNvPr id="0" name="Object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11638" y="5373688"/>
                        <a:ext cx="6746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24" name="Object 60"/>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4168" name="" r:id="rId12" imgW="915035" imgH="215900" progId="Equation.3">
                  <p:embed/>
                </p:oleObj>
              </mc:Choice>
              <mc:Fallback>
                <p:oleObj name="" r:id="rId12" imgW="915035" imgH="215900" progId="Equation.3">
                  <p:embed/>
                  <p:pic>
                    <p:nvPicPr>
                      <p:cNvPr id="0" name="Object 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5" name="Text Box 61"/>
          <p:cNvSpPr txBox="1">
            <a:spLocks noChangeArrowheads="1"/>
          </p:cNvSpPr>
          <p:nvPr/>
        </p:nvSpPr>
        <p:spPr bwMode="auto">
          <a:xfrm>
            <a:off x="5219700" y="5876925"/>
            <a:ext cx="263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1400" i="1">
                <a:latin typeface="Times New Roman" panose="02020603050405020304" pitchFamily="18" charset="0"/>
              </a:rPr>
              <a:t>a</a:t>
            </a:r>
            <a:endParaRPr lang="en-US" altLang="zh-CN" sz="1400" i="1">
              <a:latin typeface="Times New Roman" panose="02020603050405020304" pitchFamily="18" charset="0"/>
            </a:endParaRPr>
          </a:p>
        </p:txBody>
      </p:sp>
      <p:sp>
        <p:nvSpPr>
          <p:cNvPr id="4126" name="箭头 254"/>
          <p:cNvSpPr>
            <a:spLocks noChangeShapeType="1"/>
          </p:cNvSpPr>
          <p:nvPr/>
        </p:nvSpPr>
        <p:spPr bwMode="auto">
          <a:xfrm flipH="1">
            <a:off x="4284663" y="5661025"/>
            <a:ext cx="792162" cy="793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7" name="Text Box 63"/>
          <p:cNvSpPr txBox="1">
            <a:spLocks noChangeArrowheads="1"/>
          </p:cNvSpPr>
          <p:nvPr/>
        </p:nvSpPr>
        <p:spPr bwMode="auto">
          <a:xfrm>
            <a:off x="2700338" y="6165850"/>
            <a:ext cx="154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000" b="1">
                <a:solidFill>
                  <a:srgbClr val="FF0066"/>
                </a:solidFill>
                <a:latin typeface="Times New Roman" panose="02020603050405020304" pitchFamily="18" charset="0"/>
              </a:rPr>
              <a:t>Optical path</a:t>
            </a:r>
            <a:endParaRPr lang="en-US" altLang="zh-CN" sz="2000" b="1">
              <a:solidFill>
                <a:srgbClr val="FF0066"/>
              </a:solidFill>
              <a:latin typeface="Times New Roman" panose="02020603050405020304" pitchFamily="18" charset="0"/>
            </a:endParaRPr>
          </a:p>
        </p:txBody>
      </p:sp>
      <p:sp>
        <p:nvSpPr>
          <p:cNvPr id="4128" name="Text Box 64"/>
          <p:cNvSpPr txBox="1">
            <a:spLocks noChangeArrowheads="1"/>
          </p:cNvSpPr>
          <p:nvPr/>
        </p:nvSpPr>
        <p:spPr bwMode="auto">
          <a:xfrm>
            <a:off x="6850063" y="5154613"/>
            <a:ext cx="247713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1800" b="1">
                <a:solidFill>
                  <a:srgbClr val="FF0066"/>
                </a:solidFill>
                <a:latin typeface="Times New Roman" panose="02020603050405020304" pitchFamily="18" charset="0"/>
              </a:rPr>
              <a:t>Optical path Differen</a:t>
            </a:r>
            <a:r>
              <a:rPr lang="en-US" altLang="zh-CN" sz="1800" b="1">
                <a:solidFill>
                  <a:srgbClr val="FF0066"/>
                </a:solidFill>
                <a:latin typeface="Times New Roman" panose="02020603050405020304" pitchFamily="18" charset="0"/>
              </a:rPr>
              <a:t>ce</a:t>
            </a:r>
            <a:endParaRPr lang="en-US" altLang="zh-CN" sz="1800" b="1">
              <a:solidFill>
                <a:srgbClr val="FF0066"/>
              </a:solidFill>
              <a:latin typeface="Times New Roman" panose="02020603050405020304" pitchFamily="18" charset="0"/>
            </a:endParaRPr>
          </a:p>
        </p:txBody>
      </p:sp>
      <p:sp>
        <p:nvSpPr>
          <p:cNvPr id="4129" name="自由曲线 257"/>
          <p:cNvSpPr/>
          <p:nvPr/>
        </p:nvSpPr>
        <p:spPr bwMode="auto">
          <a:xfrm>
            <a:off x="6619875" y="5305425"/>
            <a:ext cx="1925638" cy="8445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2147483647 w 21600"/>
              <a:gd name="T47" fmla="*/ 2147483647 h 21600"/>
              <a:gd name="T48" fmla="*/ 2147483647 w 21600"/>
              <a:gd name="T49" fmla="*/ 2147483647 h 21600"/>
              <a:gd name="T50" fmla="*/ 2147483647 w 21600"/>
              <a:gd name="T51" fmla="*/ 2147483647 h 21600"/>
              <a:gd name="T52" fmla="*/ 2147483647 w 21600"/>
              <a:gd name="T53" fmla="*/ 2147483647 h 21600"/>
              <a:gd name="T54" fmla="*/ 2147483647 w 21600"/>
              <a:gd name="T55" fmla="*/ 2147483647 h 21600"/>
              <a:gd name="T56" fmla="*/ 2147483647 w 21600"/>
              <a:gd name="T57" fmla="*/ 2147483647 h 21600"/>
              <a:gd name="T58" fmla="*/ 2147483647 w 21600"/>
              <a:gd name="T59" fmla="*/ 2147483647 h 21600"/>
              <a:gd name="T60" fmla="*/ 2147483647 w 21600"/>
              <a:gd name="T61" fmla="*/ 2147483647 h 21600"/>
              <a:gd name="T62" fmla="*/ 2147483647 w 21600"/>
              <a:gd name="T63" fmla="*/ 2147483647 h 21600"/>
              <a:gd name="T64" fmla="*/ 2147483647 w 21600"/>
              <a:gd name="T65" fmla="*/ 2147483647 h 21600"/>
              <a:gd name="T66" fmla="*/ 2147483647 w 21600"/>
              <a:gd name="T67" fmla="*/ 2147483647 h 21600"/>
              <a:gd name="T68" fmla="*/ 2147483647 w 21600"/>
              <a:gd name="T69" fmla="*/ 2147483647 h 21600"/>
              <a:gd name="T70" fmla="*/ 2147483647 w 21600"/>
              <a:gd name="T71" fmla="*/ 2147483647 h 21600"/>
              <a:gd name="T72" fmla="*/ 2147483647 w 21600"/>
              <a:gd name="T73" fmla="*/ 2147483647 h 21600"/>
              <a:gd name="T74" fmla="*/ 2147483647 w 21600"/>
              <a:gd name="T75" fmla="*/ 2147483647 h 21600"/>
              <a:gd name="T76" fmla="*/ 2147483647 w 21600"/>
              <a:gd name="T77" fmla="*/ 2147483647 h 21600"/>
              <a:gd name="T78" fmla="*/ 2147483647 w 21600"/>
              <a:gd name="T79" fmla="*/ 2147483647 h 21600"/>
              <a:gd name="T80" fmla="*/ 2147483647 w 21600"/>
              <a:gd name="T81" fmla="*/ 2147483647 h 21600"/>
              <a:gd name="T82" fmla="*/ 2147483647 w 21600"/>
              <a:gd name="T83" fmla="*/ 2147483647 h 21600"/>
              <a:gd name="T84" fmla="*/ 2147483647 w 21600"/>
              <a:gd name="T85" fmla="*/ 2147483647 h 21600"/>
              <a:gd name="T86" fmla="*/ 2147483647 w 21600"/>
              <a:gd name="T87" fmla="*/ 2147483647 h 21600"/>
              <a:gd name="T88" fmla="*/ 2147483647 w 21600"/>
              <a:gd name="T89" fmla="*/ 2147483647 h 21600"/>
              <a:gd name="T90" fmla="*/ 2147483647 w 21600"/>
              <a:gd name="T91" fmla="*/ 2147483647 h 21600"/>
              <a:gd name="T92" fmla="*/ 2147483647 w 21600"/>
              <a:gd name="T93" fmla="*/ 2147483647 h 21600"/>
              <a:gd name="T94" fmla="*/ 2147483647 w 21600"/>
              <a:gd name="T95" fmla="*/ 2147483647 h 21600"/>
              <a:gd name="T96" fmla="*/ 2147483647 w 21600"/>
              <a:gd name="T97" fmla="*/ 2147483647 h 21600"/>
              <a:gd name="T98" fmla="*/ 2147483647 w 21600"/>
              <a:gd name="T99" fmla="*/ 2147483647 h 21600"/>
              <a:gd name="T100" fmla="*/ 2147483647 w 21600"/>
              <a:gd name="T101" fmla="*/ 2147483647 h 21600"/>
              <a:gd name="T102" fmla="*/ 2147483647 w 21600"/>
              <a:gd name="T103" fmla="*/ 2147483647 h 21600"/>
              <a:gd name="T104" fmla="*/ 2147483647 w 21600"/>
              <a:gd name="T105" fmla="*/ 2147483647 h 21600"/>
              <a:gd name="T106" fmla="*/ 2147483647 w 21600"/>
              <a:gd name="T107" fmla="*/ 2147483647 h 21600"/>
              <a:gd name="T108" fmla="*/ 2147483647 w 21600"/>
              <a:gd name="T109" fmla="*/ 2147483647 h 21600"/>
              <a:gd name="T110" fmla="*/ 2147483647 w 21600"/>
              <a:gd name="T111" fmla="*/ 2147483647 h 21600"/>
              <a:gd name="T112" fmla="*/ 2147483647 w 21600"/>
              <a:gd name="T113" fmla="*/ 2147483647 h 21600"/>
              <a:gd name="T114" fmla="*/ 2147483647 w 21600"/>
              <a:gd name="T115" fmla="*/ 2147483647 h 21600"/>
              <a:gd name="T116" fmla="*/ 2147483647 w 21600"/>
              <a:gd name="T117" fmla="*/ 2147483647 h 21600"/>
              <a:gd name="T118" fmla="*/ 2147483647 w 21600"/>
              <a:gd name="T119" fmla="*/ 2147483647 h 2160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600" h="21600">
                <a:moveTo>
                  <a:pt x="1125" y="3570"/>
                </a:moveTo>
                <a:cubicBezTo>
                  <a:pt x="1111" y="3959"/>
                  <a:pt x="997" y="4933"/>
                  <a:pt x="1125" y="5712"/>
                </a:cubicBezTo>
                <a:cubicBezTo>
                  <a:pt x="1253" y="6491"/>
                  <a:pt x="1503" y="6783"/>
                  <a:pt x="1752" y="7497"/>
                </a:cubicBezTo>
                <a:cubicBezTo>
                  <a:pt x="2001" y="8211"/>
                  <a:pt x="2094" y="8860"/>
                  <a:pt x="2379" y="9298"/>
                </a:cubicBezTo>
                <a:cubicBezTo>
                  <a:pt x="2664" y="9737"/>
                  <a:pt x="2849" y="9590"/>
                  <a:pt x="3163" y="9655"/>
                </a:cubicBezTo>
                <a:cubicBezTo>
                  <a:pt x="3476" y="9720"/>
                  <a:pt x="3640" y="9655"/>
                  <a:pt x="3953" y="9655"/>
                </a:cubicBezTo>
                <a:cubicBezTo>
                  <a:pt x="4267" y="9655"/>
                  <a:pt x="4424" y="9363"/>
                  <a:pt x="4737" y="9655"/>
                </a:cubicBezTo>
                <a:cubicBezTo>
                  <a:pt x="5050" y="9948"/>
                  <a:pt x="5207" y="10662"/>
                  <a:pt x="5521" y="11083"/>
                </a:cubicBezTo>
                <a:cubicBezTo>
                  <a:pt x="5834" y="11505"/>
                  <a:pt x="5991" y="11376"/>
                  <a:pt x="6304" y="11798"/>
                </a:cubicBezTo>
                <a:cubicBezTo>
                  <a:pt x="6618" y="12219"/>
                  <a:pt x="6867" y="12577"/>
                  <a:pt x="7088" y="13226"/>
                </a:cubicBezTo>
                <a:cubicBezTo>
                  <a:pt x="7309" y="13875"/>
                  <a:pt x="7209" y="14297"/>
                  <a:pt x="7401" y="15011"/>
                </a:cubicBezTo>
                <a:cubicBezTo>
                  <a:pt x="7594" y="15725"/>
                  <a:pt x="7750" y="16163"/>
                  <a:pt x="8035" y="16812"/>
                </a:cubicBezTo>
                <a:cubicBezTo>
                  <a:pt x="8320" y="17461"/>
                  <a:pt x="8506" y="17737"/>
                  <a:pt x="8819" y="18240"/>
                </a:cubicBezTo>
                <a:cubicBezTo>
                  <a:pt x="9132" y="18743"/>
                  <a:pt x="9289" y="18808"/>
                  <a:pt x="9603" y="19311"/>
                </a:cubicBezTo>
                <a:cubicBezTo>
                  <a:pt x="9916" y="19814"/>
                  <a:pt x="10073" y="20382"/>
                  <a:pt x="10386" y="20739"/>
                </a:cubicBezTo>
                <a:cubicBezTo>
                  <a:pt x="10700" y="21096"/>
                  <a:pt x="10821" y="20950"/>
                  <a:pt x="11170" y="21096"/>
                </a:cubicBezTo>
                <a:cubicBezTo>
                  <a:pt x="11519" y="21242"/>
                  <a:pt x="11740" y="21389"/>
                  <a:pt x="12117" y="21453"/>
                </a:cubicBezTo>
                <a:cubicBezTo>
                  <a:pt x="12495" y="21518"/>
                  <a:pt x="12716" y="21453"/>
                  <a:pt x="13058" y="21453"/>
                </a:cubicBezTo>
                <a:cubicBezTo>
                  <a:pt x="13400" y="21453"/>
                  <a:pt x="13500" y="21453"/>
                  <a:pt x="13841" y="21453"/>
                </a:cubicBezTo>
                <a:cubicBezTo>
                  <a:pt x="14183" y="21453"/>
                  <a:pt x="14404" y="21453"/>
                  <a:pt x="14782" y="21453"/>
                </a:cubicBezTo>
                <a:cubicBezTo>
                  <a:pt x="15159" y="21453"/>
                  <a:pt x="15352" y="21453"/>
                  <a:pt x="15729" y="21453"/>
                </a:cubicBezTo>
                <a:cubicBezTo>
                  <a:pt x="16107" y="21453"/>
                  <a:pt x="16328" y="21599"/>
                  <a:pt x="16670" y="21453"/>
                </a:cubicBezTo>
                <a:cubicBezTo>
                  <a:pt x="17012" y="21307"/>
                  <a:pt x="17140" y="20950"/>
                  <a:pt x="17453" y="20739"/>
                </a:cubicBezTo>
                <a:cubicBezTo>
                  <a:pt x="17767" y="20528"/>
                  <a:pt x="17795" y="20593"/>
                  <a:pt x="18237" y="20382"/>
                </a:cubicBezTo>
                <a:cubicBezTo>
                  <a:pt x="18679" y="20171"/>
                  <a:pt x="19213" y="19960"/>
                  <a:pt x="19655" y="19668"/>
                </a:cubicBezTo>
                <a:cubicBezTo>
                  <a:pt x="20096" y="19376"/>
                  <a:pt x="20189" y="19457"/>
                  <a:pt x="20438" y="18954"/>
                </a:cubicBezTo>
                <a:cubicBezTo>
                  <a:pt x="20688" y="18451"/>
                  <a:pt x="20780" y="17883"/>
                  <a:pt x="20908" y="17169"/>
                </a:cubicBezTo>
                <a:cubicBezTo>
                  <a:pt x="21037" y="16455"/>
                  <a:pt x="21001" y="16082"/>
                  <a:pt x="21065" y="15368"/>
                </a:cubicBezTo>
                <a:cubicBezTo>
                  <a:pt x="21129" y="14654"/>
                  <a:pt x="21222" y="14297"/>
                  <a:pt x="21222" y="13583"/>
                </a:cubicBezTo>
                <a:cubicBezTo>
                  <a:pt x="21222" y="12869"/>
                  <a:pt x="21001" y="12512"/>
                  <a:pt x="21065" y="11798"/>
                </a:cubicBezTo>
                <a:cubicBezTo>
                  <a:pt x="21129" y="11083"/>
                  <a:pt x="21600" y="10580"/>
                  <a:pt x="21535" y="10012"/>
                </a:cubicBezTo>
                <a:cubicBezTo>
                  <a:pt x="21471" y="9444"/>
                  <a:pt x="21065" y="9363"/>
                  <a:pt x="20752" y="8941"/>
                </a:cubicBezTo>
                <a:cubicBezTo>
                  <a:pt x="20438" y="8519"/>
                  <a:pt x="20282" y="8162"/>
                  <a:pt x="19968" y="7870"/>
                </a:cubicBezTo>
                <a:cubicBezTo>
                  <a:pt x="19655" y="7578"/>
                  <a:pt x="19498" y="7578"/>
                  <a:pt x="19184" y="7497"/>
                </a:cubicBezTo>
                <a:cubicBezTo>
                  <a:pt x="18871" y="7416"/>
                  <a:pt x="18707" y="7497"/>
                  <a:pt x="18394" y="7497"/>
                </a:cubicBezTo>
                <a:cubicBezTo>
                  <a:pt x="18080" y="7497"/>
                  <a:pt x="17924" y="7497"/>
                  <a:pt x="17610" y="7497"/>
                </a:cubicBezTo>
                <a:cubicBezTo>
                  <a:pt x="17297" y="7497"/>
                  <a:pt x="17140" y="7497"/>
                  <a:pt x="16826" y="7497"/>
                </a:cubicBezTo>
                <a:cubicBezTo>
                  <a:pt x="16513" y="7497"/>
                  <a:pt x="16356" y="7497"/>
                  <a:pt x="16043" y="7497"/>
                </a:cubicBezTo>
                <a:cubicBezTo>
                  <a:pt x="15729" y="7497"/>
                  <a:pt x="15573" y="7497"/>
                  <a:pt x="15259" y="7497"/>
                </a:cubicBezTo>
                <a:cubicBezTo>
                  <a:pt x="14946" y="7497"/>
                  <a:pt x="14782" y="7497"/>
                  <a:pt x="14468" y="7497"/>
                </a:cubicBezTo>
                <a:cubicBezTo>
                  <a:pt x="14155" y="7497"/>
                  <a:pt x="13998" y="7497"/>
                  <a:pt x="13685" y="7497"/>
                </a:cubicBezTo>
                <a:cubicBezTo>
                  <a:pt x="13371" y="7497"/>
                  <a:pt x="13243" y="7497"/>
                  <a:pt x="12901" y="7497"/>
                </a:cubicBezTo>
                <a:cubicBezTo>
                  <a:pt x="12559" y="7497"/>
                  <a:pt x="12338" y="7562"/>
                  <a:pt x="11961" y="7497"/>
                </a:cubicBezTo>
                <a:cubicBezTo>
                  <a:pt x="11583" y="7432"/>
                  <a:pt x="11362" y="7286"/>
                  <a:pt x="11013" y="7140"/>
                </a:cubicBezTo>
                <a:cubicBezTo>
                  <a:pt x="10664" y="6994"/>
                  <a:pt x="10543" y="6994"/>
                  <a:pt x="10230" y="6783"/>
                </a:cubicBezTo>
                <a:cubicBezTo>
                  <a:pt x="9916" y="6572"/>
                  <a:pt x="9759" y="6426"/>
                  <a:pt x="9446" y="6069"/>
                </a:cubicBezTo>
                <a:cubicBezTo>
                  <a:pt x="9132" y="5712"/>
                  <a:pt x="8976" y="5355"/>
                  <a:pt x="8662" y="4998"/>
                </a:cubicBezTo>
                <a:cubicBezTo>
                  <a:pt x="8349" y="4641"/>
                  <a:pt x="8192" y="4641"/>
                  <a:pt x="7879" y="4284"/>
                </a:cubicBezTo>
                <a:cubicBezTo>
                  <a:pt x="7565" y="3927"/>
                  <a:pt x="7401" y="3570"/>
                  <a:pt x="7088" y="3213"/>
                </a:cubicBezTo>
                <a:cubicBezTo>
                  <a:pt x="6774" y="2856"/>
                  <a:pt x="6618" y="2856"/>
                  <a:pt x="6304" y="2499"/>
                </a:cubicBezTo>
                <a:cubicBezTo>
                  <a:pt x="5991" y="2142"/>
                  <a:pt x="5834" y="1720"/>
                  <a:pt x="5521" y="1428"/>
                </a:cubicBezTo>
                <a:cubicBezTo>
                  <a:pt x="5207" y="1135"/>
                  <a:pt x="5079" y="1217"/>
                  <a:pt x="4737" y="1071"/>
                </a:cubicBezTo>
                <a:cubicBezTo>
                  <a:pt x="4395" y="925"/>
                  <a:pt x="4146" y="860"/>
                  <a:pt x="3797" y="714"/>
                </a:cubicBezTo>
                <a:cubicBezTo>
                  <a:pt x="3448" y="567"/>
                  <a:pt x="3319" y="421"/>
                  <a:pt x="3006" y="357"/>
                </a:cubicBezTo>
                <a:cubicBezTo>
                  <a:pt x="2692" y="292"/>
                  <a:pt x="2472" y="0"/>
                  <a:pt x="2222" y="357"/>
                </a:cubicBezTo>
                <a:cubicBezTo>
                  <a:pt x="1973" y="714"/>
                  <a:pt x="2001" y="1720"/>
                  <a:pt x="1752" y="2142"/>
                </a:cubicBezTo>
                <a:cubicBezTo>
                  <a:pt x="1503" y="2564"/>
                  <a:pt x="1310" y="2353"/>
                  <a:pt x="968" y="2499"/>
                </a:cubicBezTo>
                <a:cubicBezTo>
                  <a:pt x="626" y="2645"/>
                  <a:pt x="56" y="2499"/>
                  <a:pt x="28" y="2856"/>
                </a:cubicBezTo>
                <a:cubicBezTo>
                  <a:pt x="0" y="3213"/>
                  <a:pt x="591" y="4138"/>
                  <a:pt x="812" y="4284"/>
                </a:cubicBezTo>
                <a:cubicBezTo>
                  <a:pt x="1032" y="4430"/>
                  <a:pt x="1075" y="3748"/>
                  <a:pt x="1125" y="3570"/>
                </a:cubicBezTo>
                <a:close/>
              </a:path>
            </a:pathLst>
          </a:custGeom>
          <a:noFill/>
          <a:ln w="9525" cmpd="sng">
            <a:solidFill>
              <a:srgbClr val="C00000"/>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0" name="自由曲线 259"/>
          <p:cNvSpPr/>
          <p:nvPr/>
        </p:nvSpPr>
        <p:spPr bwMode="auto">
          <a:xfrm>
            <a:off x="4903788" y="5387975"/>
            <a:ext cx="639762" cy="4032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2147483647 w 21600"/>
              <a:gd name="T17" fmla="*/ 2147483647 h 21600"/>
              <a:gd name="T18" fmla="*/ 2147483647 w 21600"/>
              <a:gd name="T19" fmla="*/ 2147483647 h 21600"/>
              <a:gd name="T20" fmla="*/ 2147483647 w 21600"/>
              <a:gd name="T21" fmla="*/ 2147483647 h 21600"/>
              <a:gd name="T22" fmla="*/ 2147483647 w 21600"/>
              <a:gd name="T23" fmla="*/ 2147483647 h 21600"/>
              <a:gd name="T24" fmla="*/ 2147483647 w 21600"/>
              <a:gd name="T25" fmla="*/ 2147483647 h 21600"/>
              <a:gd name="T26" fmla="*/ 2147483647 w 21600"/>
              <a:gd name="T27" fmla="*/ 2147483647 h 21600"/>
              <a:gd name="T28" fmla="*/ 2147483647 w 21600"/>
              <a:gd name="T29" fmla="*/ 2147483647 h 21600"/>
              <a:gd name="T30" fmla="*/ 2147483647 w 21600"/>
              <a:gd name="T31" fmla="*/ 2147483647 h 21600"/>
              <a:gd name="T32" fmla="*/ 2147483647 w 21600"/>
              <a:gd name="T33" fmla="*/ 2147483647 h 21600"/>
              <a:gd name="T34" fmla="*/ 2147483647 w 21600"/>
              <a:gd name="T35" fmla="*/ 2147483647 h 21600"/>
              <a:gd name="T36" fmla="*/ 2147483647 w 21600"/>
              <a:gd name="T37" fmla="*/ 2147483647 h 21600"/>
              <a:gd name="T38" fmla="*/ 2147483647 w 21600"/>
              <a:gd name="T39" fmla="*/ 2147483647 h 21600"/>
              <a:gd name="T40" fmla="*/ 2147483647 w 21600"/>
              <a:gd name="T41" fmla="*/ 2147483647 h 21600"/>
              <a:gd name="T42" fmla="*/ 2147483647 w 21600"/>
              <a:gd name="T43" fmla="*/ 2147483647 h 21600"/>
              <a:gd name="T44" fmla="*/ 2147483647 w 21600"/>
              <a:gd name="T45" fmla="*/ 2147483647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385" y="5986"/>
                </a:moveTo>
                <a:cubicBezTo>
                  <a:pt x="470" y="6667"/>
                  <a:pt x="577" y="8231"/>
                  <a:pt x="856" y="9728"/>
                </a:cubicBezTo>
                <a:cubicBezTo>
                  <a:pt x="1134" y="11225"/>
                  <a:pt x="1134" y="12143"/>
                  <a:pt x="1798" y="13504"/>
                </a:cubicBezTo>
                <a:cubicBezTo>
                  <a:pt x="2461" y="14864"/>
                  <a:pt x="3211" y="15613"/>
                  <a:pt x="4153" y="16497"/>
                </a:cubicBezTo>
                <a:cubicBezTo>
                  <a:pt x="5094" y="17382"/>
                  <a:pt x="5565" y="17552"/>
                  <a:pt x="6507" y="17994"/>
                </a:cubicBezTo>
                <a:cubicBezTo>
                  <a:pt x="7449" y="18436"/>
                  <a:pt x="7920" y="18436"/>
                  <a:pt x="8862" y="18742"/>
                </a:cubicBezTo>
                <a:cubicBezTo>
                  <a:pt x="9804" y="19048"/>
                  <a:pt x="10296" y="19184"/>
                  <a:pt x="11238" y="19491"/>
                </a:cubicBezTo>
                <a:cubicBezTo>
                  <a:pt x="12180" y="19797"/>
                  <a:pt x="12651" y="19933"/>
                  <a:pt x="13593" y="20239"/>
                </a:cubicBezTo>
                <a:cubicBezTo>
                  <a:pt x="14535" y="20545"/>
                  <a:pt x="15006" y="20851"/>
                  <a:pt x="15948" y="20987"/>
                </a:cubicBezTo>
                <a:cubicBezTo>
                  <a:pt x="16890" y="21123"/>
                  <a:pt x="17361" y="21600"/>
                  <a:pt x="18303" y="20987"/>
                </a:cubicBezTo>
                <a:cubicBezTo>
                  <a:pt x="19245" y="20375"/>
                  <a:pt x="19994" y="19354"/>
                  <a:pt x="20658" y="17994"/>
                </a:cubicBezTo>
                <a:cubicBezTo>
                  <a:pt x="21321" y="16633"/>
                  <a:pt x="21600" y="15749"/>
                  <a:pt x="21600" y="14252"/>
                </a:cubicBezTo>
                <a:cubicBezTo>
                  <a:pt x="21600" y="12755"/>
                  <a:pt x="21321" y="11395"/>
                  <a:pt x="20658" y="10476"/>
                </a:cubicBezTo>
                <a:cubicBezTo>
                  <a:pt x="19994" y="9558"/>
                  <a:pt x="19245" y="10340"/>
                  <a:pt x="18303" y="9728"/>
                </a:cubicBezTo>
                <a:cubicBezTo>
                  <a:pt x="17361" y="9116"/>
                  <a:pt x="16890" y="8231"/>
                  <a:pt x="15948" y="7483"/>
                </a:cubicBezTo>
                <a:cubicBezTo>
                  <a:pt x="15006" y="6735"/>
                  <a:pt x="14449" y="7041"/>
                  <a:pt x="13593" y="5986"/>
                </a:cubicBezTo>
                <a:cubicBezTo>
                  <a:pt x="12737" y="4932"/>
                  <a:pt x="12566" y="3129"/>
                  <a:pt x="11709" y="2245"/>
                </a:cubicBezTo>
                <a:cubicBezTo>
                  <a:pt x="10853" y="1360"/>
                  <a:pt x="10275" y="1802"/>
                  <a:pt x="9333" y="1496"/>
                </a:cubicBezTo>
                <a:cubicBezTo>
                  <a:pt x="8391" y="1190"/>
                  <a:pt x="7920" y="884"/>
                  <a:pt x="6978" y="748"/>
                </a:cubicBezTo>
                <a:cubicBezTo>
                  <a:pt x="6036" y="612"/>
                  <a:pt x="5565" y="748"/>
                  <a:pt x="4623" y="748"/>
                </a:cubicBezTo>
                <a:cubicBezTo>
                  <a:pt x="3682" y="748"/>
                  <a:pt x="3125" y="0"/>
                  <a:pt x="2269" y="748"/>
                </a:cubicBezTo>
                <a:cubicBezTo>
                  <a:pt x="1412" y="1496"/>
                  <a:pt x="770" y="3435"/>
                  <a:pt x="385" y="4490"/>
                </a:cubicBezTo>
                <a:cubicBezTo>
                  <a:pt x="0" y="5544"/>
                  <a:pt x="342" y="5748"/>
                  <a:pt x="385" y="5986"/>
                </a:cubicBezTo>
                <a:close/>
              </a:path>
            </a:pathLst>
          </a:custGeom>
          <a:noFill/>
          <a:ln w="9525" cmpd="sng">
            <a:solidFill>
              <a:srgbClr val="C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1"/>
          <p:cNvSpPr txBox="1">
            <a:spLocks noChangeArrowheads="1"/>
          </p:cNvSpPr>
          <p:nvPr/>
        </p:nvSpPr>
        <p:spPr bwMode="auto">
          <a:xfrm>
            <a:off x="179388" y="115888"/>
            <a:ext cx="24590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a:t>
            </a:r>
            <a:endPar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5123" name="Picture 5"/>
          <p:cNvPicPr>
            <a:picLocks noChangeAspect="1" noChangeArrowheads="1"/>
          </p:cNvPicPr>
          <p:nvPr/>
        </p:nvPicPr>
        <p:blipFill>
          <a:blip r:embed="rId1">
            <a:lum bright="-20000" contrast="40000"/>
            <a:extLst>
              <a:ext uri="{28A0092B-C50C-407E-A947-70E740481C1C}">
                <a14:useLocalDpi xmlns:a14="http://schemas.microsoft.com/office/drawing/2010/main" val="0"/>
              </a:ext>
            </a:extLst>
          </a:blip>
          <a:srcRect/>
          <a:stretch>
            <a:fillRect/>
          </a:stretch>
        </p:blipFill>
        <p:spPr bwMode="auto">
          <a:xfrm>
            <a:off x="755650" y="836613"/>
            <a:ext cx="8388350" cy="404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6"/>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611188" y="1412875"/>
            <a:ext cx="3313112"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Line 7"/>
          <p:cNvSpPr>
            <a:spLocks noChangeShapeType="1"/>
          </p:cNvSpPr>
          <p:nvPr/>
        </p:nvSpPr>
        <p:spPr bwMode="auto">
          <a:xfrm flipV="1">
            <a:off x="1979613" y="3644900"/>
            <a:ext cx="504825" cy="100806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6" name="Text Box 8"/>
          <p:cNvSpPr txBox="1">
            <a:spLocks noChangeArrowheads="1"/>
          </p:cNvSpPr>
          <p:nvPr/>
        </p:nvSpPr>
        <p:spPr bwMode="auto">
          <a:xfrm>
            <a:off x="1258888" y="4652963"/>
            <a:ext cx="12239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rPr>
              <a:t>~ 1 </a:t>
            </a:r>
            <a:r>
              <a:rPr lang="el-GR" altLang="en-US" sz="1400" b="1">
                <a:latin typeface="Baskerville Old Face" pitchFamily="18" charset="0"/>
                <a:ea typeface="MS Gothic" panose="020B0609070205080204" pitchFamily="49" charset="-128"/>
              </a:rPr>
              <a:t>μ</a:t>
            </a:r>
            <a:r>
              <a:rPr lang="en-US" altLang="zh-CN" sz="1400" b="1">
                <a:latin typeface="Times New Roman" panose="02020603050405020304" pitchFamily="18" charset="0"/>
              </a:rPr>
              <a:t>m wide</a:t>
            </a:r>
            <a:endParaRPr lang="el-GR" altLang="en-US" sz="1400" b="1">
              <a:latin typeface="Times New Roman" panose="02020603050405020304" pitchFamily="18" charset="0"/>
            </a:endParaRPr>
          </a:p>
        </p:txBody>
      </p:sp>
      <p:sp>
        <p:nvSpPr>
          <p:cNvPr id="5127" name="Line 9"/>
          <p:cNvSpPr>
            <a:spLocks noChangeShapeType="1"/>
          </p:cNvSpPr>
          <p:nvPr/>
        </p:nvSpPr>
        <p:spPr bwMode="auto">
          <a:xfrm flipH="1" flipV="1">
            <a:off x="4427538" y="3429000"/>
            <a:ext cx="215900" cy="100806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8" name="Text Box 10"/>
          <p:cNvSpPr txBox="1">
            <a:spLocks noChangeArrowheads="1"/>
          </p:cNvSpPr>
          <p:nvPr/>
        </p:nvSpPr>
        <p:spPr bwMode="auto">
          <a:xfrm>
            <a:off x="4067175" y="4437063"/>
            <a:ext cx="1223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rPr>
              <a:t>~ 1 </a:t>
            </a:r>
            <a:r>
              <a:rPr lang="el-GR" altLang="en-US" sz="1400" b="1">
                <a:latin typeface="Baskerville Old Face" pitchFamily="18" charset="0"/>
                <a:ea typeface="MS Gothic" panose="020B0609070205080204" pitchFamily="49" charset="-128"/>
              </a:rPr>
              <a:t>μ</a:t>
            </a:r>
            <a:r>
              <a:rPr lang="en-US" altLang="zh-CN" sz="1400" b="1">
                <a:latin typeface="Times New Roman" panose="02020603050405020304" pitchFamily="18" charset="0"/>
              </a:rPr>
              <a:t>m wide</a:t>
            </a:r>
            <a:endParaRPr lang="el-GR" altLang="en-US" sz="1400" b="1">
              <a:latin typeface="Times New Roman" panose="02020603050405020304" pitchFamily="18" charset="0"/>
            </a:endParaRPr>
          </a:p>
        </p:txBody>
      </p:sp>
      <p:sp>
        <p:nvSpPr>
          <p:cNvPr id="5129" name="Line 13"/>
          <p:cNvSpPr>
            <a:spLocks noChangeShapeType="1"/>
          </p:cNvSpPr>
          <p:nvPr/>
        </p:nvSpPr>
        <p:spPr bwMode="auto">
          <a:xfrm flipV="1">
            <a:off x="3419475" y="3141663"/>
            <a:ext cx="720725" cy="165576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0" name="Text Box 14"/>
          <p:cNvSpPr txBox="1">
            <a:spLocks noChangeArrowheads="1"/>
          </p:cNvSpPr>
          <p:nvPr/>
        </p:nvSpPr>
        <p:spPr bwMode="auto">
          <a:xfrm>
            <a:off x="2771775" y="4797425"/>
            <a:ext cx="17287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rPr>
              <a:t>~ 100 </a:t>
            </a:r>
            <a:r>
              <a:rPr lang="el-GR" altLang="en-US" sz="1400" b="1">
                <a:latin typeface="Baskerville Old Face" pitchFamily="18" charset="0"/>
                <a:ea typeface="MS Gothic" panose="020B0609070205080204" pitchFamily="49" charset="-128"/>
              </a:rPr>
              <a:t>μ</a:t>
            </a:r>
            <a:r>
              <a:rPr lang="en-US" altLang="zh-CN" sz="1400" b="1">
                <a:latin typeface="Times New Roman" panose="02020603050405020304" pitchFamily="18" charset="0"/>
              </a:rPr>
              <a:t>m or further apart</a:t>
            </a:r>
            <a:endParaRPr lang="el-GR" altLang="en-US" sz="1400" b="1">
              <a:latin typeface="Times New Roman" panose="02020603050405020304" pitchFamily="18" charset="0"/>
            </a:endParaRPr>
          </a:p>
        </p:txBody>
      </p:sp>
      <p:cxnSp>
        <p:nvCxnSpPr>
          <p:cNvPr id="5131" name="直接箭头连接符 2"/>
          <p:cNvCxnSpPr>
            <a:cxnSpLocks noChangeShapeType="1"/>
          </p:cNvCxnSpPr>
          <p:nvPr/>
        </p:nvCxnSpPr>
        <p:spPr bwMode="auto">
          <a:xfrm flipH="1" flipV="1">
            <a:off x="5291138" y="3970338"/>
            <a:ext cx="144462" cy="108585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p:cNvSpPr txBox="1"/>
          <p:nvPr/>
        </p:nvSpPr>
        <p:spPr>
          <a:xfrm>
            <a:off x="5130800" y="5132388"/>
            <a:ext cx="609600" cy="338137"/>
          </a:xfrm>
          <a:prstGeom prst="rect">
            <a:avLst/>
          </a:prstGeom>
          <a:noFill/>
        </p:spPr>
        <p:txBody>
          <a:bodyPr wrap="none">
            <a:spAutoFit/>
          </a:bodyPr>
          <a:lstStyle/>
          <a:p>
            <a:pPr>
              <a:buFont typeface="Arial" panose="020B0604020202020204" pitchFamily="34" charset="0"/>
              <a:buNone/>
              <a:defRPr/>
            </a:pPr>
            <a:r>
              <a:rPr lang="en-US" altLang="zh-CN" sz="1600" dirty="0">
                <a:latin typeface="+mj-lt"/>
                <a:ea typeface="宋体" panose="02010600030101010101" pitchFamily="2" charset="-122"/>
              </a:rPr>
              <a:t>~ 1</a:t>
            </a:r>
            <a:r>
              <a:rPr lang="en-US" altLang="zh-CN" sz="1600" i="1" dirty="0">
                <a:latin typeface="+mj-lt"/>
                <a:ea typeface="宋体" panose="02010600030101010101" pitchFamily="2" charset="-122"/>
              </a:rPr>
              <a:t>m</a:t>
            </a:r>
            <a:endParaRPr lang="zh-CN" altLang="en-US" sz="1600" i="1" dirty="0">
              <a:latin typeface="+mj-lt"/>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1"/>
          <p:cNvSpPr txBox="1">
            <a:spLocks noChangeArrowheads="1"/>
          </p:cNvSpPr>
          <p:nvPr/>
        </p:nvSpPr>
        <p:spPr bwMode="auto">
          <a:xfrm>
            <a:off x="179388" y="115888"/>
            <a:ext cx="24590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a:t>
            </a:r>
            <a:endPar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6147" name="Picture 12" descr="F35_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692150"/>
            <a:ext cx="6526213"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8" name="Group 4"/>
          <p:cNvGrpSpPr/>
          <p:nvPr/>
        </p:nvGrpSpPr>
        <p:grpSpPr bwMode="auto">
          <a:xfrm>
            <a:off x="3656013" y="2913063"/>
            <a:ext cx="4300537" cy="444500"/>
            <a:chOff x="0" y="0"/>
            <a:chExt cx="2763" cy="306"/>
          </a:xfrm>
        </p:grpSpPr>
        <p:sp>
          <p:nvSpPr>
            <p:cNvPr id="6161" name="Rectangle 17"/>
            <p:cNvSpPr>
              <a:spLocks noChangeArrowheads="1"/>
            </p:cNvSpPr>
            <p:nvPr/>
          </p:nvSpPr>
          <p:spPr bwMode="auto">
            <a:xfrm>
              <a:off x="29" y="0"/>
              <a:ext cx="2734" cy="306"/>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162" name="Text Box 18"/>
            <p:cNvSpPr txBox="1">
              <a:spLocks noChangeArrowheads="1"/>
            </p:cNvSpPr>
            <p:nvPr/>
          </p:nvSpPr>
          <p:spPr bwMode="auto">
            <a:xfrm>
              <a:off x="0" y="9"/>
              <a:ext cx="17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latin typeface="Times New Roman" panose="02020603050405020304" pitchFamily="18" charset="0"/>
                  <a:cs typeface="Segoe UI" panose="020B0502040204020203" pitchFamily="34" charset="0"/>
                </a:rPr>
                <a:t>Path Length Difference:</a:t>
              </a:r>
              <a:endParaRPr lang="en-US" altLang="zh-CN" sz="2000" b="1">
                <a:latin typeface="Times New Roman" panose="02020603050405020304" pitchFamily="18" charset="0"/>
                <a:cs typeface="Segoe UI" panose="020B0502040204020203" pitchFamily="34" charset="0"/>
              </a:endParaRPr>
            </a:p>
          </p:txBody>
        </p:sp>
        <p:graphicFrame>
          <p:nvGraphicFramePr>
            <p:cNvPr id="6163" name="Object 7"/>
            <p:cNvGraphicFramePr>
              <a:graphicFrameLocks noChangeAspect="1"/>
            </p:cNvGraphicFramePr>
            <p:nvPr/>
          </p:nvGraphicFramePr>
          <p:xfrm>
            <a:off x="1782" y="31"/>
            <a:ext cx="913" cy="208"/>
          </p:xfrm>
          <a:graphic>
            <a:graphicData uri="http://schemas.openxmlformats.org/presentationml/2006/ole">
              <mc:AlternateContent xmlns:mc="http://schemas.openxmlformats.org/markup-compatibility/2006">
                <mc:Choice xmlns:v="urn:schemas-microsoft-com:vml" Requires="v">
                  <p:oleObj spid="_x0000_s6169" name="" r:id="rId2" imgW="775335" imgH="177800" progId="Equation.DSMT4">
                    <p:embed/>
                  </p:oleObj>
                </mc:Choice>
                <mc:Fallback>
                  <p:oleObj name="" r:id="rId2" imgW="775335" imgH="17780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2" y="31"/>
                          <a:ext cx="91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149" name="Group 8"/>
          <p:cNvGrpSpPr/>
          <p:nvPr/>
        </p:nvGrpSpPr>
        <p:grpSpPr bwMode="auto">
          <a:xfrm>
            <a:off x="3694113" y="3454400"/>
            <a:ext cx="4262437" cy="854075"/>
            <a:chOff x="0" y="0"/>
            <a:chExt cx="2614" cy="538"/>
          </a:xfrm>
        </p:grpSpPr>
        <p:sp>
          <p:nvSpPr>
            <p:cNvPr id="6158" name="Rectangle 16"/>
            <p:cNvSpPr>
              <a:spLocks noChangeArrowheads="1"/>
            </p:cNvSpPr>
            <p:nvPr/>
          </p:nvSpPr>
          <p:spPr bwMode="auto">
            <a:xfrm>
              <a:off x="0" y="0"/>
              <a:ext cx="2614" cy="538"/>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159" name="Text Box 17"/>
            <p:cNvSpPr txBox="1">
              <a:spLocks noChangeArrowheads="1"/>
            </p:cNvSpPr>
            <p:nvPr/>
          </p:nvSpPr>
          <p:spPr bwMode="auto">
            <a:xfrm>
              <a:off x="0" y="19"/>
              <a:ext cx="18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Maxima-bright fringes:</a:t>
              </a:r>
              <a:endParaRPr lang="en-US" altLang="zh-CN" sz="2000" b="1"/>
            </a:p>
          </p:txBody>
        </p:sp>
        <p:graphicFrame>
          <p:nvGraphicFramePr>
            <p:cNvPr id="6160" name="Object 11"/>
            <p:cNvGraphicFramePr>
              <a:graphicFrameLocks noChangeAspect="1"/>
            </p:cNvGraphicFramePr>
            <p:nvPr/>
          </p:nvGraphicFramePr>
          <p:xfrm>
            <a:off x="42" y="276"/>
            <a:ext cx="2303" cy="241"/>
          </p:xfrm>
          <a:graphic>
            <a:graphicData uri="http://schemas.openxmlformats.org/presentationml/2006/ole">
              <mc:AlternateContent xmlns:mc="http://schemas.openxmlformats.org/markup-compatibility/2006">
                <mc:Choice xmlns:v="urn:schemas-microsoft-com:vml" Requires="v">
                  <p:oleObj spid="_x0000_s6170" name="Equation" r:id="rId4" imgW="1930400" imgH="203200" progId="Equation.DSMT4">
                    <p:embed/>
                  </p:oleObj>
                </mc:Choice>
                <mc:Fallback>
                  <p:oleObj name="Equation" r:id="rId4" imgW="1930400" imgH="20320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 y="276"/>
                          <a:ext cx="230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150" name="Group 12"/>
          <p:cNvGrpSpPr/>
          <p:nvPr/>
        </p:nvGrpSpPr>
        <p:grpSpPr bwMode="auto">
          <a:xfrm>
            <a:off x="3694113" y="4411663"/>
            <a:ext cx="4262437" cy="792162"/>
            <a:chOff x="0" y="0"/>
            <a:chExt cx="2611" cy="524"/>
          </a:xfrm>
        </p:grpSpPr>
        <p:sp>
          <p:nvSpPr>
            <p:cNvPr id="6155" name="Rectangle 22"/>
            <p:cNvSpPr>
              <a:spLocks noChangeArrowheads="1"/>
            </p:cNvSpPr>
            <p:nvPr/>
          </p:nvSpPr>
          <p:spPr bwMode="auto">
            <a:xfrm>
              <a:off x="0" y="0"/>
              <a:ext cx="2611" cy="520"/>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6156" name="Text Box 23"/>
            <p:cNvSpPr txBox="1">
              <a:spLocks noChangeArrowheads="1"/>
            </p:cNvSpPr>
            <p:nvPr/>
          </p:nvSpPr>
          <p:spPr bwMode="auto">
            <a:xfrm>
              <a:off x="21" y="0"/>
              <a:ext cx="16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latin typeface="Times New Roman" panose="02020603050405020304" pitchFamily="18" charset="0"/>
                </a:rPr>
                <a:t>Minima-dark fringes:</a:t>
              </a:r>
              <a:endParaRPr lang="en-US" altLang="zh-CN" sz="2000" b="1">
                <a:latin typeface="Times New Roman" panose="02020603050405020304" pitchFamily="18" charset="0"/>
              </a:endParaRPr>
            </a:p>
          </p:txBody>
        </p:sp>
        <p:graphicFrame>
          <p:nvGraphicFramePr>
            <p:cNvPr id="6157" name="Object 15"/>
            <p:cNvGraphicFramePr>
              <a:graphicFrameLocks noChangeAspect="1"/>
            </p:cNvGraphicFramePr>
            <p:nvPr/>
          </p:nvGraphicFramePr>
          <p:xfrm>
            <a:off x="42" y="252"/>
            <a:ext cx="2527" cy="272"/>
          </p:xfrm>
          <a:graphic>
            <a:graphicData uri="http://schemas.openxmlformats.org/presentationml/2006/ole">
              <mc:AlternateContent xmlns:mc="http://schemas.openxmlformats.org/markup-compatibility/2006">
                <mc:Choice xmlns:v="urn:schemas-microsoft-com:vml" Requires="v">
                  <p:oleObj spid="_x0000_s6171" name="" r:id="rId6" imgW="2287270" imgH="254000" progId="Equation.DSMT4">
                    <p:embed/>
                  </p:oleObj>
                </mc:Choice>
                <mc:Fallback>
                  <p:oleObj name="" r:id="rId6" imgW="2287270" imgH="25400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 y="252"/>
                          <a:ext cx="252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151" name="Object 16"/>
          <p:cNvGraphicFramePr>
            <a:graphicFrameLocks noChangeAspect="1"/>
          </p:cNvGraphicFramePr>
          <p:nvPr/>
        </p:nvGraphicFramePr>
        <p:xfrm>
          <a:off x="3729038" y="5354638"/>
          <a:ext cx="3889375" cy="398462"/>
        </p:xfrm>
        <a:graphic>
          <a:graphicData uri="http://schemas.openxmlformats.org/presentationml/2006/ole">
            <mc:AlternateContent xmlns:mc="http://schemas.openxmlformats.org/markup-compatibility/2006">
              <mc:Choice xmlns:v="urn:schemas-microsoft-com:vml" Requires="v">
                <p:oleObj spid="_x0000_s6172" name="Equation" r:id="rId8" imgW="2463800" imgH="254000" progId="Equation.DSMT4">
                  <p:embed/>
                </p:oleObj>
              </mc:Choice>
              <mc:Fallback>
                <p:oleObj name="Equation" r:id="rId8" imgW="2463800" imgH="254000"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9038" y="5354638"/>
                        <a:ext cx="38893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2" name="Object 17"/>
          <p:cNvGraphicFramePr>
            <a:graphicFrameLocks noChangeAspect="1"/>
          </p:cNvGraphicFramePr>
          <p:nvPr/>
        </p:nvGraphicFramePr>
        <p:xfrm>
          <a:off x="3736975" y="5894388"/>
          <a:ext cx="3744913" cy="698500"/>
        </p:xfrm>
        <a:graphic>
          <a:graphicData uri="http://schemas.openxmlformats.org/presentationml/2006/ole">
            <mc:AlternateContent xmlns:mc="http://schemas.openxmlformats.org/markup-compatibility/2006">
              <mc:Choice xmlns:v="urn:schemas-microsoft-com:vml" Requires="v">
                <p:oleObj spid="_x0000_s6173" name="" r:id="rId10" imgW="2299970" imgH="431800" progId="Equation.DSMT4">
                  <p:embed/>
                </p:oleObj>
              </mc:Choice>
              <mc:Fallback>
                <p:oleObj name="" r:id="rId10" imgW="2299970" imgH="431800" progId="Equation.DSMT4">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6975" y="5894388"/>
                        <a:ext cx="3744913"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p:cNvSpPr txBox="1"/>
          <p:nvPr/>
        </p:nvSpPr>
        <p:spPr>
          <a:xfrm>
            <a:off x="784225" y="5248275"/>
            <a:ext cx="2892425" cy="646113"/>
          </a:xfrm>
          <a:prstGeom prst="rect">
            <a:avLst/>
          </a:prstGeom>
          <a:noFill/>
        </p:spPr>
        <p:txBody>
          <a:bodyPr>
            <a:spAutoFit/>
          </a:bodyPr>
          <a:lstStyle/>
          <a:p>
            <a:pPr>
              <a:buFont typeface="Arial" panose="020B0604020202020204" pitchFamily="34" charset="0"/>
              <a:buNone/>
              <a:defRPr/>
            </a:pPr>
            <a:r>
              <a:rPr lang="en-US" altLang="zh-CN" sz="1800" dirty="0">
                <a:latin typeface="+mj-lt"/>
              </a:rPr>
              <a:t>Second order bright fringe Second side maximum</a:t>
            </a:r>
            <a:endParaRPr lang="zh-CN" altLang="en-US" sz="1800" dirty="0">
              <a:latin typeface="+mj-lt"/>
            </a:endParaRPr>
          </a:p>
        </p:txBody>
      </p:sp>
      <p:sp>
        <p:nvSpPr>
          <p:cNvPr id="3" name="矩形 2"/>
          <p:cNvSpPr/>
          <p:nvPr/>
        </p:nvSpPr>
        <p:spPr>
          <a:xfrm>
            <a:off x="792163" y="5988050"/>
            <a:ext cx="2944812" cy="646113"/>
          </a:xfrm>
          <a:prstGeom prst="rect">
            <a:avLst/>
          </a:prstGeom>
        </p:spPr>
        <p:txBody>
          <a:bodyPr>
            <a:spAutoFit/>
          </a:bodyPr>
          <a:lstStyle/>
          <a:p>
            <a:pPr>
              <a:buFont typeface="Arial" panose="020B0604020202020204" pitchFamily="34" charset="0"/>
              <a:buNone/>
              <a:defRPr/>
            </a:pPr>
            <a:r>
              <a:rPr lang="en-US" altLang="zh-CN" sz="1800" dirty="0">
                <a:latin typeface="+mj-lt"/>
              </a:rPr>
              <a:t>Second order dark fringe </a:t>
            </a:r>
            <a:endParaRPr lang="en-US" altLang="zh-CN" sz="1800" dirty="0">
              <a:latin typeface="+mj-lt"/>
            </a:endParaRPr>
          </a:p>
          <a:p>
            <a:pPr>
              <a:buFont typeface="Arial" panose="020B0604020202020204" pitchFamily="34" charset="0"/>
              <a:buNone/>
              <a:defRPr/>
            </a:pPr>
            <a:r>
              <a:rPr lang="en-US" altLang="zh-CN" sz="1800" dirty="0">
                <a:latin typeface="+mj-lt"/>
              </a:rPr>
              <a:t>Second minimum</a:t>
            </a:r>
            <a:endParaRPr lang="zh-CN" altLang="en-US" sz="1800" dirty="0">
              <a:latin typeface="+mj-lt"/>
            </a:endParaRP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1"/>
          <p:cNvSpPr txBox="1">
            <a:spLocks noChangeArrowheads="1"/>
          </p:cNvSpPr>
          <p:nvPr/>
        </p:nvSpPr>
        <p:spPr bwMode="auto">
          <a:xfrm>
            <a:off x="169863" y="115888"/>
            <a:ext cx="8656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          </a:t>
            </a:r>
            <a:r>
              <a:rPr lang="en-US" b="1" dirty="0">
                <a:solidFill>
                  <a:srgbClr val="FF3300"/>
                </a:solidFill>
                <a:latin typeface="Arial" panose="020B0604020202020204" pitchFamily="34" charset="0"/>
                <a:ea typeface="宋体" panose="02010600030101010101" pitchFamily="2" charset="-122"/>
              </a:rPr>
              <a:t>Intensity in Double-Slit Interference</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7171" name="Picture 12" descr="F35_13"/>
          <p:cNvPicPr>
            <a:picLocks noChangeAspect="1" noChangeArrowheads="1"/>
          </p:cNvPicPr>
          <p:nvPr/>
        </p:nvPicPr>
        <p:blipFill>
          <a:blip r:embed="rId1">
            <a:extLst>
              <a:ext uri="{28A0092B-C50C-407E-A947-70E740481C1C}">
                <a14:useLocalDpi xmlns:a14="http://schemas.microsoft.com/office/drawing/2010/main" val="0"/>
              </a:ext>
            </a:extLst>
          </a:blip>
          <a:srcRect b="9666"/>
          <a:stretch>
            <a:fillRect/>
          </a:stretch>
        </p:blipFill>
        <p:spPr bwMode="auto">
          <a:xfrm>
            <a:off x="314325" y="774700"/>
            <a:ext cx="2532063"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72" name="Object 4"/>
          <p:cNvGraphicFramePr>
            <a:graphicFrameLocks noChangeAspect="1"/>
          </p:cNvGraphicFramePr>
          <p:nvPr/>
        </p:nvGraphicFramePr>
        <p:xfrm>
          <a:off x="3563938" y="981075"/>
          <a:ext cx="3600450" cy="912813"/>
        </p:xfrm>
        <a:graphic>
          <a:graphicData uri="http://schemas.openxmlformats.org/presentationml/2006/ole">
            <mc:AlternateContent xmlns:mc="http://schemas.openxmlformats.org/markup-compatibility/2006">
              <mc:Choice xmlns:v="urn:schemas-microsoft-com:vml" Requires="v">
                <p:oleObj spid="_x0000_s7185" name="Equation" r:id="rId2" imgW="2006600" imgH="508000" progId="Equation.DSMT4">
                  <p:embed/>
                </p:oleObj>
              </mc:Choice>
              <mc:Fallback>
                <p:oleObj name="Equation" r:id="rId2" imgW="2006600" imgH="5080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981075"/>
                        <a:ext cx="36004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3" name="Object 5"/>
          <p:cNvGraphicFramePr>
            <a:graphicFrameLocks noChangeAspect="1"/>
          </p:cNvGraphicFramePr>
          <p:nvPr/>
        </p:nvGraphicFramePr>
        <p:xfrm>
          <a:off x="755650" y="4149725"/>
          <a:ext cx="977900" cy="307975"/>
        </p:xfrm>
        <a:graphic>
          <a:graphicData uri="http://schemas.openxmlformats.org/presentationml/2006/ole">
            <mc:AlternateContent xmlns:mc="http://schemas.openxmlformats.org/markup-compatibility/2006">
              <mc:Choice xmlns:v="urn:schemas-microsoft-com:vml" Requires="v">
                <p:oleObj spid="_x0000_s7186" name="" r:id="rId4" imgW="648335" imgH="203200" progId="Equation.DSMT4">
                  <p:embed/>
                </p:oleObj>
              </mc:Choice>
              <mc:Fallback>
                <p:oleObj name="" r:id="rId4" imgW="648335" imgH="2032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4149725"/>
                        <a:ext cx="977900"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6"/>
          <p:cNvGraphicFramePr>
            <a:graphicFrameLocks noChangeAspect="1"/>
          </p:cNvGraphicFramePr>
          <p:nvPr/>
        </p:nvGraphicFramePr>
        <p:xfrm>
          <a:off x="3522663" y="2060575"/>
          <a:ext cx="1985962" cy="439738"/>
        </p:xfrm>
        <a:graphic>
          <a:graphicData uri="http://schemas.openxmlformats.org/presentationml/2006/ole">
            <mc:AlternateContent xmlns:mc="http://schemas.openxmlformats.org/markup-compatibility/2006">
              <mc:Choice xmlns:v="urn:schemas-microsoft-com:vml" Requires="v">
                <p:oleObj spid="_x0000_s7187" name="" r:id="rId6" imgW="1092835" imgH="241300" progId="Equation.DSMT4">
                  <p:embed/>
                </p:oleObj>
              </mc:Choice>
              <mc:Fallback>
                <p:oleObj name="" r:id="rId6" imgW="1092835" imgH="2413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22663" y="2060575"/>
                        <a:ext cx="1985962"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5" name="Object 7"/>
          <p:cNvGraphicFramePr>
            <a:graphicFrameLocks noChangeAspect="1"/>
          </p:cNvGraphicFramePr>
          <p:nvPr/>
        </p:nvGraphicFramePr>
        <p:xfrm>
          <a:off x="3419475" y="2565400"/>
          <a:ext cx="4427538" cy="854075"/>
        </p:xfrm>
        <a:graphic>
          <a:graphicData uri="http://schemas.openxmlformats.org/presentationml/2006/ole">
            <mc:AlternateContent xmlns:mc="http://schemas.openxmlformats.org/markup-compatibility/2006">
              <mc:Choice xmlns:v="urn:schemas-microsoft-com:vml" Requires="v">
                <p:oleObj spid="_x0000_s7188" name="" r:id="rId8" imgW="2376170" imgH="457200" progId="Equation.DSMT4">
                  <p:embed/>
                </p:oleObj>
              </mc:Choice>
              <mc:Fallback>
                <p:oleObj name="" r:id="rId8" imgW="2376170" imgH="4572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475" y="2565400"/>
                        <a:ext cx="442753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6" name="Object 8"/>
          <p:cNvGraphicFramePr>
            <a:graphicFrameLocks noChangeAspect="1"/>
          </p:cNvGraphicFramePr>
          <p:nvPr/>
        </p:nvGraphicFramePr>
        <p:xfrm>
          <a:off x="3348038" y="3670300"/>
          <a:ext cx="3240087" cy="2527300"/>
        </p:xfrm>
        <a:graphic>
          <a:graphicData uri="http://schemas.openxmlformats.org/presentationml/2006/ole">
            <mc:AlternateContent xmlns:mc="http://schemas.openxmlformats.org/markup-compatibility/2006">
              <mc:Choice xmlns:v="urn:schemas-microsoft-com:vml" Requires="v">
                <p:oleObj spid="_x0000_s7189" name="" r:id="rId10" imgW="2032000" imgH="1536700" progId="Equation.DSMT4">
                  <p:embed/>
                </p:oleObj>
              </mc:Choice>
              <mc:Fallback>
                <p:oleObj name="" r:id="rId10" imgW="2032000" imgH="15367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8038" y="3670300"/>
                        <a:ext cx="3240087"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7" name="矩形 32"/>
          <p:cNvSpPr>
            <a:spLocks noChangeArrowheads="1"/>
          </p:cNvSpPr>
          <p:nvPr/>
        </p:nvSpPr>
        <p:spPr bwMode="auto">
          <a:xfrm>
            <a:off x="6964363" y="3860800"/>
            <a:ext cx="1744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altLang="zh-CN" b="1" i="1">
                <a:latin typeface="Times New Roman" panose="02020603050405020304" pitchFamily="18" charset="0"/>
                <a:ea typeface="MS PGothic" panose="020B0600070205080204" pitchFamily="34" charset="-128"/>
                <a:cs typeface="Times New Roman" panose="02020603050405020304" pitchFamily="18" charset="0"/>
              </a:rPr>
              <a:t>m</a:t>
            </a:r>
            <a:r>
              <a:rPr lang="zh-CN" altLang="en-US" b="1" i="1">
                <a:latin typeface="Times New Roman" panose="02020603050405020304" pitchFamily="18" charset="0"/>
                <a:ea typeface="MS PGothic" panose="020B0600070205080204" pitchFamily="34" charset="-128"/>
                <a:cs typeface="Times New Roman" panose="02020603050405020304" pitchFamily="18" charset="0"/>
              </a:rPr>
              <a:t> </a:t>
            </a:r>
            <a:r>
              <a:rPr lang="el-GR" altLang="en-US" b="1" i="1">
                <a:latin typeface="Times New Roman" panose="02020603050405020304" pitchFamily="18" charset="0"/>
                <a:ea typeface="MS PGothic" panose="020B0600070205080204" pitchFamily="34" charset="-128"/>
                <a:cs typeface="Times New Roman" panose="02020603050405020304" pitchFamily="18" charset="0"/>
              </a:rPr>
              <a:t>λ</a:t>
            </a:r>
            <a:r>
              <a:rPr lang="zh-CN" altLang="en-US" b="1" i="1">
                <a:latin typeface="Times New Roman" panose="02020603050405020304" pitchFamily="18" charset="0"/>
                <a:ea typeface="MS PGothic" panose="020B0600070205080204" pitchFamily="34" charset="-128"/>
                <a:cs typeface="Times New Roman" panose="02020603050405020304" pitchFamily="18" charset="0"/>
              </a:rPr>
              <a:t> </a:t>
            </a:r>
            <a:r>
              <a:rPr lang="en-US" altLang="zh-CN" b="1">
                <a:latin typeface="Times New Roman" panose="02020603050405020304" pitchFamily="18" charset="0"/>
                <a:ea typeface="MS PGothic" panose="020B0600070205080204" pitchFamily="34" charset="-128"/>
                <a:cs typeface="Times New Roman" panose="02020603050405020304" pitchFamily="18" charset="0"/>
              </a:rPr>
              <a:t>= </a:t>
            </a:r>
            <a:r>
              <a:rPr lang="en-US" altLang="zh-CN" b="1" i="1">
                <a:latin typeface="Times New Roman" panose="02020603050405020304" pitchFamily="18" charset="0"/>
                <a:ea typeface="MS PGothic" panose="020B0600070205080204" pitchFamily="34" charset="-128"/>
                <a:cs typeface="Times New Roman" panose="02020603050405020304" pitchFamily="18" charset="0"/>
              </a:rPr>
              <a:t>d</a:t>
            </a:r>
            <a:r>
              <a:rPr lang="en-US" altLang="zh-CN" b="1">
                <a:latin typeface="Times New Roman" panose="02020603050405020304" pitchFamily="18" charset="0"/>
                <a:ea typeface="MS PGothic" panose="020B0600070205080204" pitchFamily="34" charset="-128"/>
                <a:cs typeface="Times New Roman" panose="02020603050405020304" pitchFamily="18" charset="0"/>
              </a:rPr>
              <a:t> sin</a:t>
            </a:r>
            <a:r>
              <a:rPr lang="el-GR" altLang="en-US" b="1">
                <a:latin typeface="Times New Roman" panose="02020603050405020304" pitchFamily="18" charset="0"/>
                <a:ea typeface="MS PGothic" panose="020B0600070205080204" pitchFamily="34" charset="-128"/>
                <a:cs typeface="Times New Roman" panose="02020603050405020304" pitchFamily="18" charset="0"/>
              </a:rPr>
              <a:t>θ</a:t>
            </a:r>
            <a:r>
              <a:rPr lang="en-US" altLang="zh-CN" b="1">
                <a:latin typeface="Times New Roman" panose="02020603050405020304" pitchFamily="18" charset="0"/>
                <a:ea typeface="MS PGothic" panose="020B0600070205080204" pitchFamily="34" charset="-128"/>
                <a:cs typeface="Times New Roman" panose="02020603050405020304" pitchFamily="18" charset="0"/>
              </a:rPr>
              <a:t> </a:t>
            </a:r>
            <a:endParaRPr lang="en-US" altLang="zh-CN" b="1" i="1">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7178"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61188" y="4446588"/>
            <a:ext cx="1743075"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9" name="Picture 8"/>
          <p:cNvPicPr>
            <a:picLocks noChangeAspect="1" noChangeArrowheads="1"/>
          </p:cNvPicPr>
          <p:nvPr/>
        </p:nvPicPr>
        <p:blipFill>
          <a:blip r:embed="rId13">
            <a:clrChange>
              <a:clrFrom>
                <a:srgbClr val="F4F2DF"/>
              </a:clrFrom>
              <a:clrTo>
                <a:srgbClr val="F4F2DF">
                  <a:alpha val="0"/>
                </a:srgbClr>
              </a:clrTo>
            </a:clrChange>
            <a:lum contrast="40000"/>
            <a:extLst>
              <a:ext uri="{28A0092B-C50C-407E-A947-70E740481C1C}">
                <a14:useLocalDpi xmlns:a14="http://schemas.microsoft.com/office/drawing/2010/main" val="0"/>
              </a:ext>
            </a:extLst>
          </a:blip>
          <a:srcRect/>
          <a:stretch>
            <a:fillRect/>
          </a:stretch>
        </p:blipFill>
        <p:spPr bwMode="auto">
          <a:xfrm>
            <a:off x="7042150" y="5157788"/>
            <a:ext cx="1471613" cy="611187"/>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1</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10243" name="矩形 1"/>
          <p:cNvSpPr>
            <a:spLocks noRot="1" noChangeAspect="1" noMove="1" noResize="1" noEditPoints="1" noAdjustHandles="1" noChangeArrowheads="1" noChangeShapeType="1" noTextEdit="1"/>
          </p:cNvSpPr>
          <p:nvPr/>
        </p:nvSpPr>
        <p:spPr bwMode="auto">
          <a:xfrm>
            <a:off x="490538" y="1057275"/>
            <a:ext cx="8064500" cy="1570038"/>
          </a:xfrm>
          <a:prstGeom prst="rect">
            <a:avLst/>
          </a:prstGeom>
          <a:blipFill rotWithShape="1">
            <a:blip r:embed="rId1"/>
            <a:stretch>
              <a:fillRect l="-1134" t="-4264" b="-7752"/>
            </a:stretch>
          </a:blipFill>
          <a:ln>
            <a:noFill/>
          </a:ln>
        </p:spPr>
        <p:txBody>
          <a:bodyPr/>
          <a:lstStyle/>
          <a:p>
            <a:pPr eaLnBrk="1" hangingPunct="1">
              <a:defRPr/>
            </a:pPr>
            <a:r>
              <a:rPr lang="zh-CN" altLang="en-US">
                <a:noFill/>
              </a:rPr>
              <a:t> </a:t>
            </a:r>
            <a:endParaRPr lang="zh-CN" altLang="en-US">
              <a:noFill/>
            </a:endParaRPr>
          </a:p>
        </p:txBody>
      </p:sp>
      <p:grpSp>
        <p:nvGrpSpPr>
          <p:cNvPr id="8196" name="组合 1"/>
          <p:cNvGrpSpPr/>
          <p:nvPr/>
        </p:nvGrpSpPr>
        <p:grpSpPr bwMode="auto">
          <a:xfrm>
            <a:off x="5805488" y="2781300"/>
            <a:ext cx="3170237" cy="3328988"/>
            <a:chOff x="5805488" y="2205038"/>
            <a:chExt cx="3170237" cy="3328987"/>
          </a:xfrm>
        </p:grpSpPr>
        <p:pic>
          <p:nvPicPr>
            <p:cNvPr id="8198" name="Picture 5" descr="C:\Users\Administrator\AppData\Roaming\Tencent\Users\48161784\QQ\WinTemp\RichOle\HA2U2QGY]IPOUBGT[PWTGE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5488" y="2365375"/>
              <a:ext cx="27368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199" name="直接箭头连接符 11"/>
            <p:cNvCxnSpPr>
              <a:cxnSpLocks noChangeShapeType="1"/>
            </p:cNvCxnSpPr>
            <p:nvPr/>
          </p:nvCxnSpPr>
          <p:spPr bwMode="auto">
            <a:xfrm flipV="1">
              <a:off x="8377238" y="2205038"/>
              <a:ext cx="0" cy="3168650"/>
            </a:xfrm>
            <a:prstGeom prst="straightConnector1">
              <a:avLst/>
            </a:prstGeom>
            <a:noFill/>
            <a:ln w="22225">
              <a:solidFill>
                <a:srgbClr val="C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200" name="Object 7"/>
            <p:cNvGraphicFramePr>
              <a:graphicFrameLocks noChangeAspect="1"/>
            </p:cNvGraphicFramePr>
            <p:nvPr/>
          </p:nvGraphicFramePr>
          <p:xfrm>
            <a:off x="8447088" y="2482850"/>
            <a:ext cx="373062" cy="290513"/>
          </p:xfrm>
          <a:graphic>
            <a:graphicData uri="http://schemas.openxmlformats.org/presentationml/2006/ole">
              <mc:AlternateContent xmlns:mc="http://schemas.openxmlformats.org/markup-compatibility/2006">
                <mc:Choice xmlns:v="urn:schemas-microsoft-com:vml" Requires="v">
                  <p:oleObj spid="_x0000_s8204" name="" r:id="rId3" imgW="229235" imgH="178435" progId="Equation.DSMT4">
                    <p:embed/>
                  </p:oleObj>
                </mc:Choice>
                <mc:Fallback>
                  <p:oleObj name="" r:id="rId3" imgW="229235" imgH="178435"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7088" y="2482850"/>
                          <a:ext cx="373062"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1" name="Object 8"/>
            <p:cNvGraphicFramePr>
              <a:graphicFrameLocks noChangeAspect="1"/>
            </p:cNvGraphicFramePr>
            <p:nvPr/>
          </p:nvGraphicFramePr>
          <p:xfrm>
            <a:off x="8396288" y="3457575"/>
            <a:ext cx="579437" cy="331788"/>
          </p:xfrm>
          <a:graphic>
            <a:graphicData uri="http://schemas.openxmlformats.org/presentationml/2006/ole">
              <mc:AlternateContent xmlns:mc="http://schemas.openxmlformats.org/markup-compatibility/2006">
                <mc:Choice xmlns:v="urn:schemas-microsoft-com:vml" Requires="v">
                  <p:oleObj spid="_x0000_s8205" name="" r:id="rId5" imgW="356235" imgH="203835" progId="Equation.DSMT4">
                    <p:embed/>
                  </p:oleObj>
                </mc:Choice>
                <mc:Fallback>
                  <p:oleObj name="" r:id="rId5" imgW="356235" imgH="203835"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6288" y="3457575"/>
                          <a:ext cx="579437"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 name="矩形 9"/>
          <p:cNvSpPr>
            <a:spLocks noRot="1" noChangeAspect="1" noMove="1" noResize="1" noEditPoints="1" noAdjustHandles="1" noChangeArrowheads="1" noChangeShapeType="1" noTextEdit="1"/>
          </p:cNvSpPr>
          <p:nvPr/>
        </p:nvSpPr>
        <p:spPr bwMode="auto">
          <a:xfrm>
            <a:off x="611188" y="2924175"/>
            <a:ext cx="4897437" cy="2209800"/>
          </a:xfrm>
          <a:prstGeom prst="rect">
            <a:avLst/>
          </a:prstGeom>
          <a:blipFill rotWithShape="1">
            <a:blip r:embed="rId7"/>
            <a:srcRect/>
            <a:stretch>
              <a:fillRect l="-1617" t="-2207" r="-1741" b="-52615"/>
            </a:stretch>
          </a:blipFill>
          <a:ln>
            <a:noFill/>
          </a:ln>
        </p:spPr>
        <p:txBody>
          <a:bodyPr/>
          <a:lstStyle/>
          <a:p>
            <a:pPr eaLnBrk="1" hangingPunct="1">
              <a:defRPr/>
            </a:pPr>
            <a:r>
              <a:rPr lang="zh-CN" altLang="en-US">
                <a:noFill/>
              </a:rPr>
              <a:t> </a:t>
            </a:r>
            <a:endParaRPr lang="zh-CN" altLang="en-US">
              <a:noFill/>
            </a:endParaRPr>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1"/>
          <p:cNvSpPr txBox="1">
            <a:spLocks noChangeArrowheads="1"/>
          </p:cNvSpPr>
          <p:nvPr/>
        </p:nvSpPr>
        <p:spPr bwMode="auto">
          <a:xfrm>
            <a:off x="179388" y="115888"/>
            <a:ext cx="6915150"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           </a:t>
            </a:r>
            <a:r>
              <a:rPr lang="en-US" b="1" i="1">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rPr>
              <a:t>Interference </a:t>
            </a:r>
            <a:r>
              <a:rPr lang="en-US" b="1">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rPr>
              <a:t>(</a:t>
            </a:r>
            <a:r>
              <a:rPr lang="en-US" b="1">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干涉</a:t>
            </a:r>
            <a:r>
              <a:rPr lang="en-US" b="1">
                <a:solidFill>
                  <a:srgbClr val="C00000"/>
                </a:solidFill>
                <a:effectLst>
                  <a:outerShdw blurRad="38100" dist="38100" dir="2700000" algn="tl">
                    <a:srgbClr val="C0C0C0"/>
                  </a:outerShdw>
                </a:effectLst>
                <a:latin typeface="Arial" panose="020B0604020202020204" pitchFamily="34" charset="0"/>
                <a:ea typeface="宋体" panose="02010600030101010101" pitchFamily="2" charset="-122"/>
              </a:rPr>
              <a:t>)</a:t>
            </a:r>
            <a:r>
              <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          </a:t>
            </a:r>
            <a:endParaRPr lang="en-US" b="1">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9220"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9221" name="Rectangle 6"/>
          <p:cNvSpPr>
            <a:spLocks noChangeArrowheads="1"/>
          </p:cNvSpPr>
          <p:nvPr/>
        </p:nvSpPr>
        <p:spPr bwMode="auto">
          <a:xfrm>
            <a:off x="304800" y="1071533"/>
            <a:ext cx="7916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000" dirty="0">
                <a:latin typeface="Times New Roman" panose="02020603050405020304" pitchFamily="18" charset="0"/>
              </a:rPr>
              <a:t>a) At the center point, </a:t>
            </a:r>
            <a:r>
              <a:rPr lang="en-US" altLang="zh-CN" sz="2000" i="1" dirty="0">
                <a:latin typeface="Times New Roman" panose="02020603050405020304" pitchFamily="18" charset="0"/>
              </a:rPr>
              <a:t>m</a:t>
            </a:r>
            <a:r>
              <a:rPr lang="en-US" altLang="zh-CN" sz="2000" dirty="0">
                <a:latin typeface="Times New Roman" panose="02020603050405020304" pitchFamily="18" charset="0"/>
              </a:rPr>
              <a:t>=7, so the </a:t>
            </a:r>
            <a:r>
              <a:rPr lang="en-US" altLang="zh-CN" sz="2000" dirty="0" smtClean="0">
                <a:latin typeface="Times New Roman" panose="02020603050405020304" pitchFamily="18" charset="0"/>
              </a:rPr>
              <a:t>optical difference </a:t>
            </a:r>
            <a:r>
              <a:rPr lang="en-US" altLang="zh-CN" sz="2000" dirty="0">
                <a:latin typeface="Times New Roman" panose="02020603050405020304" pitchFamily="18" charset="0"/>
              </a:rPr>
              <a:t>at the center point is</a:t>
            </a:r>
            <a:r>
              <a:rPr lang="zh-CN" altLang="en-US" sz="2000" dirty="0">
                <a:latin typeface="Times New Roman" panose="02020603050405020304" pitchFamily="18" charset="0"/>
              </a:rPr>
              <a:t>：</a:t>
            </a:r>
            <a:endParaRPr lang="zh-CN" altLang="en-US" sz="2000" dirty="0"/>
          </a:p>
        </p:txBody>
      </p:sp>
      <p:graphicFrame>
        <p:nvGraphicFramePr>
          <p:cNvPr id="9222" name="Object 7"/>
          <p:cNvGraphicFramePr>
            <a:graphicFrameLocks noChangeAspect="1"/>
          </p:cNvGraphicFramePr>
          <p:nvPr/>
        </p:nvGraphicFramePr>
        <p:xfrm>
          <a:off x="1641143" y="4277518"/>
          <a:ext cx="2819400" cy="1304925"/>
        </p:xfrm>
        <a:graphic>
          <a:graphicData uri="http://schemas.openxmlformats.org/presentationml/2006/ole">
            <mc:AlternateContent xmlns:mc="http://schemas.openxmlformats.org/markup-compatibility/2006">
              <mc:Choice xmlns:v="urn:schemas-microsoft-com:vml" Requires="v">
                <p:oleObj spid="_x0000_s9249" name="Equation" r:id="rId1" imgW="42367200" imgH="19507200" progId="Equation.DSMT4">
                  <p:embed/>
                </p:oleObj>
              </mc:Choice>
              <mc:Fallback>
                <p:oleObj name="Equation" r:id="rId1" imgW="42367200" imgH="19507200" progId="Equation.DSMT4">
                  <p:embed/>
                  <p:pic>
                    <p:nvPicPr>
                      <p:cNvPr id="0" name="Object 7"/>
                      <p:cNvPicPr>
                        <a:picLocks noChangeAspect="1" noChangeArrowheads="1"/>
                      </p:cNvPicPr>
                      <p:nvPr/>
                    </p:nvPicPr>
                    <p:blipFill>
                      <a:blip r:embed="rId2"/>
                      <a:srcRect/>
                      <a:stretch>
                        <a:fillRect/>
                      </a:stretch>
                    </p:blipFill>
                    <p:spPr bwMode="auto">
                      <a:xfrm>
                        <a:off x="1641143" y="4277518"/>
                        <a:ext cx="28194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3" name="Object 8"/>
          <p:cNvGraphicFramePr>
            <a:graphicFrameLocks noChangeAspect="1"/>
          </p:cNvGraphicFramePr>
          <p:nvPr/>
        </p:nvGraphicFramePr>
        <p:xfrm>
          <a:off x="1884363" y="4827588"/>
          <a:ext cx="187325" cy="292100"/>
        </p:xfrm>
        <a:graphic>
          <a:graphicData uri="http://schemas.openxmlformats.org/presentationml/2006/ole">
            <mc:AlternateContent xmlns:mc="http://schemas.openxmlformats.org/markup-compatibility/2006">
              <mc:Choice xmlns:v="urn:schemas-microsoft-com:vml" Requires="v">
                <p:oleObj spid="_x0000_s9250" name="Equation" r:id="rId3" imgW="114300" imgH="177800" progId="Equation.DSMT4">
                  <p:embed/>
                </p:oleObj>
              </mc:Choice>
              <mc:Fallback>
                <p:oleObj name="Equation" r:id="rId3" imgW="114300" imgH="1778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4363" y="4827588"/>
                        <a:ext cx="1873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矩形 11"/>
          <p:cNvSpPr>
            <a:spLocks noChangeArrowheads="1"/>
          </p:cNvSpPr>
          <p:nvPr/>
        </p:nvSpPr>
        <p:spPr bwMode="auto">
          <a:xfrm>
            <a:off x="317500" y="3065463"/>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a:latin typeface="Times New Roman" panose="02020603050405020304" pitchFamily="18" charset="0"/>
              </a:rPr>
              <a:t>b) </a:t>
            </a:r>
            <a:endParaRPr lang="zh-CN" altLang="en-US" sz="1800"/>
          </a:p>
        </p:txBody>
      </p:sp>
      <p:sp>
        <p:nvSpPr>
          <p:cNvPr id="9225"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9226" name="Text Box 16"/>
          <p:cNvSpPr txBox="1">
            <a:spLocks noChangeArrowheads="1"/>
          </p:cNvSpPr>
          <p:nvPr/>
        </p:nvSpPr>
        <p:spPr bwMode="auto">
          <a:xfrm>
            <a:off x="649288" y="3065463"/>
            <a:ext cx="48031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000" dirty="0">
                <a:latin typeface="Times New Roman" panose="02020603050405020304" pitchFamily="18" charset="0"/>
              </a:rPr>
              <a:t>At the point of </a:t>
            </a:r>
            <a:r>
              <a:rPr lang="en-US" altLang="zh-CN" sz="2000" i="1" dirty="0">
                <a:latin typeface="Times New Roman" panose="02020603050405020304" pitchFamily="18" charset="0"/>
              </a:rPr>
              <a:t>m</a:t>
            </a:r>
            <a:r>
              <a:rPr lang="en-US" altLang="zh-CN" sz="2000" dirty="0">
                <a:latin typeface="Times New Roman" panose="02020603050405020304" pitchFamily="18" charset="0"/>
              </a:rPr>
              <a:t>=0, the </a:t>
            </a:r>
            <a:r>
              <a:rPr lang="en-US" altLang="zh-CN" sz="2000" dirty="0" smtClean="0">
                <a:latin typeface="Times New Roman" panose="02020603050405020304" pitchFamily="18" charset="0"/>
              </a:rPr>
              <a:t>optical </a:t>
            </a:r>
            <a:r>
              <a:rPr lang="en-US" altLang="zh-CN" sz="2000" dirty="0" err="1" smtClean="0">
                <a:latin typeface="Times New Roman" panose="02020603050405020304" pitchFamily="18" charset="0"/>
              </a:rPr>
              <a:t>differece</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is </a:t>
            </a:r>
            <a:r>
              <a:rPr lang="en-US" altLang="zh-CN" sz="2000" b="1" dirty="0">
                <a:solidFill>
                  <a:srgbClr val="FF0066"/>
                </a:solidFill>
                <a:latin typeface="Times New Roman" panose="02020603050405020304" pitchFamily="18" charset="0"/>
              </a:rPr>
              <a:t>0</a:t>
            </a:r>
            <a:endParaRPr lang="en-US" altLang="zh-CN" sz="2000" b="1" dirty="0">
              <a:solidFill>
                <a:srgbClr val="FF0066"/>
              </a:solidFill>
              <a:latin typeface="Times New Roman" panose="02020603050405020304" pitchFamily="18" charset="0"/>
            </a:endParaRPr>
          </a:p>
        </p:txBody>
      </p:sp>
      <p:graphicFrame>
        <p:nvGraphicFramePr>
          <p:cNvPr id="9227" name="Object 17"/>
          <p:cNvGraphicFramePr>
            <a:graphicFrameLocks noChangeAspect="1"/>
          </p:cNvGraphicFramePr>
          <p:nvPr/>
        </p:nvGraphicFramePr>
        <p:xfrm>
          <a:off x="1835696" y="3719909"/>
          <a:ext cx="1914525" cy="341313"/>
        </p:xfrm>
        <a:graphic>
          <a:graphicData uri="http://schemas.openxmlformats.org/presentationml/2006/ole">
            <mc:AlternateContent xmlns:mc="http://schemas.openxmlformats.org/markup-compatibility/2006">
              <mc:Choice xmlns:v="urn:schemas-microsoft-com:vml" Requires="v">
                <p:oleObj spid="_x0000_s9251" name="Equation" r:id="rId5" imgW="27432000" imgH="4876800" progId="Equation.DSMT4">
                  <p:embed/>
                </p:oleObj>
              </mc:Choice>
              <mc:Fallback>
                <p:oleObj name="Equation" r:id="rId5" imgW="27432000" imgH="4876800" progId="Equation.DSMT4">
                  <p:embed/>
                  <p:pic>
                    <p:nvPicPr>
                      <p:cNvPr id="0" name="Object 17"/>
                      <p:cNvPicPr>
                        <a:picLocks noChangeAspect="1" noChangeArrowheads="1"/>
                      </p:cNvPicPr>
                      <p:nvPr/>
                    </p:nvPicPr>
                    <p:blipFill>
                      <a:blip r:embed="rId6"/>
                      <a:srcRect/>
                      <a:stretch>
                        <a:fillRect/>
                      </a:stretch>
                    </p:blipFill>
                    <p:spPr bwMode="auto">
                      <a:xfrm>
                        <a:off x="1835696" y="3719909"/>
                        <a:ext cx="19145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228" name="组合 1"/>
          <p:cNvGrpSpPr/>
          <p:nvPr/>
        </p:nvGrpSpPr>
        <p:grpSpPr bwMode="auto">
          <a:xfrm>
            <a:off x="5977037" y="2279253"/>
            <a:ext cx="2736850" cy="3313112"/>
            <a:chOff x="5867400" y="2636838"/>
            <a:chExt cx="2736850" cy="3313112"/>
          </a:xfrm>
        </p:grpSpPr>
        <p:pic>
          <p:nvPicPr>
            <p:cNvPr id="9233" name="Picture 5" descr="C:\Users\Administrator\AppData\Roaming\Tencent\Users\48161784\QQ\WinTemp\RichOle\HA2U2QGY]IPOUBGT[PWTGEA.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2781300"/>
              <a:ext cx="27368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234" name="直接连接符 3"/>
            <p:cNvCxnSpPr>
              <a:cxnSpLocks noChangeShapeType="1"/>
            </p:cNvCxnSpPr>
            <p:nvPr/>
          </p:nvCxnSpPr>
          <p:spPr bwMode="auto">
            <a:xfrm flipV="1">
              <a:off x="6875463" y="3284538"/>
              <a:ext cx="1584325" cy="504825"/>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5" name="直接连接符 5"/>
            <p:cNvCxnSpPr>
              <a:cxnSpLocks noChangeShapeType="1"/>
            </p:cNvCxnSpPr>
            <p:nvPr/>
          </p:nvCxnSpPr>
          <p:spPr bwMode="auto">
            <a:xfrm flipV="1">
              <a:off x="6875463" y="3284538"/>
              <a:ext cx="1584325" cy="936625"/>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6" name="直接连接符 7"/>
            <p:cNvCxnSpPr>
              <a:cxnSpLocks noChangeShapeType="1"/>
            </p:cNvCxnSpPr>
            <p:nvPr/>
          </p:nvCxnSpPr>
          <p:spPr bwMode="auto">
            <a:xfrm>
              <a:off x="6875463" y="3789363"/>
              <a:ext cx="1584325" cy="612775"/>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7" name="直接连接符 9"/>
            <p:cNvCxnSpPr>
              <a:cxnSpLocks noChangeShapeType="1"/>
            </p:cNvCxnSpPr>
            <p:nvPr/>
          </p:nvCxnSpPr>
          <p:spPr bwMode="auto">
            <a:xfrm>
              <a:off x="6875463" y="4221163"/>
              <a:ext cx="1584325" cy="180975"/>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8" name="直接连接符 11"/>
            <p:cNvCxnSpPr>
              <a:cxnSpLocks noChangeShapeType="1"/>
            </p:cNvCxnSpPr>
            <p:nvPr/>
          </p:nvCxnSpPr>
          <p:spPr bwMode="auto">
            <a:xfrm>
              <a:off x="6875463" y="3789363"/>
              <a:ext cx="219075" cy="306387"/>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9" name="直接连接符 13"/>
            <p:cNvCxnSpPr>
              <a:cxnSpLocks noChangeShapeType="1"/>
            </p:cNvCxnSpPr>
            <p:nvPr/>
          </p:nvCxnSpPr>
          <p:spPr bwMode="auto">
            <a:xfrm flipH="1">
              <a:off x="6875463" y="3884613"/>
              <a:ext cx="227012" cy="336550"/>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0" name="直接箭头连接符 11"/>
            <p:cNvCxnSpPr>
              <a:cxnSpLocks noChangeShapeType="1"/>
            </p:cNvCxnSpPr>
            <p:nvPr/>
          </p:nvCxnSpPr>
          <p:spPr bwMode="auto">
            <a:xfrm flipV="1">
              <a:off x="8428038" y="2636838"/>
              <a:ext cx="0" cy="3168650"/>
            </a:xfrm>
            <a:prstGeom prst="straightConnector1">
              <a:avLst/>
            </a:prstGeom>
            <a:noFill/>
            <a:ln w="22225">
              <a:solidFill>
                <a:srgbClr val="C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9241" name="对象 18"/>
            <p:cNvGraphicFramePr>
              <a:graphicFrameLocks noChangeAspect="1"/>
            </p:cNvGraphicFramePr>
            <p:nvPr/>
          </p:nvGraphicFramePr>
          <p:xfrm>
            <a:off x="7107238" y="2891207"/>
            <a:ext cx="1231900" cy="393700"/>
          </p:xfrm>
          <a:graphic>
            <a:graphicData uri="http://schemas.openxmlformats.org/presentationml/2006/ole">
              <mc:AlternateContent xmlns:mc="http://schemas.openxmlformats.org/markup-compatibility/2006">
                <mc:Choice xmlns:v="urn:schemas-microsoft-com:vml" Requires="v">
                  <p:oleObj spid="_x0000_s9252" name="Equation" r:id="rId8" imgW="1231265" imgH="393700" progId="Equation.DSMT4">
                    <p:embed/>
                  </p:oleObj>
                </mc:Choice>
                <mc:Fallback>
                  <p:oleObj name="Equation" r:id="rId8" imgW="1231265" imgH="393700" progId="Equation.DSMT4">
                    <p:embed/>
                    <p:pic>
                      <p:nvPicPr>
                        <p:cNvPr id="0" name="对象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07238" y="2891207"/>
                          <a:ext cx="12319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42" name="对象 19"/>
            <p:cNvGraphicFramePr>
              <a:graphicFrameLocks noChangeAspect="1"/>
            </p:cNvGraphicFramePr>
            <p:nvPr/>
          </p:nvGraphicFramePr>
          <p:xfrm>
            <a:off x="7081838" y="4413619"/>
            <a:ext cx="1244600" cy="419100"/>
          </p:xfrm>
          <a:graphic>
            <a:graphicData uri="http://schemas.openxmlformats.org/presentationml/2006/ole">
              <mc:AlternateContent xmlns:mc="http://schemas.openxmlformats.org/markup-compatibility/2006">
                <mc:Choice xmlns:v="urn:schemas-microsoft-com:vml" Requires="v">
                  <p:oleObj spid="_x0000_s9253" name="Equation" r:id="rId10" imgW="1244600" imgH="419100" progId="Equation.DSMT4">
                    <p:embed/>
                  </p:oleObj>
                </mc:Choice>
                <mc:Fallback>
                  <p:oleObj name="Equation" r:id="rId10" imgW="1244600" imgH="419100" progId="Equation.DSMT4">
                    <p:embed/>
                    <p:pic>
                      <p:nvPicPr>
                        <p:cNvPr id="0" name="对象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81838" y="4413619"/>
                          <a:ext cx="1244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229" name="对象 1"/>
          <p:cNvGraphicFramePr>
            <a:graphicFrameLocks noChangeAspect="1"/>
          </p:cNvGraphicFramePr>
          <p:nvPr/>
        </p:nvGraphicFramePr>
        <p:xfrm>
          <a:off x="1226343" y="1628800"/>
          <a:ext cx="3508375" cy="917575"/>
        </p:xfrm>
        <a:graphic>
          <a:graphicData uri="http://schemas.openxmlformats.org/presentationml/2006/ole">
            <mc:AlternateContent xmlns:mc="http://schemas.openxmlformats.org/markup-compatibility/2006">
              <mc:Choice xmlns:v="urn:schemas-microsoft-com:vml" Requires="v">
                <p:oleObj spid="_x0000_s9254" name="Equation" r:id="rId12" imgW="58521600" imgH="15240000" progId="Equation.DSMT4">
                  <p:embed/>
                </p:oleObj>
              </mc:Choice>
              <mc:Fallback>
                <p:oleObj name="Equation" r:id="rId12" imgW="58521600" imgH="15240000" progId="Equation.DSMT4">
                  <p:embed/>
                  <p:pic>
                    <p:nvPicPr>
                      <p:cNvPr id="0" name="对象 1"/>
                      <p:cNvPicPr>
                        <a:picLocks noChangeAspect="1" noChangeArrowheads="1"/>
                      </p:cNvPicPr>
                      <p:nvPr/>
                    </p:nvPicPr>
                    <p:blipFill>
                      <a:blip r:embed="rId13"/>
                      <a:srcRect/>
                      <a:stretch>
                        <a:fillRect/>
                      </a:stretch>
                    </p:blipFill>
                    <p:spPr bwMode="auto">
                      <a:xfrm>
                        <a:off x="1226343" y="1628800"/>
                        <a:ext cx="35083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1"/>
          <p:cNvSpPr txBox="1">
            <a:spLocks noChangeArrowheads="1"/>
          </p:cNvSpPr>
          <p:nvPr/>
        </p:nvSpPr>
        <p:spPr bwMode="auto">
          <a:xfrm>
            <a:off x="179388" y="87313"/>
            <a:ext cx="7546975"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Review of Ch35           </a:t>
            </a:r>
            <a:r>
              <a:rPr lang="en-US" b="1" dirty="0">
                <a:solidFill>
                  <a:srgbClr val="FF3300"/>
                </a:solidFill>
                <a:latin typeface="Arial" panose="020B0604020202020204" pitchFamily="34" charset="0"/>
                <a:ea typeface="宋体" panose="02010600030101010101" pitchFamily="2" charset="-122"/>
              </a:rPr>
              <a:t>Interference from Thin Films</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1024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4700" y="4005263"/>
            <a:ext cx="16430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7"/>
          <p:cNvSpPr txBox="1">
            <a:spLocks noChangeArrowheads="1"/>
          </p:cNvSpPr>
          <p:nvPr/>
        </p:nvSpPr>
        <p:spPr bwMode="auto">
          <a:xfrm>
            <a:off x="523875" y="3665538"/>
            <a:ext cx="4214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latin typeface="Times New Roman" panose="02020603050405020304" pitchFamily="18" charset="0"/>
              </a:rPr>
              <a:t>For</a:t>
            </a:r>
            <a:r>
              <a:rPr lang="zh-CN" altLang="en-US" sz="2000" b="1">
                <a:latin typeface="Times New Roman" panose="02020603050405020304" pitchFamily="18" charset="0"/>
              </a:rPr>
              <a:t> </a:t>
            </a:r>
            <a:r>
              <a:rPr lang="en-US" altLang="zh-CN" sz="2000" b="1">
                <a:latin typeface="Times New Roman" panose="02020603050405020304" pitchFamily="18" charset="0"/>
              </a:rPr>
              <a:t>constructive</a:t>
            </a:r>
            <a:r>
              <a:rPr lang="zh-CN" altLang="en-US" sz="2000" b="1">
                <a:latin typeface="Times New Roman" panose="02020603050405020304" pitchFamily="18" charset="0"/>
              </a:rPr>
              <a:t> </a:t>
            </a:r>
            <a:r>
              <a:rPr lang="en-US" altLang="zh-CN" sz="2000" b="1">
                <a:latin typeface="Times New Roman" panose="02020603050405020304" pitchFamily="18" charset="0"/>
              </a:rPr>
              <a:t>interference</a:t>
            </a:r>
            <a:r>
              <a:rPr lang="zh-CN" altLang="en-US" sz="2000" b="1">
                <a:latin typeface="Times New Roman" panose="02020603050405020304" pitchFamily="18" charset="0"/>
              </a:rPr>
              <a:t> </a:t>
            </a:r>
            <a:r>
              <a:rPr lang="en-US" altLang="zh-CN" sz="2000" b="1">
                <a:latin typeface="Times New Roman" panose="02020603050405020304" pitchFamily="18" charset="0"/>
              </a:rPr>
              <a:t>:</a:t>
            </a:r>
            <a:endParaRPr lang="zh-CN" altLang="en-US" sz="2000" b="1">
              <a:latin typeface="Times New Roman" panose="02020603050405020304" pitchFamily="18" charset="0"/>
            </a:endParaRPr>
          </a:p>
        </p:txBody>
      </p:sp>
      <p:pic>
        <p:nvPicPr>
          <p:cNvPr id="1024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1888" y="4003675"/>
            <a:ext cx="40163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TextBox 9"/>
          <p:cNvSpPr txBox="1">
            <a:spLocks noChangeArrowheads="1"/>
          </p:cNvSpPr>
          <p:nvPr/>
        </p:nvSpPr>
        <p:spPr bwMode="auto">
          <a:xfrm>
            <a:off x="495300" y="4529138"/>
            <a:ext cx="4214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latin typeface="Times New Roman" panose="02020603050405020304" pitchFamily="18" charset="0"/>
              </a:rPr>
              <a:t> For</a:t>
            </a:r>
            <a:r>
              <a:rPr lang="zh-CN" altLang="en-US" sz="2000" b="1">
                <a:latin typeface="Times New Roman" panose="02020603050405020304" pitchFamily="18" charset="0"/>
              </a:rPr>
              <a:t> </a:t>
            </a:r>
            <a:r>
              <a:rPr lang="en-US" altLang="zh-CN" sz="2000" b="1">
                <a:latin typeface="Times New Roman" panose="02020603050405020304" pitchFamily="18" charset="0"/>
              </a:rPr>
              <a:t>destructive</a:t>
            </a:r>
            <a:r>
              <a:rPr lang="zh-CN" altLang="en-US" sz="2000" b="1">
                <a:latin typeface="Times New Roman" panose="02020603050405020304" pitchFamily="18" charset="0"/>
              </a:rPr>
              <a:t> </a:t>
            </a:r>
            <a:r>
              <a:rPr lang="en-US" altLang="zh-CN" sz="2000" b="1">
                <a:latin typeface="Times New Roman" panose="02020603050405020304" pitchFamily="18" charset="0"/>
              </a:rPr>
              <a:t>interference</a:t>
            </a:r>
            <a:r>
              <a:rPr lang="zh-CN" altLang="en-US" sz="2000" b="1">
                <a:latin typeface="Times New Roman" panose="02020603050405020304" pitchFamily="18" charset="0"/>
              </a:rPr>
              <a:t> </a:t>
            </a:r>
            <a:r>
              <a:rPr lang="en-US" altLang="zh-CN" sz="2000" b="1">
                <a:latin typeface="Times New Roman" panose="02020603050405020304" pitchFamily="18" charset="0"/>
              </a:rPr>
              <a:t>:</a:t>
            </a:r>
            <a:endParaRPr lang="zh-CN" altLang="en-US" sz="2000" b="1">
              <a:latin typeface="Times New Roman" panose="02020603050405020304" pitchFamily="18" charset="0"/>
            </a:endParaRPr>
          </a:p>
        </p:txBody>
      </p:sp>
      <p:pic>
        <p:nvPicPr>
          <p:cNvPr id="10247" name="Picture 5"/>
          <p:cNvPicPr>
            <a:picLocks noChangeAspect="1" noChangeArrowheads="1"/>
          </p:cNvPicPr>
          <p:nvPr/>
        </p:nvPicPr>
        <p:blipFill>
          <a:blip r:embed="rId3">
            <a:lum contrast="40000"/>
            <a:extLst>
              <a:ext uri="{28A0092B-C50C-407E-A947-70E740481C1C}">
                <a14:useLocalDpi xmlns:a14="http://schemas.microsoft.com/office/drawing/2010/main" val="0"/>
              </a:ext>
            </a:extLst>
          </a:blip>
          <a:srcRect/>
          <a:stretch>
            <a:fillRect/>
          </a:stretch>
        </p:blipFill>
        <p:spPr bwMode="auto">
          <a:xfrm>
            <a:off x="2816225" y="4065588"/>
            <a:ext cx="21431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6"/>
          <p:cNvPicPr>
            <a:picLocks noChangeAspect="1" noChangeArrowheads="1"/>
          </p:cNvPicPr>
          <p:nvPr/>
        </p:nvPicPr>
        <p:blipFill>
          <a:blip r:embed="rId4">
            <a:lum contrast="40000"/>
            <a:extLst>
              <a:ext uri="{28A0092B-C50C-407E-A947-70E740481C1C}">
                <a14:useLocalDpi xmlns:a14="http://schemas.microsoft.com/office/drawing/2010/main" val="0"/>
              </a:ext>
            </a:extLst>
          </a:blip>
          <a:srcRect/>
          <a:stretch>
            <a:fillRect/>
          </a:stretch>
        </p:blipFill>
        <p:spPr bwMode="auto">
          <a:xfrm>
            <a:off x="766763" y="4938713"/>
            <a:ext cx="121443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7"/>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2266950" y="5078413"/>
            <a:ext cx="2000250"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Box 13"/>
          <p:cNvSpPr txBox="1">
            <a:spLocks noChangeArrowheads="1"/>
          </p:cNvSpPr>
          <p:nvPr/>
        </p:nvSpPr>
        <p:spPr bwMode="auto">
          <a:xfrm>
            <a:off x="5722938" y="3816350"/>
            <a:ext cx="172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rPr>
              <a:t>if</a:t>
            </a:r>
            <a:r>
              <a:rPr lang="zh-CN" altLang="en-US">
                <a:latin typeface="Times New Roman" panose="02020603050405020304" pitchFamily="18" charset="0"/>
              </a:rPr>
              <a:t>  </a:t>
            </a:r>
            <a:r>
              <a:rPr lang="en-US" altLang="zh-CN" i="1">
                <a:latin typeface="Times New Roman" panose="02020603050405020304" pitchFamily="18" charset="0"/>
              </a:rPr>
              <a:t>L</a:t>
            </a:r>
            <a:r>
              <a:rPr lang="zh-CN" altLang="en-US" i="1">
                <a:latin typeface="Times New Roman" panose="02020603050405020304" pitchFamily="18" charset="0"/>
              </a:rPr>
              <a:t> </a:t>
            </a:r>
            <a:r>
              <a:rPr lang="en-US" altLang="zh-CN" i="1">
                <a:latin typeface="Times New Roman" panose="02020603050405020304" pitchFamily="18" charset="0"/>
              </a:rPr>
              <a:t>&lt;&lt;</a:t>
            </a:r>
            <a:r>
              <a:rPr lang="zh-CN" altLang="en-US" i="1">
                <a:latin typeface="Times New Roman" panose="02020603050405020304" pitchFamily="18" charset="0"/>
              </a:rPr>
              <a:t> </a:t>
            </a:r>
            <a:r>
              <a:rPr lang="el-GR" altLang="en-US" b="1" i="1">
                <a:latin typeface="Times New Roman" panose="02020603050405020304" pitchFamily="18" charset="0"/>
                <a:cs typeface="Times New Roman" panose="02020603050405020304" pitchFamily="18" charset="0"/>
              </a:rPr>
              <a:t>λ</a:t>
            </a:r>
            <a:endParaRPr lang="zh-CN" altLang="en-US" b="1">
              <a:latin typeface="Times New Roman" panose="02020603050405020304" pitchFamily="18" charset="0"/>
            </a:endParaRPr>
          </a:p>
        </p:txBody>
      </p:sp>
      <p:sp>
        <p:nvSpPr>
          <p:cNvPr id="10251" name="TextBox 14"/>
          <p:cNvSpPr txBox="1">
            <a:spLocks noChangeArrowheads="1"/>
          </p:cNvSpPr>
          <p:nvPr/>
        </p:nvSpPr>
        <p:spPr bwMode="auto">
          <a:xfrm>
            <a:off x="5722938" y="4383088"/>
            <a:ext cx="30146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800">
                <a:latin typeface="Times New Roman" panose="02020603050405020304" pitchFamily="18" charset="0"/>
              </a:rPr>
              <a:t>we</a:t>
            </a:r>
            <a:r>
              <a:rPr lang="zh-CN" altLang="en-US" sz="1800">
                <a:latin typeface="Times New Roman" panose="02020603050405020304" pitchFamily="18" charset="0"/>
              </a:rPr>
              <a:t> </a:t>
            </a:r>
            <a:r>
              <a:rPr lang="en-US" altLang="zh-CN" sz="1800">
                <a:latin typeface="Times New Roman" panose="02020603050405020304" pitchFamily="18" charset="0"/>
              </a:rPr>
              <a:t>can</a:t>
            </a:r>
            <a:r>
              <a:rPr lang="zh-CN" altLang="en-US" sz="1800">
                <a:latin typeface="Times New Roman" panose="02020603050405020304" pitchFamily="18" charset="0"/>
              </a:rPr>
              <a:t> </a:t>
            </a:r>
            <a:r>
              <a:rPr lang="en-US" altLang="zh-CN" sz="1800">
                <a:latin typeface="Times New Roman" panose="02020603050405020304" pitchFamily="18" charset="0"/>
              </a:rPr>
              <a:t>ignore</a:t>
            </a:r>
            <a:r>
              <a:rPr lang="zh-CN" altLang="en-US" sz="1800">
                <a:latin typeface="Times New Roman" panose="02020603050405020304" pitchFamily="18" charset="0"/>
              </a:rPr>
              <a:t> </a:t>
            </a:r>
            <a:r>
              <a:rPr lang="en-US" altLang="zh-CN" sz="1800">
                <a:latin typeface="Times New Roman" panose="02020603050405020304" pitchFamily="18" charset="0"/>
              </a:rPr>
              <a:t>the</a:t>
            </a:r>
            <a:r>
              <a:rPr lang="zh-CN" altLang="en-US" sz="1800">
                <a:latin typeface="Times New Roman" panose="02020603050405020304" pitchFamily="18" charset="0"/>
              </a:rPr>
              <a:t> </a:t>
            </a:r>
            <a:r>
              <a:rPr lang="en-US" altLang="zh-CN" sz="1800">
                <a:latin typeface="Times New Roman" panose="02020603050405020304" pitchFamily="18" charset="0"/>
              </a:rPr>
              <a:t>thickness</a:t>
            </a:r>
            <a:r>
              <a:rPr lang="zh-CN" altLang="en-US" sz="1800">
                <a:latin typeface="Times New Roman" panose="02020603050405020304" pitchFamily="18" charset="0"/>
              </a:rPr>
              <a:t> </a:t>
            </a:r>
            <a:r>
              <a:rPr lang="en-US" altLang="zh-CN" sz="1800">
                <a:latin typeface="Times New Roman" panose="02020603050405020304" pitchFamily="18" charset="0"/>
              </a:rPr>
              <a:t>of</a:t>
            </a:r>
            <a:r>
              <a:rPr lang="zh-CN" altLang="en-US" sz="1800">
                <a:latin typeface="Times New Roman" panose="02020603050405020304" pitchFamily="18" charset="0"/>
              </a:rPr>
              <a:t> </a:t>
            </a:r>
            <a:r>
              <a:rPr lang="en-US" altLang="zh-CN" sz="1800">
                <a:latin typeface="Times New Roman" panose="02020603050405020304" pitchFamily="18" charset="0"/>
              </a:rPr>
              <a:t>the</a:t>
            </a:r>
            <a:r>
              <a:rPr lang="zh-CN" altLang="en-US" sz="1800">
                <a:latin typeface="Times New Roman" panose="02020603050405020304" pitchFamily="18" charset="0"/>
              </a:rPr>
              <a:t> </a:t>
            </a:r>
            <a:r>
              <a:rPr lang="en-US" altLang="zh-CN" sz="1800">
                <a:latin typeface="Times New Roman" panose="02020603050405020304" pitchFamily="18" charset="0"/>
              </a:rPr>
              <a:t>film. And it  always</a:t>
            </a:r>
            <a:r>
              <a:rPr lang="zh-CN" altLang="en-US" sz="1800">
                <a:latin typeface="Times New Roman" panose="02020603050405020304" pitchFamily="18" charset="0"/>
              </a:rPr>
              <a:t> </a:t>
            </a:r>
            <a:r>
              <a:rPr lang="en-US" altLang="zh-CN" sz="1800">
                <a:latin typeface="Times New Roman" panose="02020603050405020304" pitchFamily="18" charset="0"/>
              </a:rPr>
              <a:t>results destructive</a:t>
            </a:r>
            <a:r>
              <a:rPr lang="zh-CN" altLang="en-US" sz="1800">
                <a:latin typeface="Times New Roman" panose="02020603050405020304" pitchFamily="18" charset="0"/>
              </a:rPr>
              <a:t> </a:t>
            </a:r>
            <a:r>
              <a:rPr lang="en-US" altLang="zh-CN" sz="1800">
                <a:latin typeface="Times New Roman" panose="02020603050405020304" pitchFamily="18" charset="0"/>
              </a:rPr>
              <a:t>interference</a:t>
            </a:r>
            <a:r>
              <a:rPr lang="zh-CN" altLang="en-US" sz="1800">
                <a:latin typeface="Times New Roman" panose="02020603050405020304" pitchFamily="18" charset="0"/>
              </a:rPr>
              <a:t> </a:t>
            </a:r>
            <a:r>
              <a:rPr lang="en-US" altLang="zh-CN" sz="1800">
                <a:latin typeface="Times New Roman" panose="02020603050405020304" pitchFamily="18" charset="0"/>
              </a:rPr>
              <a:t>as</a:t>
            </a:r>
            <a:r>
              <a:rPr lang="zh-CN" altLang="en-US" sz="1800">
                <a:latin typeface="Times New Roman" panose="02020603050405020304" pitchFamily="18" charset="0"/>
              </a:rPr>
              <a:t> </a:t>
            </a:r>
            <a:r>
              <a:rPr lang="en-US" altLang="zh-CN" sz="1800">
                <a:latin typeface="Times New Roman" panose="02020603050405020304" pitchFamily="18" charset="0"/>
              </a:rPr>
              <a:t>the</a:t>
            </a:r>
            <a:r>
              <a:rPr lang="zh-CN" altLang="en-US" sz="1800">
                <a:latin typeface="Times New Roman" panose="02020603050405020304" pitchFamily="18" charset="0"/>
              </a:rPr>
              <a:t> </a:t>
            </a:r>
            <a:r>
              <a:rPr lang="en-US" altLang="zh-CN" sz="1800">
                <a:latin typeface="Times New Roman" panose="02020603050405020304" pitchFamily="18" charset="0"/>
              </a:rPr>
              <a:t>phase</a:t>
            </a:r>
            <a:r>
              <a:rPr lang="zh-CN" altLang="en-US" sz="1800">
                <a:latin typeface="Times New Roman" panose="02020603050405020304" pitchFamily="18" charset="0"/>
              </a:rPr>
              <a:t> </a:t>
            </a:r>
            <a:r>
              <a:rPr lang="en-US" altLang="zh-CN" sz="1800">
                <a:latin typeface="Times New Roman" panose="02020603050405020304" pitchFamily="18" charset="0"/>
              </a:rPr>
              <a:t>difference</a:t>
            </a:r>
            <a:r>
              <a:rPr lang="zh-CN" altLang="en-US" sz="1800">
                <a:latin typeface="Times New Roman" panose="02020603050405020304" pitchFamily="18" charset="0"/>
              </a:rPr>
              <a:t> </a:t>
            </a:r>
            <a:r>
              <a:rPr lang="en-US" altLang="zh-CN" sz="1800">
                <a:latin typeface="Times New Roman" panose="02020603050405020304" pitchFamily="18" charset="0"/>
              </a:rPr>
              <a:t>is</a:t>
            </a:r>
            <a:r>
              <a:rPr lang="zh-CN" altLang="en-US" sz="1800">
                <a:latin typeface="Times New Roman" panose="02020603050405020304" pitchFamily="18" charset="0"/>
              </a:rPr>
              <a:t> </a:t>
            </a:r>
            <a:r>
              <a:rPr lang="en-US" altLang="zh-CN" sz="1800">
                <a:latin typeface="Times New Roman" panose="02020603050405020304" pitchFamily="18" charset="0"/>
              </a:rPr>
              <a:t>always</a:t>
            </a:r>
            <a:r>
              <a:rPr lang="zh-CN" altLang="en-US" sz="1800">
                <a:latin typeface="Times New Roman" panose="02020603050405020304" pitchFamily="18" charset="0"/>
              </a:rPr>
              <a:t> </a:t>
            </a:r>
            <a:r>
              <a:rPr lang="en-US" altLang="zh-CN" sz="1800">
                <a:latin typeface="Times New Roman" panose="02020603050405020304" pitchFamily="18" charset="0"/>
              </a:rPr>
              <a:t>1/2</a:t>
            </a:r>
            <a:endParaRPr lang="zh-CN" altLang="en-US" sz="1800">
              <a:latin typeface="Times New Roman" panose="02020603050405020304" pitchFamily="18" charset="0"/>
            </a:endParaRPr>
          </a:p>
        </p:txBody>
      </p:sp>
      <p:graphicFrame>
        <p:nvGraphicFramePr>
          <p:cNvPr id="10252" name="Object 12"/>
          <p:cNvGraphicFramePr>
            <a:graphicFrameLocks noChangeAspect="1"/>
          </p:cNvGraphicFramePr>
          <p:nvPr/>
        </p:nvGraphicFramePr>
        <p:xfrm>
          <a:off x="4203700" y="1484313"/>
          <a:ext cx="725488" cy="374650"/>
        </p:xfrm>
        <a:graphic>
          <a:graphicData uri="http://schemas.openxmlformats.org/presentationml/2006/ole">
            <mc:AlternateContent xmlns:mc="http://schemas.openxmlformats.org/markup-compatibility/2006">
              <mc:Choice xmlns:v="urn:schemas-microsoft-com:vml" Requires="v">
                <p:oleObj spid="_x0000_s10267" name="" r:id="rId6" imgW="445770" imgH="229235" progId="Equation.DSMT4">
                  <p:embed/>
                </p:oleObj>
              </mc:Choice>
              <mc:Fallback>
                <p:oleObj name="" r:id="rId6" imgW="445770" imgH="229235"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3700" y="1484313"/>
                        <a:ext cx="7254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3" name="Object 13"/>
          <p:cNvGraphicFramePr>
            <a:graphicFrameLocks noChangeAspect="1"/>
          </p:cNvGraphicFramePr>
          <p:nvPr/>
        </p:nvGraphicFramePr>
        <p:xfrm>
          <a:off x="4203700" y="1876425"/>
          <a:ext cx="723900" cy="373063"/>
        </p:xfrm>
        <a:graphic>
          <a:graphicData uri="http://schemas.openxmlformats.org/presentationml/2006/ole">
            <mc:AlternateContent xmlns:mc="http://schemas.openxmlformats.org/markup-compatibility/2006">
              <mc:Choice xmlns:v="urn:schemas-microsoft-com:vml" Requires="v">
                <p:oleObj spid="_x0000_s10268" name="" r:id="rId8" imgW="445770" imgH="229235" progId="Equation.DSMT4">
                  <p:embed/>
                </p:oleObj>
              </mc:Choice>
              <mc:Fallback>
                <p:oleObj name="" r:id="rId8" imgW="445770" imgH="229235"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3700" y="1876425"/>
                        <a:ext cx="7239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4" name="TextBox 19"/>
          <p:cNvSpPr txBox="1">
            <a:spLocks noChangeArrowheads="1"/>
          </p:cNvSpPr>
          <p:nvPr/>
        </p:nvSpPr>
        <p:spPr bwMode="auto">
          <a:xfrm>
            <a:off x="5127625" y="1487488"/>
            <a:ext cx="2198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No phase change</a:t>
            </a:r>
            <a:endParaRPr lang="zh-CN" altLang="en-US" sz="2000" b="1">
              <a:latin typeface="Times New Roman" panose="02020603050405020304" pitchFamily="18" charset="0"/>
            </a:endParaRPr>
          </a:p>
        </p:txBody>
      </p:sp>
      <p:sp>
        <p:nvSpPr>
          <p:cNvPr id="10255" name="TextBox 20"/>
          <p:cNvSpPr txBox="1">
            <a:spLocks noChangeArrowheads="1"/>
          </p:cNvSpPr>
          <p:nvPr/>
        </p:nvSpPr>
        <p:spPr bwMode="auto">
          <a:xfrm>
            <a:off x="5100638" y="1887538"/>
            <a:ext cx="2198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No phase change</a:t>
            </a:r>
            <a:endParaRPr lang="zh-CN" altLang="en-US" sz="2000" b="1">
              <a:latin typeface="Times New Roman" panose="02020603050405020304" pitchFamily="18" charset="0"/>
            </a:endParaRPr>
          </a:p>
        </p:txBody>
      </p:sp>
      <p:graphicFrame>
        <p:nvGraphicFramePr>
          <p:cNvPr id="10256" name="Object 16"/>
          <p:cNvGraphicFramePr>
            <a:graphicFrameLocks noChangeAspect="1"/>
          </p:cNvGraphicFramePr>
          <p:nvPr/>
        </p:nvGraphicFramePr>
        <p:xfrm>
          <a:off x="4213225" y="2327275"/>
          <a:ext cx="704850" cy="373063"/>
        </p:xfrm>
        <a:graphic>
          <a:graphicData uri="http://schemas.openxmlformats.org/presentationml/2006/ole">
            <mc:AlternateContent xmlns:mc="http://schemas.openxmlformats.org/markup-compatibility/2006">
              <mc:Choice xmlns:v="urn:schemas-microsoft-com:vml" Requires="v">
                <p:oleObj spid="_x0000_s10269" name="" r:id="rId10" imgW="432435" imgH="229235" progId="Equation.DSMT4">
                  <p:embed/>
                </p:oleObj>
              </mc:Choice>
              <mc:Fallback>
                <p:oleObj name="" r:id="rId10" imgW="432435" imgH="229235"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13225" y="2327275"/>
                        <a:ext cx="7048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7" name="TextBox 22"/>
          <p:cNvSpPr txBox="1">
            <a:spLocks noChangeArrowheads="1"/>
          </p:cNvSpPr>
          <p:nvPr/>
        </p:nvSpPr>
        <p:spPr bwMode="auto">
          <a:xfrm>
            <a:off x="5054600" y="2298700"/>
            <a:ext cx="350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rPr>
              <a:t>Phase change, </a:t>
            </a:r>
            <a:r>
              <a:rPr lang="en-US" altLang="zh-CN" sz="2000">
                <a:solidFill>
                  <a:srgbClr val="FF0000"/>
                </a:solidFill>
                <a:latin typeface="Times New Roman" panose="02020603050405020304" pitchFamily="18" charset="0"/>
              </a:rPr>
              <a:t>0.5wavelength</a:t>
            </a:r>
            <a:endParaRPr lang="zh-CN" altLang="en-US" sz="2000" b="1">
              <a:solidFill>
                <a:srgbClr val="FF0000"/>
              </a:solidFill>
              <a:latin typeface="Times New Roman" panose="02020603050405020304" pitchFamily="18" charset="0"/>
            </a:endParaRPr>
          </a:p>
        </p:txBody>
      </p:sp>
      <p:pic>
        <p:nvPicPr>
          <p:cNvPr id="10258" name="Picture 7" descr="C:\Users\Administrator\AppData\Roaming\Tencent\Users\48161784\QQ\WinTemp\RichOle\6754A0I7I$3(SLH3)$62YSS.jpg"/>
          <p:cNvPicPr>
            <a:picLocks noChangeAspect="1" noChangeArrowheads="1"/>
          </p:cNvPicPr>
          <p:nvPr/>
        </p:nvPicPr>
        <p:blipFill>
          <a:blip r:embed="rId12">
            <a:extLst>
              <a:ext uri="{28A0092B-C50C-407E-A947-70E740481C1C}">
                <a14:useLocalDpi xmlns:a14="http://schemas.microsoft.com/office/drawing/2010/main" val="0"/>
              </a:ext>
            </a:extLst>
          </a:blip>
          <a:srcRect l="5820" r="8701"/>
          <a:stretch>
            <a:fillRect/>
          </a:stretch>
        </p:blipFill>
        <p:spPr bwMode="auto">
          <a:xfrm>
            <a:off x="495300" y="754063"/>
            <a:ext cx="3140075"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TextBox 19"/>
          <p:cNvSpPr txBox="1">
            <a:spLocks noChangeArrowheads="1"/>
          </p:cNvSpPr>
          <p:nvPr/>
        </p:nvSpPr>
        <p:spPr bwMode="auto">
          <a:xfrm>
            <a:off x="4067175" y="908050"/>
            <a:ext cx="3455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FF0000"/>
                </a:solidFill>
                <a:latin typeface="Times New Roman" panose="02020603050405020304" pitchFamily="18" charset="0"/>
              </a:rPr>
              <a:t>Reflection phase shift:</a:t>
            </a:r>
            <a:endParaRPr lang="zh-CN" altLang="en-US" sz="2000">
              <a:solidFill>
                <a:srgbClr val="FF0000"/>
              </a:solidFill>
              <a:latin typeface="Times New Roman" panose="02020603050405020304" pitchFamily="18" charset="0"/>
            </a:endParaRPr>
          </a:p>
        </p:txBody>
      </p:sp>
      <p:graphicFrame>
        <p:nvGraphicFramePr>
          <p:cNvPr id="10260" name="对象 1"/>
          <p:cNvGraphicFramePr>
            <a:graphicFrameLocks noChangeAspect="1"/>
          </p:cNvGraphicFramePr>
          <p:nvPr/>
        </p:nvGraphicFramePr>
        <p:xfrm>
          <a:off x="1522413" y="2911475"/>
          <a:ext cx="577850" cy="290513"/>
        </p:xfrm>
        <a:graphic>
          <a:graphicData uri="http://schemas.openxmlformats.org/presentationml/2006/ole">
            <mc:AlternateContent xmlns:mc="http://schemas.openxmlformats.org/markup-compatibility/2006">
              <mc:Choice xmlns:v="urn:schemas-microsoft-com:vml" Requires="v">
                <p:oleObj spid="_x0000_s10270" name="Equation" r:id="rId13" imgW="354965" imgH="177800" progId="Equation.DSMT4">
                  <p:embed/>
                </p:oleObj>
              </mc:Choice>
              <mc:Fallback>
                <p:oleObj name="Equation" r:id="rId13" imgW="354965" imgH="177800" progId="Equation.DSMT4">
                  <p:embed/>
                  <p:pic>
                    <p:nvPicPr>
                      <p:cNvPr id="0" name="对象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2413" y="2911475"/>
                        <a:ext cx="57785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61" name="对象 1"/>
          <p:cNvGraphicFramePr>
            <a:graphicFrameLocks noChangeAspect="1"/>
          </p:cNvGraphicFramePr>
          <p:nvPr/>
        </p:nvGraphicFramePr>
        <p:xfrm>
          <a:off x="723900" y="5613400"/>
          <a:ext cx="3667125" cy="355600"/>
        </p:xfrm>
        <a:graphic>
          <a:graphicData uri="http://schemas.openxmlformats.org/presentationml/2006/ole">
            <mc:AlternateContent xmlns:mc="http://schemas.openxmlformats.org/markup-compatibility/2006">
              <mc:Choice xmlns:v="urn:schemas-microsoft-com:vml" Requires="v">
                <p:oleObj spid="_x0000_s10271" name="Equation" r:id="rId15" imgW="2362200" imgH="228600" progId="Equation.DSMT4">
                  <p:embed/>
                </p:oleObj>
              </mc:Choice>
              <mc:Fallback>
                <p:oleObj name="Equation" r:id="rId15" imgW="2362200" imgH="228600" progId="Equation.DSMT4">
                  <p:embed/>
                  <p:pic>
                    <p:nvPicPr>
                      <p:cNvPr id="0" name="对象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3900" y="5613400"/>
                        <a:ext cx="36671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2</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1126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79863" y="4389438"/>
            <a:ext cx="4830762"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rot="21279304">
            <a:off x="6926263" y="5214938"/>
            <a:ext cx="1106487" cy="338137"/>
          </a:xfrm>
          <a:prstGeom prst="rect">
            <a:avLst/>
          </a:prstGeom>
          <a:noFill/>
        </p:spPr>
        <p:txBody>
          <a:bodyPr>
            <a:spAutoFit/>
          </a:bodyPr>
          <a:lstStyle/>
          <a:p>
            <a:pPr>
              <a:defRPr/>
            </a:pPr>
            <a:r>
              <a:rPr lang="en-US" altLang="zh-CN" sz="1600" i="1" dirty="0" err="1">
                <a:latin typeface="+mj-lt"/>
              </a:rPr>
              <a:t>n</a:t>
            </a:r>
            <a:r>
              <a:rPr lang="en-US" altLang="zh-CN" sz="1600" baseline="-25000" dirty="0" err="1">
                <a:latin typeface="+mj-lt"/>
              </a:rPr>
              <a:t>p</a:t>
            </a:r>
            <a:r>
              <a:rPr lang="en-US" altLang="zh-CN" sz="1600" baseline="-25000" dirty="0">
                <a:latin typeface="+mj-lt"/>
              </a:rPr>
              <a:t> </a:t>
            </a:r>
            <a:r>
              <a:rPr lang="en-US" altLang="zh-CN" sz="1600" dirty="0">
                <a:latin typeface="+mj-lt"/>
              </a:rPr>
              <a:t>= 1.2</a:t>
            </a:r>
            <a:endParaRPr lang="zh-CN" altLang="en-US" sz="1600" dirty="0">
              <a:latin typeface="+mj-lt"/>
            </a:endParaRPr>
          </a:p>
        </p:txBody>
      </p:sp>
      <p:sp>
        <p:nvSpPr>
          <p:cNvPr id="6" name="TextBox 5"/>
          <p:cNvSpPr txBox="1"/>
          <p:nvPr/>
        </p:nvSpPr>
        <p:spPr>
          <a:xfrm>
            <a:off x="7019925" y="5873750"/>
            <a:ext cx="1246188" cy="338138"/>
          </a:xfrm>
          <a:prstGeom prst="rect">
            <a:avLst/>
          </a:prstGeom>
          <a:noFill/>
        </p:spPr>
        <p:txBody>
          <a:bodyPr>
            <a:spAutoFit/>
          </a:bodyPr>
          <a:lstStyle/>
          <a:p>
            <a:pPr>
              <a:defRPr/>
            </a:pPr>
            <a:r>
              <a:rPr lang="en-US" altLang="zh-CN" sz="1600" dirty="0" err="1">
                <a:latin typeface="+mj-lt"/>
              </a:rPr>
              <a:t>n</a:t>
            </a:r>
            <a:r>
              <a:rPr lang="en-US" altLang="zh-CN" sz="1600" baseline="-25000" dirty="0" err="1">
                <a:latin typeface="+mj-lt"/>
              </a:rPr>
              <a:t>g</a:t>
            </a:r>
            <a:r>
              <a:rPr lang="en-US" altLang="zh-CN" sz="1600" baseline="-25000" dirty="0">
                <a:latin typeface="+mj-lt"/>
              </a:rPr>
              <a:t> </a:t>
            </a:r>
            <a:r>
              <a:rPr lang="en-US" altLang="zh-CN" sz="1600" dirty="0">
                <a:latin typeface="+mj-lt"/>
              </a:rPr>
              <a:t>= 1.5</a:t>
            </a:r>
            <a:endParaRPr lang="zh-CN" altLang="en-US" sz="1600" dirty="0">
              <a:latin typeface="+mj-lt"/>
            </a:endParaRPr>
          </a:p>
        </p:txBody>
      </p:sp>
      <p:sp>
        <p:nvSpPr>
          <p:cNvPr id="7" name="TextBox 6"/>
          <p:cNvSpPr txBox="1"/>
          <p:nvPr/>
        </p:nvSpPr>
        <p:spPr>
          <a:xfrm rot="180415">
            <a:off x="6132513" y="5132388"/>
            <a:ext cx="779462" cy="584200"/>
          </a:xfrm>
          <a:prstGeom prst="rect">
            <a:avLst/>
          </a:prstGeom>
          <a:noFill/>
        </p:spPr>
        <p:txBody>
          <a:bodyPr>
            <a:spAutoFit/>
          </a:bodyPr>
          <a:lstStyle/>
          <a:p>
            <a:pPr>
              <a:defRPr/>
            </a:pPr>
            <a:r>
              <a:rPr lang="en-US" altLang="zh-CN" sz="1600" i="1" dirty="0" err="1">
                <a:latin typeface="+mj-lt"/>
              </a:rPr>
              <a:t>n</a:t>
            </a:r>
            <a:r>
              <a:rPr lang="en-US" altLang="zh-CN" sz="1600" baseline="-25000" dirty="0" err="1">
                <a:latin typeface="+mj-lt"/>
              </a:rPr>
              <a:t>a</a:t>
            </a:r>
            <a:r>
              <a:rPr lang="en-US" altLang="zh-CN" sz="1600" baseline="-25000" dirty="0">
                <a:latin typeface="+mj-lt"/>
              </a:rPr>
              <a:t> </a:t>
            </a:r>
            <a:r>
              <a:rPr lang="en-US" altLang="zh-CN" sz="1600" dirty="0">
                <a:latin typeface="+mj-lt"/>
              </a:rPr>
              <a:t>= 1.0</a:t>
            </a:r>
            <a:endParaRPr lang="zh-CN" altLang="en-US" sz="1600" dirty="0">
              <a:latin typeface="+mj-lt"/>
            </a:endParaRPr>
          </a:p>
        </p:txBody>
      </p:sp>
      <mc:AlternateContent xmlns:mc="http://schemas.openxmlformats.org/markup-compatibility/2006" xmlns:p14="http://schemas.microsoft.com/office/powerpoint/2010/main">
        <mc:Choice Requires="p14">
          <p:contentPart r:id="rId2" p14:bwMode="auto">
            <p14:nvContentPartPr>
              <p14:cNvPr id="14" name="墨迹 13"/>
              <p14:cNvContentPartPr/>
              <p14:nvPr/>
            </p14:nvContentPartPr>
            <p14:xfrm>
              <a:off x="5724128" y="4221088"/>
              <a:ext cx="887327" cy="765353"/>
            </p14:xfrm>
          </p:contentPart>
        </mc:Choice>
        <mc:Fallback xmlns="">
          <p:pic>
            <p:nvPicPr>
              <p:cNvPr id="14" name="墨迹 13"/>
            </p:nvPicPr>
            <p:blipFill>
              <a:blip r:embed="rId3"/>
            </p:blipFill>
            <p:spPr>
              <a:xfrm>
                <a:off x="5724128" y="4221088"/>
                <a:ext cx="887327" cy="765353"/>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1" name="墨迹 20"/>
              <p14:cNvContentPartPr/>
              <p14:nvPr/>
            </p14:nvContentPartPr>
            <p14:xfrm>
              <a:off x="9854132" y="5303562"/>
              <a:ext cx="21600" cy="360"/>
            </p14:xfrm>
          </p:contentPart>
        </mc:Choice>
        <mc:Fallback xmlns="">
          <p:pic>
            <p:nvPicPr>
              <p:cNvPr id="21" name="墨迹 20"/>
            </p:nvPicPr>
            <p:blipFill>
              <a:blip r:embed="rId5"/>
            </p:blipFill>
            <p:spPr>
              <a:xfrm>
                <a:off x="9854132" y="5303562"/>
                <a:ext cx="21600" cy="360"/>
              </a:xfrm>
              <a:prstGeom prst="rect"/>
            </p:spPr>
          </p:pic>
        </mc:Fallback>
      </mc:AlternateContent>
      <p:sp>
        <p:nvSpPr>
          <p:cNvPr id="8" name="矩形 7"/>
          <p:cNvSpPr>
            <a:spLocks noRot="1" noChangeAspect="1" noMove="1" noResize="1" noEditPoints="1" noAdjustHandles="1" noChangeArrowheads="1" noChangeShapeType="1" noTextEdit="1"/>
          </p:cNvSpPr>
          <p:nvPr/>
        </p:nvSpPr>
        <p:spPr>
          <a:xfrm>
            <a:off x="232123" y="764704"/>
            <a:ext cx="8281044" cy="3373231"/>
          </a:xfrm>
          <a:prstGeom prst="rect">
            <a:avLst/>
          </a:prstGeom>
          <a:blipFill rotWithShape="1">
            <a:blip r:embed="rId6"/>
            <a:stretch>
              <a:fillRect l="-736" r="-1104"/>
            </a:stretch>
          </a:blipFill>
        </p:spPr>
        <p:txBody>
          <a:bodyPr/>
          <a:lstStyle/>
          <a:p>
            <a:r>
              <a:rPr lang="zh-CN" altLang="en-US">
                <a:noFill/>
              </a:rPr>
              <a:t> </a:t>
            </a:r>
            <a:endParaRPr lang="zh-CN" altLang="en-US">
              <a:no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2</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21507" name="矩形 4"/>
          <p:cNvSpPr>
            <a:spLocks noChangeArrowheads="1"/>
          </p:cNvSpPr>
          <p:nvPr/>
        </p:nvSpPr>
        <p:spPr bwMode="auto">
          <a:xfrm>
            <a:off x="207963" y="693738"/>
            <a:ext cx="8828087"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defRPr/>
            </a:pPr>
            <a:r>
              <a:rPr lang="en-US" altLang="zh-CN" sz="1800" dirty="0">
                <a:solidFill>
                  <a:srgbClr val="000000"/>
                </a:solidFill>
                <a:latin typeface="Times New Roman" panose="02020603050405020304"/>
              </a:rPr>
              <a:t>We’ll consider only interference between the light reflected from the upper and lower surfaces of the </a:t>
            </a:r>
            <a:r>
              <a:rPr lang="en-US" altLang="zh-CN" sz="1800" dirty="0">
                <a:solidFill>
                  <a:srgbClr val="FF0000"/>
                </a:solidFill>
                <a:latin typeface="Times New Roman" panose="02020603050405020304"/>
              </a:rPr>
              <a:t>air wedge </a:t>
            </a:r>
            <a:r>
              <a:rPr lang="en-US" altLang="zh-CN" sz="1800" dirty="0">
                <a:solidFill>
                  <a:srgbClr val="000000"/>
                </a:solidFill>
                <a:latin typeface="Times New Roman" panose="02020603050405020304"/>
              </a:rPr>
              <a:t>between the microscope slides. [The top slide has a relatively great thickness, about 1 mm, so we can ignore interference between the light reflected from its upper and lower surfaces]</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zh-CN" altLang="en-US" sz="1800" dirty="0">
                <a:solidFill>
                  <a:srgbClr val="000000"/>
                </a:solidFill>
                <a:latin typeface="+mj-lt"/>
                <a:cs typeface="Times New Roman" panose="02020603050405020304" pitchFamily="18" charset="0"/>
                <a:sym typeface="Times New Roman" panose="02020603050405020304" pitchFamily="18" charset="0"/>
              </a:rPr>
              <a:t>The wave reflected from the lower surface undergoes a </a:t>
            </a:r>
            <a:r>
              <a:rPr lang="en-US" altLang="zh-CN" sz="1800" dirty="0">
                <a:solidFill>
                  <a:srgbClr val="000000"/>
                </a:solidFill>
                <a:latin typeface="+mj-lt"/>
                <a:cs typeface="Times New Roman" panose="02020603050405020304" pitchFamily="18" charset="0"/>
                <a:sym typeface="Times New Roman" panose="02020603050405020304" pitchFamily="18" charset="0"/>
              </a:rPr>
              <a:t>π</a:t>
            </a:r>
            <a:r>
              <a:rPr lang="zh-CN" altLang="en-US" sz="1800" dirty="0">
                <a:solidFill>
                  <a:srgbClr val="000000"/>
                </a:solidFill>
                <a:latin typeface="+mj-lt"/>
                <a:cs typeface="Times New Roman" panose="02020603050405020304" pitchFamily="18" charset="0"/>
                <a:sym typeface="Times New Roman" panose="02020603050405020304" pitchFamily="18" charset="0"/>
              </a:rPr>
              <a:t> rad phase change while the wave reflected from the upper surface does not. </a:t>
            </a:r>
            <a:endParaRPr lang="en-US" altLang="zh-CN" sz="1800" dirty="0">
              <a:solidFill>
                <a:srgbClr val="000000"/>
              </a:solidFill>
              <a:latin typeface="+mj-lt"/>
              <a:cs typeface="Times New Roman" panose="02020603050405020304" pitchFamily="18" charset="0"/>
              <a:sym typeface="Times New Roman" panose="02020603050405020304" pitchFamily="18" charset="0"/>
            </a:endParaRPr>
          </a:p>
          <a:p>
            <a:pPr>
              <a:lnSpc>
                <a:spcPct val="120000"/>
              </a:lnSpc>
              <a:defRPr/>
            </a:pPr>
            <a:endParaRPr lang="en-US" altLang="zh-CN" sz="1800" dirty="0">
              <a:solidFill>
                <a:srgbClr val="000000"/>
              </a:solidFill>
              <a:latin typeface="+mj-lt"/>
              <a:cs typeface="Times New Roman" panose="02020603050405020304" pitchFamily="18" charset="0"/>
              <a:sym typeface="Times New Roman" panose="02020603050405020304" pitchFamily="18" charset="0"/>
            </a:endParaRPr>
          </a:p>
          <a:p>
            <a:pPr>
              <a:lnSpc>
                <a:spcPct val="120000"/>
              </a:lnSpc>
              <a:defRPr/>
            </a:pPr>
            <a:r>
              <a:rPr lang="en-US" altLang="zh-CN" sz="1800" dirty="0">
                <a:solidFill>
                  <a:srgbClr val="000000"/>
                </a:solidFill>
                <a:latin typeface="+mj-lt"/>
                <a:cs typeface="Times New Roman" panose="02020603050405020304" pitchFamily="18" charset="0"/>
                <a:sym typeface="Times New Roman" panose="02020603050405020304" pitchFamily="18" charset="0"/>
              </a:rPr>
              <a:t>a) At the line of contact, the thickness of the wedge is 0, so the phase difference between the two rays is π, thus there is a dark fringe at the line of contact.</a:t>
            </a:r>
            <a:endParaRPr lang="en-US" altLang="zh-CN" sz="1800" dirty="0">
              <a:solidFill>
                <a:srgbClr val="000000"/>
              </a:solidFill>
              <a:latin typeface="+mj-lt"/>
              <a:cs typeface="Times New Roman" panose="02020603050405020304" pitchFamily="18" charset="0"/>
              <a:sym typeface="Times New Roman" panose="02020603050405020304" pitchFamily="18" charset="0"/>
            </a:endParaRPr>
          </a:p>
          <a:p>
            <a:pPr>
              <a:lnSpc>
                <a:spcPct val="120000"/>
              </a:lnSpc>
              <a:defRPr/>
            </a:pPr>
            <a:endParaRPr lang="en-US" altLang="zh-CN" sz="1800" dirty="0">
              <a:solidFill>
                <a:srgbClr val="000000"/>
              </a:solidFill>
              <a:latin typeface="+mj-lt"/>
              <a:cs typeface="Times New Roman" panose="02020603050405020304" pitchFamily="18" charset="0"/>
              <a:sym typeface="Times New Roman" panose="02020603050405020304" pitchFamily="18" charset="0"/>
            </a:endParaRPr>
          </a:p>
          <a:p>
            <a:pPr>
              <a:lnSpc>
                <a:spcPct val="120000"/>
              </a:lnSpc>
              <a:defRPr/>
            </a:pPr>
            <a:r>
              <a:rPr lang="en-US" altLang="zh-CN" sz="1800" dirty="0">
                <a:solidFill>
                  <a:srgbClr val="000000"/>
                </a:solidFill>
                <a:latin typeface="+mj-lt"/>
                <a:cs typeface="Times New Roman" panose="02020603050405020304" pitchFamily="18" charset="0"/>
                <a:sym typeface="Times New Roman" panose="02020603050405020304" pitchFamily="18" charset="0"/>
              </a:rPr>
              <a:t>b) </a:t>
            </a:r>
            <a:r>
              <a:rPr lang="zh-CN" altLang="en-US" sz="1800" dirty="0">
                <a:solidFill>
                  <a:srgbClr val="000000"/>
                </a:solidFill>
                <a:latin typeface="+mj-lt"/>
                <a:cs typeface="Times New Roman" panose="02020603050405020304" pitchFamily="18" charset="0"/>
                <a:sym typeface="Times New Roman" panose="02020603050405020304" pitchFamily="18" charset="0"/>
              </a:rPr>
              <a:t>At a place where the thickness of the wedge is </a:t>
            </a:r>
            <a:r>
              <a:rPr lang="zh-CN" altLang="en-US" sz="1800" i="1" dirty="0">
                <a:solidFill>
                  <a:srgbClr val="000000"/>
                </a:solidFill>
                <a:latin typeface="+mj-lt"/>
                <a:cs typeface="Times New Roman" panose="02020603050405020304" pitchFamily="18" charset="0"/>
                <a:sym typeface="Times New Roman" panose="02020603050405020304" pitchFamily="18" charset="0"/>
              </a:rPr>
              <a:t>d</a:t>
            </a:r>
            <a:r>
              <a:rPr lang="zh-CN" altLang="en-US" sz="1800" dirty="0">
                <a:solidFill>
                  <a:srgbClr val="000000"/>
                </a:solidFill>
                <a:latin typeface="+mj-lt"/>
                <a:cs typeface="Times New Roman" panose="02020603050405020304" pitchFamily="18" charset="0"/>
                <a:sym typeface="Times New Roman" panose="02020603050405020304" pitchFamily="18" charset="0"/>
              </a:rPr>
              <a:t>, the condition for a maximum intensity is</a:t>
            </a:r>
            <a:r>
              <a:rPr lang="en-US" altLang="zh-CN" sz="1800" dirty="0">
                <a:solidFill>
                  <a:srgbClr val="000000"/>
                </a:solidFill>
                <a:latin typeface="+mj-lt"/>
                <a:cs typeface="Times New Roman" panose="02020603050405020304" pitchFamily="18" charset="0"/>
                <a:sym typeface="Times New Roman" panose="02020603050405020304" pitchFamily="18" charset="0"/>
              </a:rPr>
              <a:t>:</a:t>
            </a:r>
            <a:endParaRPr lang="zh-CN" altLang="en-US" sz="1800" dirty="0">
              <a:solidFill>
                <a:srgbClr val="000000"/>
              </a:solidFill>
              <a:latin typeface="+mj-lt"/>
            </a:endParaRPr>
          </a:p>
        </p:txBody>
      </p:sp>
      <p:graphicFrame>
        <p:nvGraphicFramePr>
          <p:cNvPr id="12292" name="对象 8"/>
          <p:cNvGraphicFramePr>
            <a:graphicFrameLocks noChangeAspect="1"/>
          </p:cNvGraphicFramePr>
          <p:nvPr/>
        </p:nvGraphicFramePr>
        <p:xfrm>
          <a:off x="1014413" y="4365625"/>
          <a:ext cx="3773487" cy="779463"/>
        </p:xfrm>
        <a:graphic>
          <a:graphicData uri="http://schemas.openxmlformats.org/presentationml/2006/ole">
            <mc:AlternateContent xmlns:mc="http://schemas.openxmlformats.org/markup-compatibility/2006">
              <mc:Choice xmlns:v="urn:schemas-microsoft-com:vml" Requires="v">
                <p:oleObj spid="_x0000_s12295" name="Equation" r:id="rId1" imgW="2336800" imgH="482600" progId="Equation.DSMT4">
                  <p:embed/>
                </p:oleObj>
              </mc:Choice>
              <mc:Fallback>
                <p:oleObj name="Equation" r:id="rId1" imgW="2336800" imgH="482600" progId="Equation.DSMT4">
                  <p:embed/>
                  <p:pic>
                    <p:nvPicPr>
                      <p:cNvPr id="0" name="对象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413" y="4365625"/>
                        <a:ext cx="3773487"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09" name="矩形 9"/>
          <p:cNvSpPr>
            <a:spLocks noChangeArrowheads="1"/>
          </p:cNvSpPr>
          <p:nvPr/>
        </p:nvSpPr>
        <p:spPr bwMode="auto">
          <a:xfrm>
            <a:off x="315913" y="5445125"/>
            <a:ext cx="84978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Since the first bright fringe corresponds to </a:t>
            </a:r>
            <a:r>
              <a:rPr lang="zh-CN" altLang="en-US" sz="1800" i="1" dirty="0">
                <a:solidFill>
                  <a:srgbClr val="000000"/>
                </a:solidFill>
                <a:latin typeface="+mj-lt"/>
                <a:cs typeface="Times New Roman" panose="02020603050405020304" pitchFamily="18" charset="0"/>
                <a:sym typeface="Times New Roman" panose="02020603050405020304" pitchFamily="18" charset="0"/>
              </a:rPr>
              <a:t>m</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0, </a:t>
            </a:r>
            <a:r>
              <a:rPr lang="zh-CN" altLang="en-US" sz="1800" i="1" dirty="0">
                <a:solidFill>
                  <a:srgbClr val="000000"/>
                </a:solidFill>
                <a:latin typeface="+mj-lt"/>
                <a:cs typeface="Times New Roman" panose="02020603050405020304" pitchFamily="18" charset="0"/>
                <a:sym typeface="Times New Roman" panose="02020603050405020304" pitchFamily="18" charset="0"/>
              </a:rPr>
              <a:t>m</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79</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corresponds to the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80</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bright fringe</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lang="zh-CN" altLang="en-US"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2</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13315" name="矩形 4"/>
          <p:cNvSpPr>
            <a:spLocks noChangeArrowheads="1"/>
          </p:cNvSpPr>
          <p:nvPr/>
        </p:nvSpPr>
        <p:spPr bwMode="auto">
          <a:xfrm>
            <a:off x="201613" y="692150"/>
            <a:ext cx="8713787"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Now we need c</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onsider the interference pattern formed by waves reflected from the upper and lower surfaces of the </a:t>
            </a:r>
            <a:r>
              <a:rPr lang="en-US" altLang="zh-CN" sz="1800"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water</a:t>
            </a:r>
            <a:r>
              <a:rPr lang="zh-CN" altLang="en-US" sz="1800"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 wedge</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The wave reflected from the lower surface undergoes a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π</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rad phase change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and</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the wave reflected from the upper surface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also undergoes anther π</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rad phase change. </a:t>
            </a:r>
            <a:endPar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endPar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r>
              <a:rPr lang="en-US" altLang="zh-CN" sz="1800" dirty="0" smtClean="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the line of contact, the thickness of the wedge is still 0, but the two rays now are in phase, thus there is a bright fringe at the line of contact.</a:t>
            </a:r>
            <a:endPar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endPar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 place where the thickness of the wedge is </a:t>
            </a:r>
            <a:r>
              <a:rPr lang="zh-CN" altLang="en-US" sz="1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d</a:t>
            </a:r>
            <a:r>
              <a:rPr lang="zh-CN"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the condition for a maximum intensity </a:t>
            </a:r>
            <a:r>
              <a:rPr lang="en-US" altLang="zh-CN"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now should be:</a:t>
            </a:r>
            <a:endParaRPr lang="zh-CN" altLang="en-US" sz="1800" dirty="0">
              <a:solidFill>
                <a:srgbClr val="000000"/>
              </a:solidFill>
              <a:latin typeface="Times New Roman" panose="02020603050405020304" pitchFamily="18" charset="0"/>
            </a:endParaRPr>
          </a:p>
        </p:txBody>
      </p:sp>
      <p:graphicFrame>
        <p:nvGraphicFramePr>
          <p:cNvPr id="13316" name="对象 8"/>
          <p:cNvGraphicFramePr>
            <a:graphicFrameLocks noChangeAspect="1"/>
          </p:cNvGraphicFramePr>
          <p:nvPr/>
        </p:nvGraphicFramePr>
        <p:xfrm>
          <a:off x="1473200" y="4292600"/>
          <a:ext cx="2747963" cy="760413"/>
        </p:xfrm>
        <a:graphic>
          <a:graphicData uri="http://schemas.openxmlformats.org/presentationml/2006/ole">
            <mc:AlternateContent xmlns:mc="http://schemas.openxmlformats.org/markup-compatibility/2006">
              <mc:Choice xmlns:v="urn:schemas-microsoft-com:vml" Requires="v">
                <p:oleObj spid="_x0000_s13319" name="Equation" r:id="rId1" imgW="1651000" imgH="457200" progId="Equation.DSMT4">
                  <p:embed/>
                </p:oleObj>
              </mc:Choice>
              <mc:Fallback>
                <p:oleObj name="Equation" r:id="rId1" imgW="1651000" imgH="457200" progId="Equation.DSMT4">
                  <p:embed/>
                  <p:pic>
                    <p:nvPicPr>
                      <p:cNvPr id="0" name="对象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4292600"/>
                        <a:ext cx="2747963"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7" name="矩形 9"/>
          <p:cNvSpPr>
            <a:spLocks noChangeArrowheads="1"/>
          </p:cNvSpPr>
          <p:nvPr/>
        </p:nvSpPr>
        <p:spPr bwMode="auto">
          <a:xfrm>
            <a:off x="309563" y="5229225"/>
            <a:ext cx="84978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Since the first bright fringe corresponds to m = 0, m = </a:t>
            </a:r>
            <a:r>
              <a:rPr lang="en-US" altLang="zh-CN"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104 </a:t>
            </a:r>
            <a:r>
              <a:rPr lang="zh-CN" altLang="en-US"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corresponds to the </a:t>
            </a:r>
            <a:r>
              <a:rPr lang="en-US" altLang="zh-CN"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105</a:t>
            </a:r>
            <a:r>
              <a:rPr lang="zh-CN" altLang="en-US"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bright fringe</a:t>
            </a:r>
            <a:r>
              <a:rPr lang="en-US" altLang="zh-CN"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a:t>
            </a:r>
            <a:r>
              <a:rPr lang="zh-CN" altLang="en-US" sz="180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lang="zh-CN" altLang="en-US" sz="18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2</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1433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84563" y="3657600"/>
            <a:ext cx="49879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5355446" y="3771446"/>
              <a:ext cx="129600" cy="380880"/>
            </p14:xfrm>
          </p:contentPart>
        </mc:Choice>
        <mc:Fallback xmlns="">
          <p:pic>
            <p:nvPicPr>
              <p:cNvPr id="4" name="墨迹 3"/>
            </p:nvPicPr>
            <p:blipFill>
              <a:blip r:embed="rId3"/>
            </p:blipFill>
            <p:spPr>
              <a:xfrm>
                <a:off x="5355446" y="3771446"/>
                <a:ext cx="129600" cy="3808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5211086" y="3822926"/>
              <a:ext cx="615600" cy="923040"/>
            </p14:xfrm>
          </p:contentPart>
        </mc:Choice>
        <mc:Fallback xmlns="">
          <p:pic>
            <p:nvPicPr>
              <p:cNvPr id="7" name="墨迹 6"/>
            </p:nvPicPr>
            <p:blipFill>
              <a:blip r:embed="rId5"/>
            </p:blipFill>
            <p:spPr>
              <a:xfrm>
                <a:off x="5211086" y="3822926"/>
                <a:ext cx="615600" cy="92304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24" name="墨迹 23"/>
              <p14:cNvContentPartPr/>
              <p14:nvPr/>
            </p14:nvContentPartPr>
            <p14:xfrm>
              <a:off x="0" y="5266842"/>
              <a:ext cx="0" cy="3240"/>
            </p14:xfrm>
          </p:contentPart>
        </mc:Choice>
        <mc:Fallback xmlns="">
          <p:pic>
            <p:nvPicPr>
              <p:cNvPr id="24" name="墨迹 23"/>
            </p:nvPicPr>
            <p:blipFill>
              <a:blip r:embed="rId7"/>
            </p:blipFill>
            <p:spPr>
              <a:xfrm>
                <a:off x="0" y="5266842"/>
                <a:ext cx="0" cy="32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28" name="墨迹 27"/>
              <p14:cNvContentPartPr/>
              <p14:nvPr/>
            </p14:nvContentPartPr>
            <p14:xfrm>
              <a:off x="5214686" y="4664606"/>
              <a:ext cx="862920" cy="1371960"/>
            </p14:xfrm>
          </p:contentPart>
        </mc:Choice>
        <mc:Fallback xmlns="">
          <p:pic>
            <p:nvPicPr>
              <p:cNvPr id="28" name="墨迹 27"/>
            </p:nvPicPr>
            <p:blipFill>
              <a:blip r:embed="rId9"/>
            </p:blipFill>
            <p:spPr>
              <a:xfrm>
                <a:off x="5214686" y="4664606"/>
                <a:ext cx="862920" cy="13719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50" name="墨迹 49"/>
              <p14:cNvContentPartPr/>
              <p14:nvPr/>
            </p14:nvContentPartPr>
            <p14:xfrm>
              <a:off x="5342486" y="5940806"/>
              <a:ext cx="1413720" cy="473760"/>
            </p14:xfrm>
          </p:contentPart>
        </mc:Choice>
        <mc:Fallback xmlns="">
          <p:pic>
            <p:nvPicPr>
              <p:cNvPr id="50" name="墨迹 49"/>
            </p:nvPicPr>
            <p:blipFill>
              <a:blip r:embed="rId11"/>
            </p:blipFill>
            <p:spPr>
              <a:xfrm>
                <a:off x="5342486" y="5940806"/>
                <a:ext cx="1413720" cy="4737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54" name="墨迹 53"/>
              <p14:cNvContentPartPr/>
              <p14:nvPr/>
            </p14:nvContentPartPr>
            <p14:xfrm>
              <a:off x="5264726" y="3601526"/>
              <a:ext cx="516240" cy="1188360"/>
            </p14:xfrm>
          </p:contentPart>
        </mc:Choice>
        <mc:Fallback xmlns="">
          <p:pic>
            <p:nvPicPr>
              <p:cNvPr id="54" name="墨迹 53"/>
            </p:nvPicPr>
            <p:blipFill>
              <a:blip r:embed="rId13"/>
            </p:blipFill>
            <p:spPr>
              <a:xfrm>
                <a:off x="5264726" y="3601526"/>
                <a:ext cx="516240" cy="1188360"/>
              </a:xfrm>
              <a:prstGeom prst="rect"/>
            </p:spPr>
          </p:pic>
        </mc:Fallback>
      </mc:AlternateContent>
      <p:sp>
        <p:nvSpPr>
          <p:cNvPr id="11" name="矩形 10"/>
          <p:cNvSpPr>
            <a:spLocks noRot="1" noChangeAspect="1" noMove="1" noResize="1" noEditPoints="1" noAdjustHandles="1" noChangeArrowheads="1" noChangeShapeType="1" noTextEdit="1"/>
          </p:cNvSpPr>
          <p:nvPr/>
        </p:nvSpPr>
        <p:spPr>
          <a:xfrm>
            <a:off x="199554" y="764704"/>
            <a:ext cx="8548910" cy="2893100"/>
          </a:xfrm>
          <a:prstGeom prst="rect">
            <a:avLst/>
          </a:prstGeom>
          <a:blipFill rotWithShape="1">
            <a:blip r:embed="rId14"/>
            <a:stretch>
              <a:fillRect l="-785" b="-1474"/>
            </a:stretch>
          </a:blipFill>
        </p:spPr>
        <p:txBody>
          <a:bodyPr/>
          <a:lstStyle/>
          <a:p>
            <a:r>
              <a:rPr lang="zh-CN" altLang="en-US">
                <a:noFill/>
              </a:rPr>
              <a:t> </a:t>
            </a:r>
            <a:endParaRPr lang="zh-CN" altLang="en-US">
              <a:noFill/>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2</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15363" name="矩形 4"/>
          <p:cNvSpPr>
            <a:spLocks noChangeArrowheads="1"/>
          </p:cNvSpPr>
          <p:nvPr/>
        </p:nvSpPr>
        <p:spPr bwMode="auto">
          <a:xfrm>
            <a:off x="201613" y="600075"/>
            <a:ext cx="871378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Now we need c</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onsider the interference pattern formed by waves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transmitted </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from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the </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lower surfaces of the </a:t>
            </a:r>
            <a:r>
              <a:rPr lang="en-US" altLang="zh-CN" sz="2000"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air</a:t>
            </a:r>
            <a:r>
              <a:rPr lang="zh-CN" altLang="en-US" sz="2000" dirty="0">
                <a:solidFill>
                  <a:srgbClr val="FF0000"/>
                </a:solidFill>
                <a:latin typeface="Times New Roman" panose="02020603050405020304" pitchFamily="18" charset="0"/>
                <a:cs typeface="Times New Roman" panose="02020603050405020304" pitchFamily="18" charset="0"/>
                <a:sym typeface="Times New Roman" panose="02020603050405020304" pitchFamily="18" charset="0"/>
              </a:rPr>
              <a:t> wedge</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As shown in figure, t</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he wave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transmitted directly</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(ray 1)</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from the lower surface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has no</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phase change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and</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the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ray 2 </a:t>
            </a:r>
            <a:r>
              <a:rPr lang="en-US" altLang="zh-CN" sz="2000" dirty="0" smtClean="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has </a:t>
            </a:r>
            <a:r>
              <a:rPr lang="en-US" altLang="zh-CN" sz="2000" dirty="0" smtClean="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phase change two times. </a:t>
            </a:r>
            <a:endPar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d) At the line of contact, the thickness of the wedge is still 0, but the two rays now are in phase, thus there is a bright fringe at the line of contact.</a:t>
            </a:r>
            <a:endPar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endPar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20000"/>
              </a:lnSpc>
            </a:pPr>
            <a:r>
              <a:rPr lang="en-US" altLang="zh-CN" sz="2000" dirty="0" smtClean="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e) </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 place where the thickness of the wedge is </a:t>
            </a:r>
            <a:r>
              <a:rPr lang="zh-CN" altLang="en-US" sz="20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d</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the condition for a maximum intensity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now should be:</a:t>
            </a:r>
            <a:endParaRPr lang="zh-CN" altLang="en-US" sz="2000" dirty="0">
              <a:solidFill>
                <a:srgbClr val="000000"/>
              </a:solidFill>
              <a:latin typeface="Times New Roman" panose="02020603050405020304" pitchFamily="18" charset="0"/>
            </a:endParaRPr>
          </a:p>
        </p:txBody>
      </p:sp>
      <p:graphicFrame>
        <p:nvGraphicFramePr>
          <p:cNvPr id="15364" name="对象 8"/>
          <p:cNvGraphicFramePr>
            <a:graphicFrameLocks noChangeAspect="1"/>
          </p:cNvGraphicFramePr>
          <p:nvPr/>
        </p:nvGraphicFramePr>
        <p:xfrm>
          <a:off x="1547813" y="4221163"/>
          <a:ext cx="2620962" cy="760412"/>
        </p:xfrm>
        <a:graphic>
          <a:graphicData uri="http://schemas.openxmlformats.org/presentationml/2006/ole">
            <mc:AlternateContent xmlns:mc="http://schemas.openxmlformats.org/markup-compatibility/2006">
              <mc:Choice xmlns:v="urn:schemas-microsoft-com:vml" Requires="v">
                <p:oleObj spid="_x0000_s15367" name="Equation" r:id="rId1" imgW="1574800" imgH="457200" progId="Equation.DSMT4">
                  <p:embed/>
                </p:oleObj>
              </mc:Choice>
              <mc:Fallback>
                <p:oleObj name="Equation" r:id="rId1" imgW="1574800" imgH="457200" progId="Equation.DSMT4">
                  <p:embed/>
                  <p:pic>
                    <p:nvPicPr>
                      <p:cNvPr id="0" name="对象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4221163"/>
                        <a:ext cx="2620962"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5" name="矩形 9"/>
          <p:cNvSpPr>
            <a:spLocks noChangeArrowheads="1"/>
          </p:cNvSpPr>
          <p:nvPr/>
        </p:nvSpPr>
        <p:spPr bwMode="auto">
          <a:xfrm>
            <a:off x="309563" y="5229225"/>
            <a:ext cx="84978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Since the first bright fringe corresponds to m = 0, m =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80</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corresponds to the </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81</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bright fringe</a:t>
            </a:r>
            <a:r>
              <a:rPr lang="en-US" altLang="zh-CN"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a:t>
            </a:r>
            <a:r>
              <a:rPr lang="zh-CN"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3</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12291" name="矩形 7"/>
          <p:cNvSpPr>
            <a:spLocks noChangeArrowheads="1"/>
          </p:cNvSpPr>
          <p:nvPr/>
        </p:nvSpPr>
        <p:spPr bwMode="auto">
          <a:xfrm>
            <a:off x="395288" y="692150"/>
            <a:ext cx="8280400" cy="2308225"/>
          </a:xfrm>
          <a:prstGeom prst="rect">
            <a:avLst/>
          </a:prstGeom>
          <a:noFill/>
          <a:ln>
            <a:noFill/>
          </a:ln>
        </p:spPr>
        <p:txBody>
          <a:bodyPr>
            <a:spAutoFit/>
          </a:bodyPr>
          <a:lstStyle/>
          <a:p>
            <a:pPr algn="just" eaLnBrk="1" hangingPunct="1">
              <a:buFont typeface="Arial" panose="020B0604020202020204" pitchFamily="34" charset="0"/>
              <a:buNone/>
              <a:defRPr/>
            </a:pPr>
            <a:r>
              <a:rPr lang="en-US" altLang="zh-CN" sz="2000" dirty="0">
                <a:latin typeface="Times New Roman" panose="02020603050405020304" pitchFamily="18" charset="0"/>
              </a:rPr>
              <a:t>Figure </a:t>
            </a:r>
            <a:r>
              <a:rPr lang="en-US" altLang="zh-CN" sz="2000" i="1" dirty="0">
                <a:latin typeface="Times New Roman" panose="02020603050405020304" pitchFamily="18" charset="0"/>
              </a:rPr>
              <a:t>a</a:t>
            </a:r>
            <a:r>
              <a:rPr lang="en-US" altLang="zh-CN" sz="2000" dirty="0">
                <a:latin typeface="Times New Roman" panose="02020603050405020304" pitchFamily="18" charset="0"/>
              </a:rPr>
              <a:t> shows a lens with radius of curvature </a:t>
            </a:r>
            <a:r>
              <a:rPr lang="en-US" altLang="zh-CN" sz="2000" i="1" dirty="0">
                <a:latin typeface="Times New Roman" panose="02020603050405020304" pitchFamily="18" charset="0"/>
              </a:rPr>
              <a:t>R </a:t>
            </a:r>
            <a:r>
              <a:rPr lang="en-US" altLang="zh-CN" sz="2000" dirty="0">
                <a:latin typeface="Times New Roman" panose="02020603050405020304" pitchFamily="18" charset="0"/>
              </a:rPr>
              <a:t>lying on a flat glass plate and illuminated from above by light with wavelength </a:t>
            </a:r>
            <a:r>
              <a:rPr lang="el-GR" altLang="en-US" sz="2000" dirty="0">
                <a:latin typeface="+mj-lt"/>
              </a:rPr>
              <a:t>λ</a:t>
            </a:r>
            <a:r>
              <a:rPr lang="en-US" altLang="zh-CN" sz="2000" dirty="0">
                <a:latin typeface="Times New Roman" panose="02020603050405020304" pitchFamily="18" charset="0"/>
              </a:rPr>
              <a:t>. Figure </a:t>
            </a:r>
            <a:r>
              <a:rPr lang="en-US" altLang="zh-CN" sz="2000" i="1" dirty="0">
                <a:latin typeface="Times New Roman" panose="02020603050405020304" pitchFamily="18" charset="0"/>
              </a:rPr>
              <a:t>b </a:t>
            </a:r>
            <a:r>
              <a:rPr lang="en-US" altLang="zh-CN" sz="2000" dirty="0">
                <a:latin typeface="Times New Roman" panose="02020603050405020304" pitchFamily="18" charset="0"/>
              </a:rPr>
              <a:t>(a photograph taken from above the lens) shows that circular interference fringes (called</a:t>
            </a:r>
            <a:endParaRPr lang="en-US" altLang="zh-CN" sz="2000" dirty="0">
              <a:latin typeface="Times New Roman" panose="02020603050405020304" pitchFamily="18" charset="0"/>
            </a:endParaRPr>
          </a:p>
          <a:p>
            <a:pPr algn="just" eaLnBrk="1" hangingPunct="1">
              <a:buFont typeface="Arial" panose="020B0604020202020204" pitchFamily="34" charset="0"/>
              <a:buNone/>
              <a:defRPr/>
            </a:pPr>
            <a:r>
              <a:rPr lang="en-US" altLang="zh-CN" sz="2000" i="1" dirty="0">
                <a:latin typeface="Times New Roman" panose="02020603050405020304" pitchFamily="18" charset="0"/>
              </a:rPr>
              <a:t>Newton’s rings</a:t>
            </a:r>
            <a:r>
              <a:rPr lang="en-US" altLang="zh-CN" sz="2000" dirty="0">
                <a:latin typeface="Times New Roman" panose="02020603050405020304" pitchFamily="18" charset="0"/>
              </a:rPr>
              <a:t>) appear, associated with the variable thickness </a:t>
            </a:r>
            <a:r>
              <a:rPr lang="en-US" altLang="zh-CN" sz="2000" i="1" dirty="0">
                <a:latin typeface="Times New Roman" panose="02020603050405020304" pitchFamily="18" charset="0"/>
              </a:rPr>
              <a:t>d </a:t>
            </a:r>
            <a:r>
              <a:rPr lang="en-US" altLang="zh-CN" sz="2000" dirty="0">
                <a:latin typeface="Times New Roman" panose="02020603050405020304" pitchFamily="18" charset="0"/>
              </a:rPr>
              <a:t>of the air film between the lens and the plate. Find the radii </a:t>
            </a:r>
            <a:r>
              <a:rPr lang="en-US" altLang="zh-CN" sz="2000" i="1" dirty="0">
                <a:latin typeface="Times New Roman" panose="02020603050405020304" pitchFamily="18" charset="0"/>
              </a:rPr>
              <a:t>r </a:t>
            </a:r>
            <a:r>
              <a:rPr lang="en-US" altLang="zh-CN" sz="2000" dirty="0">
                <a:latin typeface="Times New Roman" panose="02020603050405020304" pitchFamily="18" charset="0"/>
              </a:rPr>
              <a:t>of the interference maxima. Assuming </a:t>
            </a:r>
            <a:endParaRPr lang="zh-CN" altLang="en-US" sz="2000" dirty="0"/>
          </a:p>
          <a:p>
            <a:pPr eaLnBrk="1" hangingPunct="1">
              <a:buFont typeface="Arial" panose="020B0604020202020204" pitchFamily="34" charset="0"/>
              <a:buNone/>
              <a:defRPr/>
            </a:pPr>
            <a:endParaRPr lang="zh-CN" altLang="en-US" sz="2000" dirty="0">
              <a:latin typeface="Times New Roman" panose="02020603050405020304" pitchFamily="18" charset="0"/>
            </a:endParaRPr>
          </a:p>
        </p:txBody>
      </p:sp>
      <p:sp>
        <p:nvSpPr>
          <p:cNvPr id="16388" name="矩形 8"/>
          <p:cNvSpPr>
            <a:spLocks noChangeArrowheads="1"/>
          </p:cNvSpPr>
          <p:nvPr/>
        </p:nvSpPr>
        <p:spPr bwMode="auto">
          <a:xfrm>
            <a:off x="2249488" y="3716338"/>
            <a:ext cx="457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a:t>.</a:t>
            </a:r>
            <a:endParaRPr lang="zh-CN" altLang="en-US"/>
          </a:p>
        </p:txBody>
      </p:sp>
      <p:pic>
        <p:nvPicPr>
          <p:cNvPr id="16389" name="Picture 7" descr="C:\Users\Administrator\AppData\Roaming\Tencent\Users\48161784\QQ\WinTemp\RichOle\9}EZA%TCB4[(BB9TY}1ARVR.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7063" y="2874963"/>
            <a:ext cx="3314700"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90" name="Object 6"/>
          <p:cNvGraphicFramePr>
            <a:graphicFrameLocks noChangeAspect="1"/>
          </p:cNvGraphicFramePr>
          <p:nvPr/>
        </p:nvGraphicFramePr>
        <p:xfrm>
          <a:off x="1635125" y="2276475"/>
          <a:ext cx="973138" cy="290513"/>
        </p:xfrm>
        <a:graphic>
          <a:graphicData uri="http://schemas.openxmlformats.org/presentationml/2006/ole">
            <mc:AlternateContent xmlns:mc="http://schemas.openxmlformats.org/markup-compatibility/2006">
              <mc:Choice xmlns:v="urn:schemas-microsoft-com:vml" Requires="v">
                <p:oleObj spid="_x0000_s16393" name="Equation" r:id="rId2" imgW="596900" imgH="177800" progId="Equation.DSMT4">
                  <p:embed/>
                </p:oleObj>
              </mc:Choice>
              <mc:Fallback>
                <p:oleObj name="Equation" r:id="rId2" imgW="596900" imgH="1778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2276475"/>
                        <a:ext cx="97313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391"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781300"/>
            <a:ext cx="3240087"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3</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pic>
        <p:nvPicPr>
          <p:cNvPr id="1741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6013" y="3860800"/>
            <a:ext cx="28194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 Box 4"/>
          <p:cNvSpPr txBox="1">
            <a:spLocks noChangeArrowheads="1"/>
          </p:cNvSpPr>
          <p:nvPr/>
        </p:nvSpPr>
        <p:spPr bwMode="auto">
          <a:xfrm>
            <a:off x="450850" y="730250"/>
            <a:ext cx="8064500" cy="1906588"/>
          </a:xfrm>
          <a:prstGeom prst="rect">
            <a:avLst/>
          </a:prstGeom>
          <a:noFill/>
          <a:ln>
            <a:noFill/>
          </a:ln>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0000"/>
              </a:lnSpc>
              <a:buFont typeface="Arial" panose="020B0604020202020204" pitchFamily="34" charset="0"/>
              <a:buNone/>
              <a:defRPr/>
            </a:pPr>
            <a:r>
              <a:rPr lang="zh-CN" altLang="en-US" sz="2000" dirty="0">
                <a:latin typeface="+mj-lt"/>
                <a:cs typeface="Times New Roman" panose="02020603050405020304" pitchFamily="18" charset="0"/>
                <a:sym typeface="Times New Roman" panose="02020603050405020304" pitchFamily="18" charset="0"/>
              </a:rPr>
              <a:t>Consider the interference pattern formed by waves reflected from the upper and lower surfaces of the air wedge. The wave reflected from the lower surface undergoes a </a:t>
            </a:r>
            <a:r>
              <a:rPr lang="en-US" altLang="zh-CN" sz="2000" dirty="0">
                <a:latin typeface="+mj-lt"/>
                <a:cs typeface="Times New Roman" panose="02020603050405020304" pitchFamily="18" charset="0"/>
                <a:sym typeface="Times New Roman" panose="02020603050405020304" pitchFamily="18" charset="0"/>
              </a:rPr>
              <a:t>π</a:t>
            </a:r>
            <a:r>
              <a:rPr lang="zh-CN" altLang="en-US" sz="2000" dirty="0">
                <a:latin typeface="+mj-lt"/>
                <a:cs typeface="Times New Roman" panose="02020603050405020304" pitchFamily="18" charset="0"/>
                <a:sym typeface="Times New Roman" panose="02020603050405020304" pitchFamily="18" charset="0"/>
              </a:rPr>
              <a:t> rad phase change while the wave reflected from the upper surface does not. At a place where the thickness of the wedge is </a:t>
            </a:r>
            <a:r>
              <a:rPr lang="zh-CN" altLang="en-US" sz="2000" i="1" dirty="0">
                <a:latin typeface="+mj-lt"/>
                <a:cs typeface="Times New Roman" panose="02020603050405020304" pitchFamily="18" charset="0"/>
                <a:sym typeface="Times New Roman" panose="02020603050405020304" pitchFamily="18" charset="0"/>
              </a:rPr>
              <a:t>d</a:t>
            </a:r>
            <a:r>
              <a:rPr lang="zh-CN" altLang="en-US" sz="2000" dirty="0">
                <a:latin typeface="+mj-lt"/>
                <a:cs typeface="Times New Roman" panose="02020603050405020304" pitchFamily="18" charset="0"/>
                <a:sym typeface="Times New Roman" panose="02020603050405020304" pitchFamily="18" charset="0"/>
              </a:rPr>
              <a:t>, the condition for a maximum in intensity is </a:t>
            </a:r>
            <a:endParaRPr lang="zh-CN" altLang="en-US" sz="2000" dirty="0">
              <a:latin typeface="+mj-lt"/>
            </a:endParaRPr>
          </a:p>
        </p:txBody>
      </p:sp>
      <p:pic>
        <p:nvPicPr>
          <p:cNvPr id="17413" name="Picture 5"/>
          <p:cNvPicPr>
            <a:picLocks noChangeAspect="1" noChangeArrowheads="1"/>
          </p:cNvPicPr>
          <p:nvPr/>
        </p:nvPicPr>
        <p:blipFill>
          <a:blip r:embed="rId2">
            <a:lum contrast="40000"/>
            <a:extLst>
              <a:ext uri="{28A0092B-C50C-407E-A947-70E740481C1C}">
                <a14:useLocalDpi xmlns:a14="http://schemas.microsoft.com/office/drawing/2010/main" val="0"/>
              </a:ext>
            </a:extLst>
          </a:blip>
          <a:srcRect/>
          <a:stretch>
            <a:fillRect/>
          </a:stretch>
        </p:blipFill>
        <p:spPr bwMode="auto">
          <a:xfrm>
            <a:off x="3708400" y="2708275"/>
            <a:ext cx="214312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17414" name="Object 6"/>
          <p:cNvGraphicFramePr>
            <a:graphicFrameLocks noChangeAspect="1"/>
          </p:cNvGraphicFramePr>
          <p:nvPr/>
        </p:nvGraphicFramePr>
        <p:xfrm>
          <a:off x="1116013" y="3213100"/>
          <a:ext cx="1927225" cy="430213"/>
        </p:xfrm>
        <a:graphic>
          <a:graphicData uri="http://schemas.openxmlformats.org/presentationml/2006/ole">
            <mc:AlternateContent xmlns:mc="http://schemas.openxmlformats.org/markup-compatibility/2006">
              <mc:Choice xmlns:v="urn:schemas-microsoft-com:vml" Requires="v">
                <p:oleObj spid="_x0000_s17421" name="" r:id="rId3" imgW="1080135" imgH="241300" progId="Equation">
                  <p:embed/>
                </p:oleObj>
              </mc:Choice>
              <mc:Fallback>
                <p:oleObj name="" r:id="rId3" imgW="1080135" imgH="241300" progId="Equation">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213100"/>
                        <a:ext cx="19272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Text Box 7"/>
          <p:cNvSpPr txBox="1">
            <a:spLocks noChangeArrowheads="1"/>
          </p:cNvSpPr>
          <p:nvPr/>
        </p:nvSpPr>
        <p:spPr bwMode="auto">
          <a:xfrm>
            <a:off x="1116013" y="2647950"/>
            <a:ext cx="50800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200" i="1">
                <a:latin typeface="Times New Roman" panose="02020603050405020304" pitchFamily="18" charset="0"/>
                <a:cs typeface="Times New Roman" panose="02020603050405020304" pitchFamily="18" charset="0"/>
                <a:sym typeface="Times New Roman" panose="02020603050405020304" pitchFamily="18" charset="0"/>
              </a:rPr>
              <a:t>2d</a:t>
            </a:r>
            <a:r>
              <a:rPr lang="en-US" altLang="zh-CN" sz="220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200" i="1">
                <a:latin typeface="Times New Roman" panose="02020603050405020304" pitchFamily="18" charset="0"/>
                <a:cs typeface="Times New Roman" panose="02020603050405020304" pitchFamily="18" charset="0"/>
                <a:sym typeface="Times New Roman" panose="02020603050405020304" pitchFamily="18" charset="0"/>
              </a:rPr>
              <a:t>m</a:t>
            </a:r>
            <a:r>
              <a:rPr lang="en-US" altLang="zh-CN" sz="2200">
                <a:latin typeface="Times New Roman" panose="02020603050405020304" pitchFamily="18" charset="0"/>
                <a:cs typeface="Times New Roman" panose="02020603050405020304" pitchFamily="18" charset="0"/>
                <a:sym typeface="Times New Roman" panose="02020603050405020304" pitchFamily="18" charset="0"/>
              </a:rPr>
              <a:t> + 1/2)</a:t>
            </a:r>
            <a:r>
              <a:rPr lang="en-US" altLang="zh-CN" sz="2200">
                <a:latin typeface="Symbol" panose="05050102010706020507" pitchFamily="18" charset="2"/>
                <a:cs typeface="Times New Roman" panose="02020603050405020304" pitchFamily="18" charset="0"/>
                <a:sym typeface="Symbol" panose="05050102010706020507" pitchFamily="18" charset="2"/>
              </a:rPr>
              <a:t>l</a:t>
            </a:r>
            <a:endParaRPr lang="en-US" altLang="zh-CN" sz="2200">
              <a:cs typeface="Times New Roman" panose="02020603050405020304" pitchFamily="18" charset="0"/>
            </a:endParaRPr>
          </a:p>
        </p:txBody>
      </p:sp>
      <p:graphicFrame>
        <p:nvGraphicFramePr>
          <p:cNvPr id="17416" name="Object 8"/>
          <p:cNvGraphicFramePr>
            <a:graphicFrameLocks noChangeAspect="1"/>
          </p:cNvGraphicFramePr>
          <p:nvPr/>
        </p:nvGraphicFramePr>
        <p:xfrm>
          <a:off x="1116013" y="3860800"/>
          <a:ext cx="6008687" cy="1225550"/>
        </p:xfrm>
        <a:graphic>
          <a:graphicData uri="http://schemas.openxmlformats.org/presentationml/2006/ole">
            <mc:AlternateContent xmlns:mc="http://schemas.openxmlformats.org/markup-compatibility/2006">
              <mc:Choice xmlns:v="urn:schemas-microsoft-com:vml" Requires="v">
                <p:oleObj spid="_x0000_s17422" name="" r:id="rId5" imgW="3365500" imgH="685800" progId="Equation.3">
                  <p:embed/>
                </p:oleObj>
              </mc:Choice>
              <mc:Fallback>
                <p:oleObj name="" r:id="rId5" imgW="3365500" imgH="685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3860800"/>
                        <a:ext cx="6008687" cy="1225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7" name="Object 9"/>
          <p:cNvGraphicFramePr>
            <a:graphicFrameLocks noChangeAspect="1"/>
          </p:cNvGraphicFramePr>
          <p:nvPr/>
        </p:nvGraphicFramePr>
        <p:xfrm>
          <a:off x="1116013" y="5013325"/>
          <a:ext cx="4535487" cy="793750"/>
        </p:xfrm>
        <a:graphic>
          <a:graphicData uri="http://schemas.openxmlformats.org/presentationml/2006/ole">
            <mc:AlternateContent xmlns:mc="http://schemas.openxmlformats.org/markup-compatibility/2006">
              <mc:Choice xmlns:v="urn:schemas-microsoft-com:vml" Requires="v">
                <p:oleObj spid="_x0000_s17423" name="" r:id="rId7" imgW="2540635" imgH="444500" progId="Equation.3">
                  <p:embed/>
                </p:oleObj>
              </mc:Choice>
              <mc:Fallback>
                <p:oleObj name="" r:id="rId7" imgW="2540635" imgH="4445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5013325"/>
                        <a:ext cx="4535487"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blinds(horizontal)">
                                      <p:cBhvr>
                                        <p:cTn id="7"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3</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28675" name="矩形 1"/>
          <p:cNvSpPr>
            <a:spLocks noChangeArrowheads="1"/>
          </p:cNvSpPr>
          <p:nvPr/>
        </p:nvSpPr>
        <p:spPr bwMode="auto">
          <a:xfrm>
            <a:off x="755650" y="908050"/>
            <a:ext cx="81375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defRPr/>
            </a:pPr>
            <a:r>
              <a:rPr lang="en-US" altLang="zh-CN" sz="2000" dirty="0">
                <a:latin typeface="Times New Roman" panose="02020603050405020304" pitchFamily="18" charset="0"/>
              </a:rPr>
              <a:t>If the radius of curvature </a:t>
            </a:r>
            <a:r>
              <a:rPr lang="en-US" altLang="zh-CN" sz="2000" i="1" dirty="0">
                <a:latin typeface="Times New Roman" panose="02020603050405020304" pitchFamily="18" charset="0"/>
              </a:rPr>
              <a:t>R </a:t>
            </a:r>
            <a:r>
              <a:rPr lang="en-US" altLang="zh-CN" sz="2000" dirty="0">
                <a:latin typeface="Times New Roman" panose="02020603050405020304" pitchFamily="18" charset="0"/>
              </a:rPr>
              <a:t>of the lens is 5.0 m and the lens diameter is 18mm.</a:t>
            </a:r>
            <a:endParaRPr lang="en-US" altLang="zh-CN" sz="2000" dirty="0">
              <a:latin typeface="Times New Roman" panose="02020603050405020304" pitchFamily="18" charset="0"/>
            </a:endParaRPr>
          </a:p>
          <a:p>
            <a:pPr eaLnBrk="1" hangingPunct="1">
              <a:lnSpc>
                <a:spcPct val="120000"/>
              </a:lnSpc>
              <a:buFontTx/>
              <a:buAutoNum type="alphaLcParenBoth"/>
              <a:defRPr/>
            </a:pPr>
            <a:r>
              <a:rPr lang="en-US" altLang="zh-CN" sz="2000" dirty="0">
                <a:latin typeface="Times New Roman" panose="02020603050405020304" pitchFamily="18" charset="0"/>
              </a:rPr>
              <a:t> How many bright rings are produced? Assume that </a:t>
            </a:r>
            <a:r>
              <a:rPr lang="el-GR" altLang="en-US" sz="2000" dirty="0">
                <a:latin typeface="+mj-lt"/>
              </a:rPr>
              <a:t>λ</a:t>
            </a:r>
            <a:r>
              <a:rPr lang="en-US" altLang="zh-CN" sz="2000" dirty="0"/>
              <a:t>=</a:t>
            </a:r>
            <a:r>
              <a:rPr lang="en-US" altLang="zh-CN" sz="2000" dirty="0">
                <a:latin typeface="Times New Roman" panose="02020603050405020304" pitchFamily="18" charset="0"/>
              </a:rPr>
              <a:t> 589nm</a:t>
            </a:r>
            <a:endParaRPr lang="en-US" altLang="zh-CN" sz="2000" dirty="0">
              <a:latin typeface="Times New Roman" panose="02020603050405020304" pitchFamily="18" charset="0"/>
            </a:endParaRPr>
          </a:p>
          <a:p>
            <a:pPr eaLnBrk="1" hangingPunct="1">
              <a:lnSpc>
                <a:spcPct val="120000"/>
              </a:lnSpc>
              <a:buFontTx/>
              <a:buAutoNum type="alphaLcParenBoth"/>
              <a:defRPr/>
            </a:pPr>
            <a:r>
              <a:rPr lang="en-US" altLang="zh-CN" sz="2000" dirty="0">
                <a:latin typeface="Times New Roman" panose="02020603050405020304" pitchFamily="18" charset="0"/>
              </a:rPr>
              <a:t> How many bright rings would be produced if the arrangement</a:t>
            </a:r>
            <a:endParaRPr lang="en-US" altLang="zh-CN" sz="2000" dirty="0">
              <a:latin typeface="Times New Roman" panose="02020603050405020304" pitchFamily="18" charset="0"/>
            </a:endParaRPr>
          </a:p>
          <a:p>
            <a:pPr eaLnBrk="1" hangingPunct="1">
              <a:lnSpc>
                <a:spcPct val="120000"/>
              </a:lnSpc>
              <a:defRPr/>
            </a:pPr>
            <a:r>
              <a:rPr lang="en-US" altLang="zh-CN" sz="2000" dirty="0">
                <a:latin typeface="Times New Roman" panose="02020603050405020304" pitchFamily="18" charset="0"/>
              </a:rPr>
              <a:t>were immersed in water (</a:t>
            </a:r>
            <a:r>
              <a:rPr lang="en-US" altLang="zh-CN" sz="2000" i="1" dirty="0">
                <a:latin typeface="Times New Roman" panose="02020603050405020304" pitchFamily="18" charset="0"/>
              </a:rPr>
              <a:t>n=</a:t>
            </a:r>
            <a:r>
              <a:rPr lang="en-US" altLang="zh-CN" sz="2000" dirty="0">
                <a:latin typeface="Times New Roman" panose="02020603050405020304" pitchFamily="18" charset="0"/>
              </a:rPr>
              <a:t>1.33)?</a:t>
            </a:r>
            <a:endParaRPr lang="zh-CN" altLang="en-US" sz="2000" dirty="0">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3</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19459" name="Text Box 3"/>
          <p:cNvSpPr txBox="1">
            <a:spLocks noChangeArrowheads="1"/>
          </p:cNvSpPr>
          <p:nvPr/>
        </p:nvSpPr>
        <p:spPr bwMode="auto">
          <a:xfrm>
            <a:off x="555625" y="1085850"/>
            <a:ext cx="4159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200" b="1" i="1">
                <a:latin typeface="Times New Roman" panose="02020603050405020304" pitchFamily="18" charset="0"/>
              </a:rPr>
              <a:t>a</a:t>
            </a:r>
            <a:r>
              <a:rPr lang="en-US" altLang="zh-CN" sz="2200" b="1"/>
              <a:t>)</a:t>
            </a:r>
            <a:endParaRPr lang="zh-CN" altLang="en-US" sz="2200" b="1"/>
          </a:p>
        </p:txBody>
      </p:sp>
      <p:graphicFrame>
        <p:nvGraphicFramePr>
          <p:cNvPr id="19460" name="Object 4"/>
          <p:cNvGraphicFramePr>
            <a:graphicFrameLocks noChangeAspect="1"/>
          </p:cNvGraphicFramePr>
          <p:nvPr/>
        </p:nvGraphicFramePr>
        <p:xfrm>
          <a:off x="1058863" y="757238"/>
          <a:ext cx="4903787" cy="1011237"/>
        </p:xfrm>
        <a:graphic>
          <a:graphicData uri="http://schemas.openxmlformats.org/presentationml/2006/ole">
            <mc:AlternateContent xmlns:mc="http://schemas.openxmlformats.org/markup-compatibility/2006">
              <mc:Choice xmlns:v="urn:schemas-microsoft-com:vml" Requires="v">
                <p:oleObj spid="_x0000_s19468" name="Equation" r:id="rId1" imgW="2768600" imgH="571500" progId="Equation.DSMT4">
                  <p:embed/>
                </p:oleObj>
              </mc:Choice>
              <mc:Fallback>
                <p:oleObj name="Equation" r:id="rId1" imgW="2768600" imgH="5715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863" y="757238"/>
                        <a:ext cx="4903787"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1" name="Text Box 5"/>
          <p:cNvSpPr txBox="1">
            <a:spLocks noChangeArrowheads="1"/>
          </p:cNvSpPr>
          <p:nvPr/>
        </p:nvSpPr>
        <p:spPr bwMode="auto">
          <a:xfrm>
            <a:off x="552450" y="1998663"/>
            <a:ext cx="79930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Since the first bright fringe corresponds to </a:t>
            </a:r>
            <a:r>
              <a:rPr lang="zh-CN" altLang="en-US" sz="2000" i="1">
                <a:latin typeface="Times New Roman" panose="02020603050405020304" pitchFamily="18" charset="0"/>
                <a:cs typeface="Times New Roman" panose="02020603050405020304" pitchFamily="18" charset="0"/>
                <a:sym typeface="Times New Roman" panose="02020603050405020304" pitchFamily="18" charset="0"/>
              </a:rPr>
              <a:t>m</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 0, </a:t>
            </a:r>
            <a:r>
              <a:rPr lang="zh-CN" altLang="en-US" sz="2000" i="1">
                <a:latin typeface="Times New Roman" panose="02020603050405020304" pitchFamily="18" charset="0"/>
                <a:cs typeface="Times New Roman" panose="02020603050405020304" pitchFamily="18" charset="0"/>
                <a:sym typeface="Times New Roman" panose="02020603050405020304" pitchFamily="18" charset="0"/>
              </a:rPr>
              <a:t>m</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 27 corresponds to the </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28</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bright fringe.</a:t>
            </a:r>
            <a:endParaRPr lang="zh-CN" altLang="en-US" sz="2000">
              <a:cs typeface="Times New Roman" panose="02020603050405020304" pitchFamily="18" charset="0"/>
            </a:endParaRPr>
          </a:p>
        </p:txBody>
      </p:sp>
      <p:sp>
        <p:nvSpPr>
          <p:cNvPr id="19462" name="Text Box 7"/>
          <p:cNvSpPr txBox="1">
            <a:spLocks noChangeArrowheads="1"/>
          </p:cNvSpPr>
          <p:nvPr/>
        </p:nvSpPr>
        <p:spPr bwMode="auto">
          <a:xfrm>
            <a:off x="555625" y="3235325"/>
            <a:ext cx="415925"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200" b="1" i="1">
                <a:latin typeface="Times New Roman" panose="02020603050405020304" pitchFamily="18" charset="0"/>
              </a:rPr>
              <a:t>b</a:t>
            </a:r>
            <a:r>
              <a:rPr lang="en-US" altLang="zh-CN" sz="2200" b="1"/>
              <a:t>)</a:t>
            </a:r>
            <a:endParaRPr lang="zh-CN" altLang="en-US" sz="2200" b="1"/>
          </a:p>
        </p:txBody>
      </p:sp>
      <p:sp>
        <p:nvSpPr>
          <p:cNvPr id="19463" name="Text Box 8"/>
          <p:cNvSpPr txBox="1">
            <a:spLocks noChangeArrowheads="1"/>
          </p:cNvSpPr>
          <p:nvPr/>
        </p:nvSpPr>
        <p:spPr bwMode="auto">
          <a:xfrm>
            <a:off x="971550" y="3235325"/>
            <a:ext cx="50800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We now replace </a:t>
            </a:r>
            <a:r>
              <a:rPr lang="en-US" altLang="zh-CN" sz="2000" i="1">
                <a:latin typeface="Symbol" panose="05050102010706020507" pitchFamily="18" charset="2"/>
                <a:cs typeface="Times New Roman" panose="02020603050405020304" pitchFamily="18" charset="0"/>
                <a:sym typeface="Symbol" panose="05050102010706020507" pitchFamily="18" charset="2"/>
              </a:rPr>
              <a:t>l</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by </a:t>
            </a:r>
            <a:r>
              <a:rPr lang="en-US" altLang="zh-CN" sz="2000" i="1">
                <a:latin typeface="Symbol" panose="05050102010706020507" pitchFamily="18" charset="2"/>
                <a:cs typeface="Times New Roman" panose="02020603050405020304" pitchFamily="18" charset="0"/>
                <a:sym typeface="Symbol" panose="05050102010706020507" pitchFamily="18" charset="2"/>
              </a:rPr>
              <a:t>l</a:t>
            </a:r>
            <a:r>
              <a:rPr lang="en-US" altLang="zh-CN" sz="2000" i="1" baseline="-25000">
                <a:latin typeface="Times New Roman" panose="02020603050405020304" pitchFamily="18" charset="0"/>
                <a:cs typeface="Times New Roman" panose="02020603050405020304" pitchFamily="18" charset="0"/>
                <a:sym typeface="Times New Roman" panose="02020603050405020304" pitchFamily="18" charset="0"/>
              </a:rPr>
              <a:t>n</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a:latin typeface="Symbol" panose="05050102010706020507" pitchFamily="18" charset="2"/>
                <a:cs typeface="Times New Roman" panose="02020603050405020304" pitchFamily="18" charset="0"/>
                <a:sym typeface="Symbol" panose="05050102010706020507" pitchFamily="18" charset="2"/>
              </a:rPr>
              <a:t>l</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n</a:t>
            </a:r>
            <a:r>
              <a:rPr lang="en-US" altLang="zh-CN" sz="2000" i="1" baseline="-25000">
                <a:latin typeface="Times New Roman" panose="02020603050405020304" pitchFamily="18" charset="0"/>
                <a:cs typeface="Times New Roman" panose="02020603050405020304" pitchFamily="18" charset="0"/>
                <a:sym typeface="Times New Roman" panose="02020603050405020304" pitchFamily="18" charset="0"/>
              </a:rPr>
              <a:t>w</a:t>
            </a:r>
            <a:endParaRPr lang="en-US" altLang="zh-CN" sz="2000">
              <a:cs typeface="Times New Roman" panose="02020603050405020304" pitchFamily="18" charset="0"/>
            </a:endParaRPr>
          </a:p>
        </p:txBody>
      </p:sp>
      <p:graphicFrame>
        <p:nvGraphicFramePr>
          <p:cNvPr id="19464" name="Object 9"/>
          <p:cNvGraphicFramePr>
            <a:graphicFrameLocks noChangeAspect="1"/>
          </p:cNvGraphicFramePr>
          <p:nvPr/>
        </p:nvGraphicFramePr>
        <p:xfrm>
          <a:off x="1122363" y="3711575"/>
          <a:ext cx="6040437" cy="1006475"/>
        </p:xfrm>
        <a:graphic>
          <a:graphicData uri="http://schemas.openxmlformats.org/presentationml/2006/ole">
            <mc:AlternateContent xmlns:mc="http://schemas.openxmlformats.org/markup-compatibility/2006">
              <mc:Choice xmlns:v="urn:schemas-microsoft-com:vml" Requires="v">
                <p:oleObj spid="_x0000_s19469" name="" r:id="rId3" imgW="3657600" imgH="609600" progId="">
                  <p:embed/>
                </p:oleObj>
              </mc:Choice>
              <mc:Fallback>
                <p:oleObj name="" r:id="rId3" imgW="3657600" imgH="609600" progId="">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2363" y="3711575"/>
                        <a:ext cx="60404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5" name="Text Box 10"/>
          <p:cNvSpPr txBox="1">
            <a:spLocks noChangeArrowheads="1"/>
          </p:cNvSpPr>
          <p:nvPr/>
        </p:nvSpPr>
        <p:spPr bwMode="auto">
          <a:xfrm>
            <a:off x="882650" y="4994275"/>
            <a:ext cx="813593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This corresponds to the </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37</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bright fringe</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1"/>
          <p:cNvSpPr txBox="1">
            <a:spLocks noChangeArrowheads="1"/>
          </p:cNvSpPr>
          <p:nvPr/>
        </p:nvSpPr>
        <p:spPr bwMode="auto">
          <a:xfrm>
            <a:off x="179388" y="115888"/>
            <a:ext cx="1671637" cy="461962"/>
          </a:xfrm>
          <a:prstGeom prst="rect">
            <a:avLst/>
          </a:prstGeom>
          <a:noFill/>
          <a:ln>
            <a:noFill/>
          </a:ln>
        </p:spPr>
        <p:txBody>
          <a:bodyPr wrap="none">
            <a:spAutoFit/>
          </a:bodyPr>
          <a:lstStyle>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eaLnBrk="1" hangingPunct="1">
              <a:defRPr/>
            </a:pPr>
            <a:r>
              <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rPr>
              <a:t>Problem 3</a:t>
            </a:r>
            <a:endParaRPr lang="en-US" b="1" dirty="0">
              <a:solidFill>
                <a:srgbClr val="CC33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graphicFrame>
        <p:nvGraphicFramePr>
          <p:cNvPr id="20483" name="Object 4"/>
          <p:cNvGraphicFramePr/>
          <p:nvPr/>
        </p:nvGraphicFramePr>
        <p:xfrm>
          <a:off x="1087438" y="2894013"/>
          <a:ext cx="4662487" cy="1484312"/>
        </p:xfrm>
        <a:graphic>
          <a:graphicData uri="http://schemas.openxmlformats.org/presentationml/2006/ole">
            <mc:AlternateContent xmlns:mc="http://schemas.openxmlformats.org/markup-compatibility/2006">
              <mc:Choice xmlns:v="urn:schemas-microsoft-com:vml" Requires="v">
                <p:oleObj spid="_x0000_s20489" name="Equation" r:id="rId1" imgW="2489200" imgH="863600" progId="Equation.DSMT4">
                  <p:embed/>
                </p:oleObj>
              </mc:Choice>
              <mc:Fallback>
                <p:oleObj name="Equation" r:id="rId1" imgW="2489200" imgH="863600" progId="Equation.DSMT4">
                  <p:embed/>
                  <p:pic>
                    <p:nvPicPr>
                      <p:cNvPr id="0" name="Object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438" y="2894013"/>
                        <a:ext cx="4662487"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4" name="Text Box 5"/>
          <p:cNvSpPr txBox="1">
            <a:spLocks noChangeArrowheads="1"/>
          </p:cNvSpPr>
          <p:nvPr/>
        </p:nvSpPr>
        <p:spPr bwMode="auto">
          <a:xfrm>
            <a:off x="609600" y="2146300"/>
            <a:ext cx="508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when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m</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is changed to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m</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+ 20,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r</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becomes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r'</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so </a:t>
            </a:r>
            <a:endParaRPr lang="en-US" altLang="zh-CN" sz="2000">
              <a:cs typeface="Times New Roman" panose="02020603050405020304" pitchFamily="18" charset="0"/>
            </a:endParaRPr>
          </a:p>
        </p:txBody>
      </p:sp>
      <p:graphicFrame>
        <p:nvGraphicFramePr>
          <p:cNvPr id="20485" name="Object 7"/>
          <p:cNvGraphicFramePr/>
          <p:nvPr/>
        </p:nvGraphicFramePr>
        <p:xfrm>
          <a:off x="3189288" y="4652963"/>
          <a:ext cx="2592387" cy="720725"/>
        </p:xfrm>
        <a:graphic>
          <a:graphicData uri="http://schemas.openxmlformats.org/presentationml/2006/ole">
            <mc:AlternateContent xmlns:mc="http://schemas.openxmlformats.org/markup-compatibility/2006">
              <mc:Choice xmlns:v="urn:schemas-microsoft-com:vml" Requires="v">
                <p:oleObj spid="_x0000_s20490" name="Equation" r:id="rId3" imgW="1358900" imgH="419100" progId="Equation.DSMT4">
                  <p:embed/>
                </p:oleObj>
              </mc:Choice>
              <mc:Fallback>
                <p:oleObj name="Equation" r:id="rId3" imgW="1358900" imgH="419100" progId="Equation.DSMT4">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9288" y="4652963"/>
                        <a:ext cx="25923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6" name="矩形 2"/>
          <p:cNvSpPr>
            <a:spLocks noChangeArrowheads="1"/>
          </p:cNvSpPr>
          <p:nvPr/>
        </p:nvSpPr>
        <p:spPr bwMode="auto">
          <a:xfrm>
            <a:off x="542925" y="836613"/>
            <a:ext cx="78851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defRPr/>
            </a:pPr>
            <a:r>
              <a:rPr lang="en-US" altLang="zh-CN" sz="2000" dirty="0">
                <a:latin typeface="Times New Roman" panose="02020603050405020304" pitchFamily="18" charset="0"/>
              </a:rPr>
              <a:t>c) If the radii of the </a:t>
            </a:r>
            <a:r>
              <a:rPr lang="en-US" altLang="zh-CN" sz="2000" i="1" dirty="0" err="1">
                <a:latin typeface="Times New Roman" panose="02020603050405020304" pitchFamily="18" charset="0"/>
              </a:rPr>
              <a:t>m</a:t>
            </a:r>
            <a:r>
              <a:rPr lang="en-US" altLang="zh-CN" sz="2000" dirty="0" err="1">
                <a:latin typeface="Times New Roman" panose="02020603050405020304" pitchFamily="18" charset="0"/>
              </a:rPr>
              <a:t>th</a:t>
            </a:r>
            <a:r>
              <a:rPr lang="en-US" altLang="zh-CN" sz="2000" dirty="0">
                <a:latin typeface="Times New Roman" panose="02020603050405020304" pitchFamily="18" charset="0"/>
              </a:rPr>
              <a:t> and (</a:t>
            </a:r>
            <a:r>
              <a:rPr lang="en-US" altLang="zh-CN" sz="2000" i="1" dirty="0">
                <a:latin typeface="Times New Roman" panose="02020603050405020304" pitchFamily="18" charset="0"/>
              </a:rPr>
              <a:t>m+</a:t>
            </a:r>
            <a:r>
              <a:rPr lang="en-US" altLang="zh-CN" sz="2000" dirty="0">
                <a:latin typeface="Times New Roman" panose="02020603050405020304" pitchFamily="18" charset="0"/>
              </a:rPr>
              <a:t>20)</a:t>
            </a:r>
            <a:r>
              <a:rPr lang="en-US" altLang="zh-CN" sz="2000" dirty="0" err="1">
                <a:latin typeface="Times New Roman" panose="02020603050405020304" pitchFamily="18" charset="0"/>
              </a:rPr>
              <a:t>th</a:t>
            </a:r>
            <a:r>
              <a:rPr lang="en-US" altLang="zh-CN" sz="2000" dirty="0">
                <a:latin typeface="Times New Roman" panose="02020603050405020304" pitchFamily="18" charset="0"/>
              </a:rPr>
              <a:t> bright rings are measured and found to be 0.162 and 0.368 cm, respectively, in light of wavelength </a:t>
            </a:r>
            <a:r>
              <a:rPr lang="el-GR" altLang="en-US" sz="2000" dirty="0">
                <a:latin typeface="+mj-lt"/>
              </a:rPr>
              <a:t>λ</a:t>
            </a:r>
            <a:r>
              <a:rPr lang="en-US" altLang="en-US" sz="2000" dirty="0">
                <a:latin typeface="+mj-lt"/>
              </a:rPr>
              <a:t> </a:t>
            </a:r>
            <a:r>
              <a:rPr lang="en-US" altLang="zh-CN" sz="2000" dirty="0">
                <a:latin typeface="+mj-lt"/>
              </a:rPr>
              <a:t>=</a:t>
            </a:r>
            <a:r>
              <a:rPr lang="en-US" altLang="zh-CN" sz="2000" dirty="0"/>
              <a:t> </a:t>
            </a:r>
            <a:r>
              <a:rPr lang="en-US" altLang="zh-CN" sz="2000" dirty="0">
                <a:latin typeface="Times New Roman" panose="02020603050405020304" pitchFamily="18" charset="0"/>
              </a:rPr>
              <a:t>546 nm.</a:t>
            </a:r>
            <a:endParaRPr lang="en-US" altLang="zh-CN" sz="2000" dirty="0">
              <a:latin typeface="Times New Roman" panose="02020603050405020304" pitchFamily="18" charset="0"/>
            </a:endParaRPr>
          </a:p>
          <a:p>
            <a:pPr eaLnBrk="1" hangingPunct="1">
              <a:lnSpc>
                <a:spcPct val="120000"/>
              </a:lnSpc>
              <a:defRPr/>
            </a:pPr>
            <a:r>
              <a:rPr lang="en-US" altLang="zh-CN" sz="2000" dirty="0">
                <a:latin typeface="Times New Roman" panose="02020603050405020304" pitchFamily="18" charset="0"/>
              </a:rPr>
              <a:t>Calculate the radius of curvature of the lower surface of the lens</a:t>
            </a:r>
            <a:endParaRPr lang="zh-CN" altLang="en-US" sz="2000" dirty="0">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COMMONDATA" val="eyJoZGlkIjoiODUyOTQ0OTk3NTlkMzE4NjczZGEzZTE5NTY1ZjEwODgifQ=="/>
</p:tagLst>
</file>

<file path=ppt/theme/theme1.xml><?xml version="1.0" encoding="utf-8"?>
<a:theme xmlns:a="http://schemas.openxmlformats.org/drawingml/2006/main" name="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5319</Words>
  <Application>WPS 演示</Application>
  <PresentationFormat>全屏显示(4:3)</PresentationFormat>
  <Paragraphs>209</Paragraphs>
  <Slides>19</Slides>
  <Notes>8</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36</vt:i4>
      </vt:variant>
      <vt:variant>
        <vt:lpstr>幻灯片标题</vt:lpstr>
      </vt:variant>
      <vt:variant>
        <vt:i4>19</vt:i4>
      </vt:variant>
    </vt:vector>
  </HeadingPairs>
  <TitlesOfParts>
    <vt:vector size="69" baseType="lpstr">
      <vt:lpstr>Arial</vt:lpstr>
      <vt:lpstr>宋体</vt:lpstr>
      <vt:lpstr>Wingdings</vt:lpstr>
      <vt:lpstr>Times New Roman</vt:lpstr>
      <vt:lpstr>MS PGothic</vt:lpstr>
      <vt:lpstr>Times</vt:lpstr>
      <vt:lpstr>Baskerville Old Face</vt:lpstr>
      <vt:lpstr>MS Gothic</vt:lpstr>
      <vt:lpstr>Segoe UI</vt:lpstr>
      <vt:lpstr>Times New Roman</vt:lpstr>
      <vt:lpstr>Symbol</vt:lpstr>
      <vt:lpstr>微软雅黑</vt:lpstr>
      <vt:lpstr>Arial Unicode MS</vt:lpstr>
      <vt:lpstr>C6eActiveLectureQuestions</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dc:title>
  <dc:creator>System 104</dc:creator>
  <cp:lastModifiedBy>Administrator</cp:lastModifiedBy>
  <cp:revision>774</cp:revision>
  <cp:lastPrinted>2014-05-12T00:55:00Z</cp:lastPrinted>
  <dcterms:created xsi:type="dcterms:W3CDTF">2013-03-08T13:55:00Z</dcterms:created>
  <dcterms:modified xsi:type="dcterms:W3CDTF">2022-05-11T00:29:23Z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2052-11.1.0.11691</vt:lpwstr>
  </property>
  <property fmtid="{D5CDD505-2E9C-101B-9397-08002B2CF9AE}" pid="3" name="ICV">
    <vt:lpwstr>9B3E3303F9B84F6C86DC6529AD616252</vt:lpwstr>
  </property>
</Properties>
</file>