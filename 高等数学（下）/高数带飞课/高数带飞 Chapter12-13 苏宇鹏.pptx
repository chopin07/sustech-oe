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1"/>
  </p:notesMasterIdLst>
  <p:sldIdLst>
    <p:sldId id="318" r:id="rId2"/>
    <p:sldId id="338" r:id="rId3"/>
    <p:sldId id="288" r:id="rId4"/>
    <p:sldId id="339" r:id="rId5"/>
    <p:sldId id="320" r:id="rId6"/>
    <p:sldId id="321" r:id="rId7"/>
    <p:sldId id="340" r:id="rId8"/>
    <p:sldId id="322" r:id="rId9"/>
    <p:sldId id="328" r:id="rId10"/>
    <p:sldId id="341" r:id="rId11"/>
    <p:sldId id="323" r:id="rId12"/>
    <p:sldId id="324" r:id="rId13"/>
    <p:sldId id="325" r:id="rId14"/>
    <p:sldId id="342" r:id="rId15"/>
    <p:sldId id="326" r:id="rId16"/>
    <p:sldId id="327" r:id="rId17"/>
    <p:sldId id="329" r:id="rId18"/>
    <p:sldId id="335" r:id="rId19"/>
    <p:sldId id="343" r:id="rId20"/>
    <p:sldId id="337" r:id="rId21"/>
    <p:sldId id="330" r:id="rId22"/>
    <p:sldId id="331" r:id="rId23"/>
    <p:sldId id="332" r:id="rId24"/>
    <p:sldId id="344" r:id="rId25"/>
    <p:sldId id="333" r:id="rId26"/>
    <p:sldId id="334" r:id="rId27"/>
    <p:sldId id="336" r:id="rId28"/>
    <p:sldId id="345" r:id="rId29"/>
    <p:sldId id="319" r:id="rId3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C"/>
    <a:srgbClr val="E6E6E6"/>
    <a:srgbClr val="E7661C"/>
    <a:srgbClr val="EBA123"/>
    <a:srgbClr val="A8A8A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31E0F-BC64-44CB-ADE4-58C7EB5B3FEC}" v="40" dt="2022-10-30T02:39:0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840" y="114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苏 宇鹏" userId="f8155d837c865e1b" providerId="LiveId" clId="{BC131E0F-BC64-44CB-ADE4-58C7EB5B3FEC}"/>
    <pc:docChg chg="undo custSel addSld delSld modSld sldOrd modMainMaster">
      <pc:chgData name="苏 宇鹏" userId="f8155d837c865e1b" providerId="LiveId" clId="{BC131E0F-BC64-44CB-ADE4-58C7EB5B3FEC}" dt="2022-10-30T06:09:22.927" v="3364"/>
      <pc:docMkLst>
        <pc:docMk/>
      </pc:docMkLst>
      <pc:sldChg chg="modSp mod">
        <pc:chgData name="苏 宇鹏" userId="f8155d837c865e1b" providerId="LiveId" clId="{BC131E0F-BC64-44CB-ADE4-58C7EB5B3FEC}" dt="2022-10-30T02:22:41.848" v="1" actId="20577"/>
        <pc:sldMkLst>
          <pc:docMk/>
          <pc:sldMk cId="1141231195" sldId="288"/>
        </pc:sldMkLst>
        <pc:spChg chg="mod">
          <ac:chgData name="苏 宇鹏" userId="f8155d837c865e1b" providerId="LiveId" clId="{BC131E0F-BC64-44CB-ADE4-58C7EB5B3FEC}" dt="2022-10-30T02:22:41.848" v="1" actId="20577"/>
          <ac:spMkLst>
            <pc:docMk/>
            <pc:sldMk cId="1141231195" sldId="288"/>
            <ac:spMk id="12" creationId="{A1D4DCA9-4813-4112-BD9C-4EAA5942E610}"/>
          </ac:spMkLst>
        </pc:spChg>
      </pc:sldChg>
      <pc:sldChg chg="mod chgLayout">
        <pc:chgData name="苏 宇鹏" userId="f8155d837c865e1b" providerId="LiveId" clId="{BC131E0F-BC64-44CB-ADE4-58C7EB5B3FEC}" dt="2022-10-30T02:23:22.205" v="7" actId="700"/>
        <pc:sldMkLst>
          <pc:docMk/>
          <pc:sldMk cId="3971574708" sldId="318"/>
        </pc:sldMkLst>
      </pc:sldChg>
      <pc:sldChg chg="modSp mod">
        <pc:chgData name="苏 宇鹏" userId="f8155d837c865e1b" providerId="LiveId" clId="{BC131E0F-BC64-44CB-ADE4-58C7EB5B3FEC}" dt="2022-10-30T05:59:40.680" v="3318" actId="20577"/>
        <pc:sldMkLst>
          <pc:docMk/>
          <pc:sldMk cId="3114671543" sldId="319"/>
        </pc:sldMkLst>
        <pc:spChg chg="mod">
          <ac:chgData name="苏 宇鹏" userId="f8155d837c865e1b" providerId="LiveId" clId="{BC131E0F-BC64-44CB-ADE4-58C7EB5B3FEC}" dt="2022-10-30T05:59:40.680" v="3318" actId="20577"/>
          <ac:spMkLst>
            <pc:docMk/>
            <pc:sldMk cId="3114671543" sldId="319"/>
            <ac:spMk id="5" creationId="{0B726794-7B26-4759-BB19-EBCA93CBA512}"/>
          </ac:spMkLst>
        </pc:spChg>
      </pc:sldChg>
      <pc:sldChg chg="modSp mod">
        <pc:chgData name="苏 宇鹏" userId="f8155d837c865e1b" providerId="LiveId" clId="{BC131E0F-BC64-44CB-ADE4-58C7EB5B3FEC}" dt="2022-10-30T02:24:48.889" v="36" actId="20577"/>
        <pc:sldMkLst>
          <pc:docMk/>
          <pc:sldMk cId="227518316" sldId="343"/>
        </pc:sldMkLst>
        <pc:spChg chg="mod">
          <ac:chgData name="苏 宇鹏" userId="f8155d837c865e1b" providerId="LiveId" clId="{BC131E0F-BC64-44CB-ADE4-58C7EB5B3FEC}" dt="2022-10-30T02:24:48.889" v="36" actId="20577"/>
          <ac:spMkLst>
            <pc:docMk/>
            <pc:sldMk cId="227518316" sldId="343"/>
            <ac:spMk id="12" creationId="{A1D4DCA9-4813-4112-BD9C-4EAA5942E610}"/>
          </ac:spMkLst>
        </pc:spChg>
      </pc:sldChg>
      <pc:sldChg chg="add del ord setBg">
        <pc:chgData name="苏 宇鹏" userId="f8155d837c865e1b" providerId="LiveId" clId="{BC131E0F-BC64-44CB-ADE4-58C7EB5B3FEC}" dt="2022-10-30T02:23:58.861" v="12" actId="47"/>
        <pc:sldMkLst>
          <pc:docMk/>
          <pc:sldMk cId="2845488834" sldId="377"/>
        </pc:sldMkLst>
      </pc:sldChg>
      <pc:sldChg chg="add del mod setBg chgLayout">
        <pc:chgData name="苏 宇鹏" userId="f8155d837c865e1b" providerId="LiveId" clId="{BC131E0F-BC64-44CB-ADE4-58C7EB5B3FEC}" dt="2022-10-30T02:23:32.234" v="9" actId="47"/>
        <pc:sldMkLst>
          <pc:docMk/>
          <pc:sldMk cId="2343748618" sldId="378"/>
        </pc:sldMkLst>
      </pc:sldChg>
      <pc:sldChg chg="modSp add mod ord">
        <pc:chgData name="苏 宇鹏" userId="f8155d837c865e1b" providerId="LiveId" clId="{BC131E0F-BC64-44CB-ADE4-58C7EB5B3FEC}" dt="2022-10-30T06:02:28.031" v="3326" actId="20577"/>
        <pc:sldMkLst>
          <pc:docMk/>
          <pc:sldMk cId="2731186746" sldId="379"/>
        </pc:sldMkLst>
        <pc:spChg chg="mod">
          <ac:chgData name="苏 宇鹏" userId="f8155d837c865e1b" providerId="LiveId" clId="{BC131E0F-BC64-44CB-ADE4-58C7EB5B3FEC}" dt="2022-10-30T06:02:23.750" v="3322" actId="20577"/>
          <ac:spMkLst>
            <pc:docMk/>
            <pc:sldMk cId="2731186746" sldId="379"/>
            <ac:spMk id="7" creationId="{41CC5F07-5256-4691-97FF-2CDDBB239479}"/>
          </ac:spMkLst>
        </pc:spChg>
        <pc:spChg chg="mod">
          <ac:chgData name="苏 宇鹏" userId="f8155d837c865e1b" providerId="LiveId" clId="{BC131E0F-BC64-44CB-ADE4-58C7EB5B3FEC}" dt="2022-10-30T06:02:28.031" v="3326" actId="20577"/>
          <ac:spMkLst>
            <pc:docMk/>
            <pc:sldMk cId="2731186746" sldId="379"/>
            <ac:spMk id="9" creationId="{0C01A5A4-38A1-453D-B59C-46BF1655E02A}"/>
          </ac:spMkLst>
        </pc:spChg>
      </pc:sldChg>
      <pc:sldChg chg="delSp modSp add del mod ord">
        <pc:chgData name="苏 宇鹏" userId="f8155d837c865e1b" providerId="LiveId" clId="{BC131E0F-BC64-44CB-ADE4-58C7EB5B3FEC}" dt="2022-10-30T02:25:18.818" v="64" actId="47"/>
        <pc:sldMkLst>
          <pc:docMk/>
          <pc:sldMk cId="2145253505" sldId="380"/>
        </pc:sldMkLst>
        <pc:spChg chg="del mod">
          <ac:chgData name="苏 宇鹏" userId="f8155d837c865e1b" providerId="LiveId" clId="{BC131E0F-BC64-44CB-ADE4-58C7EB5B3FEC}" dt="2022-10-30T02:24:43.676" v="34"/>
          <ac:spMkLst>
            <pc:docMk/>
            <pc:sldMk cId="2145253505" sldId="380"/>
            <ac:spMk id="7" creationId="{FA6E4A8B-B893-5DA2-9C1D-CEB2A50B3C36}"/>
          </ac:spMkLst>
        </pc:spChg>
        <pc:picChg chg="del">
          <ac:chgData name="苏 宇鹏" userId="f8155d837c865e1b" providerId="LiveId" clId="{BC131E0F-BC64-44CB-ADE4-58C7EB5B3FEC}" dt="2022-10-30T02:24:12.748" v="16" actId="478"/>
          <ac:picMkLst>
            <pc:docMk/>
            <pc:sldMk cId="2145253505" sldId="380"/>
            <ac:picMk id="8" creationId="{A9B6991E-3F30-65EC-0F92-E7BAE354EAA2}"/>
          </ac:picMkLst>
        </pc:picChg>
      </pc:sldChg>
      <pc:sldChg chg="addSp delSp modSp add mod modClrScheme modAnim chgLayout">
        <pc:chgData name="苏 宇鹏" userId="f8155d837c865e1b" providerId="LiveId" clId="{BC131E0F-BC64-44CB-ADE4-58C7EB5B3FEC}" dt="2022-10-30T06:07:39.994" v="3338"/>
        <pc:sldMkLst>
          <pc:docMk/>
          <pc:sldMk cId="3558280106" sldId="381"/>
        </pc:sldMkLst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3" creationId="{EE294173-36E1-BF1C-5983-6AB333301757}"/>
          </ac:spMkLst>
        </pc:spChg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4" creationId="{E569FB85-122D-4E69-A147-FE87FDF1ADAD}"/>
          </ac:spMkLst>
        </pc:spChg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5" creationId="{B06AC696-BCBA-BEF2-2378-0A8A828CC17A}"/>
          </ac:spMkLst>
        </pc:spChg>
        <pc:spChg chg="mod">
          <ac:chgData name="苏 宇鹏" userId="f8155d837c865e1b" providerId="LiveId" clId="{BC131E0F-BC64-44CB-ADE4-58C7EB5B3FEC}" dt="2022-10-30T02:26:18.812" v="117" actId="20577"/>
          <ac:spMkLst>
            <pc:docMk/>
            <pc:sldMk cId="3558280106" sldId="381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27:40.055" v="184" actId="20577"/>
          <ac:spMkLst>
            <pc:docMk/>
            <pc:sldMk cId="3558280106" sldId="381"/>
            <ac:spMk id="8" creationId="{F5EE3ABA-079D-20CA-FC91-30F7D8961A0B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9" creationId="{56378EED-F6F0-6811-F1C2-BC7B5754DF39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10" creationId="{D9A63B17-80CC-3726-102E-C754E37D1B76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11" creationId="{A83B3E56-98F8-519D-B1CA-71F912222E3E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2" creationId="{79750ADE-1823-8C17-6671-AA862B193EC8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3" creationId="{DD4F0EAF-7C90-AC10-24F9-C7E27FA86A61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4" creationId="{C0FB12E7-B14B-7A25-7564-2A978A8EBA9E}"/>
          </ac:spMkLst>
        </pc:spChg>
        <pc:picChg chg="add mod">
          <ac:chgData name="苏 宇鹏" userId="f8155d837c865e1b" providerId="LiveId" clId="{BC131E0F-BC64-44CB-ADE4-58C7EB5B3FEC}" dt="2022-10-30T02:26:33.440" v="122" actId="1076"/>
          <ac:picMkLst>
            <pc:docMk/>
            <pc:sldMk cId="3558280106" sldId="381"/>
            <ac:picMk id="6" creationId="{AE69645D-440A-F516-B89D-AFCA5A9A9B58}"/>
          </ac:picMkLst>
        </pc:picChg>
      </pc:sldChg>
      <pc:sldChg chg="addSp delSp modSp add mod modAnim">
        <pc:chgData name="苏 宇鹏" userId="f8155d837c865e1b" providerId="LiveId" clId="{BC131E0F-BC64-44CB-ADE4-58C7EB5B3FEC}" dt="2022-10-30T06:07:53.559" v="3344"/>
        <pc:sldMkLst>
          <pc:docMk/>
          <pc:sldMk cId="3184635320" sldId="382"/>
        </pc:sldMkLst>
        <pc:spChg chg="mod">
          <ac:chgData name="苏 宇鹏" userId="f8155d837c865e1b" providerId="LiveId" clId="{BC131E0F-BC64-44CB-ADE4-58C7EB5B3FEC}" dt="2022-10-30T02:40:36.752" v="844" actId="20577"/>
          <ac:spMkLst>
            <pc:docMk/>
            <pc:sldMk cId="3184635320" sldId="382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33:17.631" v="502" actId="20577"/>
          <ac:spMkLst>
            <pc:docMk/>
            <pc:sldMk cId="3184635320" sldId="382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3:51.135" v="522" actId="255"/>
          <ac:spMkLst>
            <pc:docMk/>
            <pc:sldMk cId="3184635320" sldId="382"/>
            <ac:spMk id="8" creationId="{27566AB3-B19C-9B43-C5BA-4EB1E674D15C}"/>
          </ac:spMkLst>
        </pc:spChg>
        <pc:spChg chg="add mod">
          <ac:chgData name="苏 宇鹏" userId="f8155d837c865e1b" providerId="LiveId" clId="{BC131E0F-BC64-44CB-ADE4-58C7EB5B3FEC}" dt="2022-10-30T02:34:36.542" v="616" actId="1076"/>
          <ac:spMkLst>
            <pc:docMk/>
            <pc:sldMk cId="3184635320" sldId="382"/>
            <ac:spMk id="9" creationId="{BE3577C3-549B-66A6-AE46-918BF13ADA91}"/>
          </ac:spMkLst>
        </pc:spChg>
        <pc:spChg chg="add mod">
          <ac:chgData name="苏 宇鹏" userId="f8155d837c865e1b" providerId="LiveId" clId="{BC131E0F-BC64-44CB-ADE4-58C7EB5B3FEC}" dt="2022-10-30T02:34:28.765" v="615" actId="20577"/>
          <ac:spMkLst>
            <pc:docMk/>
            <pc:sldMk cId="3184635320" sldId="382"/>
            <ac:spMk id="10" creationId="{803108FD-B2EC-0798-3953-517CDCC0A9CC}"/>
          </ac:spMkLst>
        </pc:spChg>
        <pc:spChg chg="add mod">
          <ac:chgData name="苏 宇鹏" userId="f8155d837c865e1b" providerId="LiveId" clId="{BC131E0F-BC64-44CB-ADE4-58C7EB5B3FEC}" dt="2022-10-30T02:35:30.465" v="712" actId="20577"/>
          <ac:spMkLst>
            <pc:docMk/>
            <pc:sldMk cId="3184635320" sldId="382"/>
            <ac:spMk id="11" creationId="{E19230EA-B927-C918-5CF7-9C7D29A91918}"/>
          </ac:spMkLst>
        </pc:spChg>
        <pc:spChg chg="add del mod">
          <ac:chgData name="苏 宇鹏" userId="f8155d837c865e1b" providerId="LiveId" clId="{BC131E0F-BC64-44CB-ADE4-58C7EB5B3FEC}" dt="2022-10-30T02:36:48.321" v="803"/>
          <ac:spMkLst>
            <pc:docMk/>
            <pc:sldMk cId="3184635320" sldId="382"/>
            <ac:spMk id="12" creationId="{1C9E2C0D-B5D5-0F34-14EC-DF14A6E5832B}"/>
          </ac:spMkLst>
        </pc:spChg>
        <pc:spChg chg="add mod">
          <ac:chgData name="苏 宇鹏" userId="f8155d837c865e1b" providerId="LiveId" clId="{BC131E0F-BC64-44CB-ADE4-58C7EB5B3FEC}" dt="2022-10-30T02:36:50.489" v="804" actId="1076"/>
          <ac:spMkLst>
            <pc:docMk/>
            <pc:sldMk cId="3184635320" sldId="382"/>
            <ac:spMk id="13" creationId="{656DA50F-B7D7-9B87-BF03-FC19BC493733}"/>
          </ac:spMkLst>
        </pc:spChg>
        <pc:picChg chg="add mod">
          <ac:chgData name="苏 宇鹏" userId="f8155d837c865e1b" providerId="LiveId" clId="{BC131E0F-BC64-44CB-ADE4-58C7EB5B3FEC}" dt="2022-10-30T02:33:34.542" v="509" actId="1076"/>
          <ac:picMkLst>
            <pc:docMk/>
            <pc:sldMk cId="3184635320" sldId="382"/>
            <ac:picMk id="6" creationId="{117F7673-60A2-72D2-A66B-25A95C91E68F}"/>
          </ac:picMkLst>
        </pc:picChg>
      </pc:sldChg>
      <pc:sldChg chg="addSp modSp add mod modAnim">
        <pc:chgData name="苏 宇鹏" userId="f8155d837c865e1b" providerId="LiveId" clId="{BC131E0F-BC64-44CB-ADE4-58C7EB5B3FEC}" dt="2022-10-30T06:07:57.834" v="3345"/>
        <pc:sldMkLst>
          <pc:docMk/>
          <pc:sldMk cId="1320786502" sldId="383"/>
        </pc:sldMkLst>
        <pc:spChg chg="mod">
          <ac:chgData name="苏 宇鹏" userId="f8155d837c865e1b" providerId="LiveId" clId="{BC131E0F-BC64-44CB-ADE4-58C7EB5B3FEC}" dt="2022-10-30T02:41:00.493" v="852" actId="20577"/>
          <ac:spMkLst>
            <pc:docMk/>
            <pc:sldMk cId="1320786502" sldId="383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42:07.555" v="921" actId="20577"/>
          <ac:spMkLst>
            <pc:docMk/>
            <pc:sldMk cId="1320786502" sldId="383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43:37.504" v="1022" actId="20577"/>
          <ac:spMkLst>
            <pc:docMk/>
            <pc:sldMk cId="1320786502" sldId="383"/>
            <ac:spMk id="10" creationId="{BBDA5FE0-3525-2F79-5F7E-5BF44EF83541}"/>
          </ac:spMkLst>
        </pc:spChg>
        <pc:picChg chg="add mod modCrop">
          <ac:chgData name="苏 宇鹏" userId="f8155d837c865e1b" providerId="LiveId" clId="{BC131E0F-BC64-44CB-ADE4-58C7EB5B3FEC}" dt="2022-10-30T02:42:26.112" v="928" actId="1076"/>
          <ac:picMkLst>
            <pc:docMk/>
            <pc:sldMk cId="1320786502" sldId="383"/>
            <ac:picMk id="6" creationId="{ADECAA0C-2A04-F5C6-0585-D06D8F8FD398}"/>
          </ac:picMkLst>
        </pc:picChg>
        <pc:picChg chg="add mod">
          <ac:chgData name="苏 宇鹏" userId="f8155d837c865e1b" providerId="LiveId" clId="{BC131E0F-BC64-44CB-ADE4-58C7EB5B3FEC}" dt="2022-10-30T02:42:44.473" v="934" actId="14100"/>
          <ac:picMkLst>
            <pc:docMk/>
            <pc:sldMk cId="1320786502" sldId="383"/>
            <ac:picMk id="9" creationId="{52CB77D7-9E3B-9069-ACA2-D8A9F0E0332B}"/>
          </ac:picMkLst>
        </pc:picChg>
      </pc:sldChg>
      <pc:sldChg chg="add del">
        <pc:chgData name="苏 宇鹏" userId="f8155d837c865e1b" providerId="LiveId" clId="{BC131E0F-BC64-44CB-ADE4-58C7EB5B3FEC}" dt="2022-10-30T02:41:09.080" v="854" actId="47"/>
        <pc:sldMkLst>
          <pc:docMk/>
          <pc:sldMk cId="471148420" sldId="384"/>
        </pc:sldMkLst>
      </pc:sldChg>
      <pc:sldChg chg="add del">
        <pc:chgData name="苏 宇鹏" userId="f8155d837c865e1b" providerId="LiveId" clId="{BC131E0F-BC64-44CB-ADE4-58C7EB5B3FEC}" dt="2022-10-30T02:41:09.803" v="855" actId="47"/>
        <pc:sldMkLst>
          <pc:docMk/>
          <pc:sldMk cId="2969682392" sldId="385"/>
        </pc:sldMkLst>
      </pc:sldChg>
      <pc:sldChg chg="add del">
        <pc:chgData name="苏 宇鹏" userId="f8155d837c865e1b" providerId="LiveId" clId="{BC131E0F-BC64-44CB-ADE4-58C7EB5B3FEC}" dt="2022-10-30T02:41:10.377" v="856" actId="47"/>
        <pc:sldMkLst>
          <pc:docMk/>
          <pc:sldMk cId="1700046059" sldId="386"/>
        </pc:sldMkLst>
      </pc:sldChg>
      <pc:sldChg chg="add del">
        <pc:chgData name="苏 宇鹏" userId="f8155d837c865e1b" providerId="LiveId" clId="{BC131E0F-BC64-44CB-ADE4-58C7EB5B3FEC}" dt="2022-10-30T02:41:10.849" v="857" actId="47"/>
        <pc:sldMkLst>
          <pc:docMk/>
          <pc:sldMk cId="3488100844" sldId="387"/>
        </pc:sldMkLst>
      </pc:sldChg>
      <pc:sldChg chg="add del">
        <pc:chgData name="苏 宇鹏" userId="f8155d837c865e1b" providerId="LiveId" clId="{BC131E0F-BC64-44CB-ADE4-58C7EB5B3FEC}" dt="2022-10-30T02:41:11.323" v="858" actId="47"/>
        <pc:sldMkLst>
          <pc:docMk/>
          <pc:sldMk cId="3867051879" sldId="388"/>
        </pc:sldMkLst>
      </pc:sldChg>
      <pc:sldChg chg="add del">
        <pc:chgData name="苏 宇鹏" userId="f8155d837c865e1b" providerId="LiveId" clId="{BC131E0F-BC64-44CB-ADE4-58C7EB5B3FEC}" dt="2022-10-30T02:41:11.839" v="859" actId="47"/>
        <pc:sldMkLst>
          <pc:docMk/>
          <pc:sldMk cId="1814105041" sldId="389"/>
        </pc:sldMkLst>
      </pc:sldChg>
      <pc:sldChg chg="add del">
        <pc:chgData name="苏 宇鹏" userId="f8155d837c865e1b" providerId="LiveId" clId="{BC131E0F-BC64-44CB-ADE4-58C7EB5B3FEC}" dt="2022-10-30T02:41:12.458" v="860" actId="47"/>
        <pc:sldMkLst>
          <pc:docMk/>
          <pc:sldMk cId="439494828" sldId="390"/>
        </pc:sldMkLst>
      </pc:sldChg>
      <pc:sldChg chg="add del">
        <pc:chgData name="苏 宇鹏" userId="f8155d837c865e1b" providerId="LiveId" clId="{BC131E0F-BC64-44CB-ADE4-58C7EB5B3FEC}" dt="2022-10-30T02:41:13.013" v="861" actId="47"/>
        <pc:sldMkLst>
          <pc:docMk/>
          <pc:sldMk cId="1612273727" sldId="391"/>
        </pc:sldMkLst>
      </pc:sldChg>
      <pc:sldChg chg="add del">
        <pc:chgData name="苏 宇鹏" userId="f8155d837c865e1b" providerId="LiveId" clId="{BC131E0F-BC64-44CB-ADE4-58C7EB5B3FEC}" dt="2022-10-30T02:41:13.575" v="862" actId="47"/>
        <pc:sldMkLst>
          <pc:docMk/>
          <pc:sldMk cId="2658185284" sldId="392"/>
        </pc:sldMkLst>
      </pc:sldChg>
      <pc:sldChg chg="add del">
        <pc:chgData name="苏 宇鹏" userId="f8155d837c865e1b" providerId="LiveId" clId="{BC131E0F-BC64-44CB-ADE4-58C7EB5B3FEC}" dt="2022-10-30T02:41:14.145" v="863" actId="47"/>
        <pc:sldMkLst>
          <pc:docMk/>
          <pc:sldMk cId="3521343420" sldId="393"/>
        </pc:sldMkLst>
      </pc:sldChg>
      <pc:sldChg chg="add del">
        <pc:chgData name="苏 宇鹏" userId="f8155d837c865e1b" providerId="LiveId" clId="{BC131E0F-BC64-44CB-ADE4-58C7EB5B3FEC}" dt="2022-10-30T02:41:14.742" v="864" actId="47"/>
        <pc:sldMkLst>
          <pc:docMk/>
          <pc:sldMk cId="2095192805" sldId="394"/>
        </pc:sldMkLst>
      </pc:sldChg>
      <pc:sldChg chg="addSp delSp modSp add mod ord">
        <pc:chgData name="苏 宇鹏" userId="f8155d837c865e1b" providerId="LiveId" clId="{BC131E0F-BC64-44CB-ADE4-58C7EB5B3FEC}" dt="2022-10-30T05:14:58.869" v="2086" actId="20577"/>
        <pc:sldMkLst>
          <pc:docMk/>
          <pc:sldMk cId="2963208960" sldId="395"/>
        </pc:sldMkLst>
        <pc:spChg chg="mod">
          <ac:chgData name="苏 宇鹏" userId="f8155d837c865e1b" providerId="LiveId" clId="{BC131E0F-BC64-44CB-ADE4-58C7EB5B3FEC}" dt="2022-10-30T02:25:14.193" v="63" actId="20577"/>
          <ac:spMkLst>
            <pc:docMk/>
            <pc:sldMk cId="2963208960" sldId="395"/>
            <ac:spMk id="11" creationId="{1F3BCAF4-D11F-4A3D-AB13-4CE6658F4E6E}"/>
          </ac:spMkLst>
        </pc:spChg>
        <pc:spChg chg="mod">
          <ac:chgData name="苏 宇鹏" userId="f8155d837c865e1b" providerId="LiveId" clId="{BC131E0F-BC64-44CB-ADE4-58C7EB5B3FEC}" dt="2022-10-30T05:14:58.869" v="2086" actId="20577"/>
          <ac:spMkLst>
            <pc:docMk/>
            <pc:sldMk cId="2963208960" sldId="395"/>
            <ac:spMk id="12" creationId="{A1D4DCA9-4813-4112-BD9C-4EAA5942E610}"/>
          </ac:spMkLst>
        </pc:spChg>
        <pc:picChg chg="add del mod">
          <ac:chgData name="苏 宇鹏" userId="f8155d837c865e1b" providerId="LiveId" clId="{BC131E0F-BC64-44CB-ADE4-58C7EB5B3FEC}" dt="2022-10-30T05:14:33.853" v="2077"/>
          <ac:picMkLst>
            <pc:docMk/>
            <pc:sldMk cId="2963208960" sldId="395"/>
            <ac:picMk id="3" creationId="{96BA68B5-7328-7052-ED63-B894AD20B92E}"/>
          </ac:picMkLst>
        </pc:picChg>
      </pc:sldChg>
      <pc:sldChg chg="addSp modSp add mod modAnim">
        <pc:chgData name="苏 宇鹏" userId="f8155d837c865e1b" providerId="LiveId" clId="{BC131E0F-BC64-44CB-ADE4-58C7EB5B3FEC}" dt="2022-10-30T06:07:44.946" v="3340"/>
        <pc:sldMkLst>
          <pc:docMk/>
          <pc:sldMk cId="2354304894" sldId="396"/>
        </pc:sldMkLst>
        <pc:spChg chg="mod">
          <ac:chgData name="苏 宇鹏" userId="f8155d837c865e1b" providerId="LiveId" clId="{BC131E0F-BC64-44CB-ADE4-58C7EB5B3FEC}" dt="2022-10-30T02:40:15.343" v="831" actId="20577"/>
          <ac:spMkLst>
            <pc:docMk/>
            <pc:sldMk cId="2354304894" sldId="396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27:51.364" v="204" actId="20577"/>
          <ac:spMkLst>
            <pc:docMk/>
            <pc:sldMk cId="2354304894" sldId="396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29:02.943" v="282" actId="1076"/>
          <ac:spMkLst>
            <pc:docMk/>
            <pc:sldMk cId="2354304894" sldId="396"/>
            <ac:spMk id="8" creationId="{6F4B7257-FE4E-79CC-E69F-50DD9E53F58E}"/>
          </ac:spMkLst>
        </pc:spChg>
        <pc:spChg chg="add mod">
          <ac:chgData name="苏 宇鹏" userId="f8155d837c865e1b" providerId="LiveId" clId="{BC131E0F-BC64-44CB-ADE4-58C7EB5B3FEC}" dt="2022-10-30T02:28:57.489" v="281" actId="1076"/>
          <ac:spMkLst>
            <pc:docMk/>
            <pc:sldMk cId="2354304894" sldId="396"/>
            <ac:spMk id="9" creationId="{3EE2D4CA-CD0F-E419-F15A-161643C61944}"/>
          </ac:spMkLst>
        </pc:spChg>
        <pc:picChg chg="add mod">
          <ac:chgData name="苏 宇鹏" userId="f8155d837c865e1b" providerId="LiveId" clId="{BC131E0F-BC64-44CB-ADE4-58C7EB5B3FEC}" dt="2022-10-30T02:28:09.630" v="209" actId="1076"/>
          <ac:picMkLst>
            <pc:docMk/>
            <pc:sldMk cId="2354304894" sldId="396"/>
            <ac:picMk id="6" creationId="{E01DBD6A-A659-ABD9-9CF1-6145F75B219C}"/>
          </ac:picMkLst>
        </pc:picChg>
      </pc:sldChg>
      <pc:sldChg chg="addSp modSp add mod modAnim">
        <pc:chgData name="苏 宇鹏" userId="f8155d837c865e1b" providerId="LiveId" clId="{BC131E0F-BC64-44CB-ADE4-58C7EB5B3FEC}" dt="2022-10-30T06:07:47.401" v="3341"/>
        <pc:sldMkLst>
          <pc:docMk/>
          <pc:sldMk cId="2739730264" sldId="397"/>
        </pc:sldMkLst>
        <pc:spChg chg="mod">
          <ac:chgData name="苏 宇鹏" userId="f8155d837c865e1b" providerId="LiveId" clId="{BC131E0F-BC64-44CB-ADE4-58C7EB5B3FEC}" dt="2022-10-30T02:40:22.455" v="835" actId="20577"/>
          <ac:spMkLst>
            <pc:docMk/>
            <pc:sldMk cId="2739730264" sldId="397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29:26.708" v="311" actId="20577"/>
          <ac:spMkLst>
            <pc:docMk/>
            <pc:sldMk cId="2739730264" sldId="39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0:35.087" v="352" actId="1076"/>
          <ac:spMkLst>
            <pc:docMk/>
            <pc:sldMk cId="2739730264" sldId="397"/>
            <ac:spMk id="8" creationId="{C1B84DC7-8FC7-8905-C161-2290685D0BC5}"/>
          </ac:spMkLst>
        </pc:spChg>
        <pc:picChg chg="add mod">
          <ac:chgData name="苏 宇鹏" userId="f8155d837c865e1b" providerId="LiveId" clId="{BC131E0F-BC64-44CB-ADE4-58C7EB5B3FEC}" dt="2022-10-30T02:30:04.271" v="317" actId="1076"/>
          <ac:picMkLst>
            <pc:docMk/>
            <pc:sldMk cId="2739730264" sldId="397"/>
            <ac:picMk id="6" creationId="{0869F4CE-51D3-A8BC-A710-6098998B0E96}"/>
          </ac:picMkLst>
        </pc:picChg>
      </pc:sldChg>
      <pc:sldChg chg="addSp modSp add mod modAnim">
        <pc:chgData name="苏 宇鹏" userId="f8155d837c865e1b" providerId="LiveId" clId="{BC131E0F-BC64-44CB-ADE4-58C7EB5B3FEC}" dt="2022-10-30T06:07:49.564" v="3342"/>
        <pc:sldMkLst>
          <pc:docMk/>
          <pc:sldMk cId="2487556571" sldId="398"/>
        </pc:sldMkLst>
        <pc:spChg chg="mod">
          <ac:chgData name="苏 宇鹏" userId="f8155d837c865e1b" providerId="LiveId" clId="{BC131E0F-BC64-44CB-ADE4-58C7EB5B3FEC}" dt="2022-10-30T02:40:46.534" v="848"/>
          <ac:spMkLst>
            <pc:docMk/>
            <pc:sldMk cId="2487556571" sldId="398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30:57.827" v="374" actId="20577"/>
          <ac:spMkLst>
            <pc:docMk/>
            <pc:sldMk cId="2487556571" sldId="398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2:57.540" v="456" actId="1076"/>
          <ac:spMkLst>
            <pc:docMk/>
            <pc:sldMk cId="2487556571" sldId="398"/>
            <ac:spMk id="8" creationId="{4DAEA2AA-D58F-EF8C-AD06-3194C17D2DF8}"/>
          </ac:spMkLst>
        </pc:spChg>
        <pc:picChg chg="add mod modCrop">
          <ac:chgData name="苏 宇鹏" userId="f8155d837c865e1b" providerId="LiveId" clId="{BC131E0F-BC64-44CB-ADE4-58C7EB5B3FEC}" dt="2022-10-30T02:32:24.933" v="391" actId="1076"/>
          <ac:picMkLst>
            <pc:docMk/>
            <pc:sldMk cId="2487556571" sldId="398"/>
            <ac:picMk id="6" creationId="{05740DFD-FA73-48F8-4BBA-048C08F2326D}"/>
          </ac:picMkLst>
        </pc:picChg>
      </pc:sldChg>
      <pc:sldChg chg="addSp modSp add mod modAnim">
        <pc:chgData name="苏 宇鹏" userId="f8155d837c865e1b" providerId="LiveId" clId="{BC131E0F-BC64-44CB-ADE4-58C7EB5B3FEC}" dt="2022-10-30T06:08:01.610" v="3346"/>
        <pc:sldMkLst>
          <pc:docMk/>
          <pc:sldMk cId="959045278" sldId="399"/>
        </pc:sldMkLst>
        <pc:spChg chg="add mod">
          <ac:chgData name="苏 宇鹏" userId="f8155d837c865e1b" providerId="LiveId" clId="{BC131E0F-BC64-44CB-ADE4-58C7EB5B3FEC}" dt="2022-10-30T02:44:47.508" v="1170" actId="1076"/>
          <ac:spMkLst>
            <pc:docMk/>
            <pc:sldMk cId="959045278" sldId="399"/>
            <ac:spMk id="2" creationId="{644B45EF-E7B5-85C4-601F-8CA4A9835776}"/>
          </ac:spMkLst>
        </pc:spChg>
        <pc:spChg chg="mod">
          <ac:chgData name="苏 宇鹏" userId="f8155d837c865e1b" providerId="LiveId" clId="{BC131E0F-BC64-44CB-ADE4-58C7EB5B3FEC}" dt="2022-10-30T02:44:03.548" v="1099" actId="20577"/>
          <ac:spMkLst>
            <pc:docMk/>
            <pc:sldMk cId="959045278" sldId="399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2:44:56.631" v="1175" actId="1076"/>
          <ac:picMkLst>
            <pc:docMk/>
            <pc:sldMk cId="959045278" sldId="399"/>
            <ac:picMk id="8" creationId="{F17E3DE3-C7F3-FA5F-D29D-3778EBD183CE}"/>
          </ac:picMkLst>
        </pc:picChg>
      </pc:sldChg>
      <pc:sldChg chg="addSp modSp add mod modAnim">
        <pc:chgData name="苏 宇鹏" userId="f8155d837c865e1b" providerId="LiveId" clId="{BC131E0F-BC64-44CB-ADE4-58C7EB5B3FEC}" dt="2022-10-30T06:08:04.790" v="3347"/>
        <pc:sldMkLst>
          <pc:docMk/>
          <pc:sldMk cId="1971049893" sldId="400"/>
        </pc:sldMkLst>
        <pc:spChg chg="mod">
          <ac:chgData name="苏 宇鹏" userId="f8155d837c865e1b" providerId="LiveId" clId="{BC131E0F-BC64-44CB-ADE4-58C7EB5B3FEC}" dt="2022-10-30T02:45:18.228" v="1220" actId="20577"/>
          <ac:spMkLst>
            <pc:docMk/>
            <pc:sldMk cId="1971049893" sldId="400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47:04.734" v="1354" actId="1076"/>
          <ac:spMkLst>
            <pc:docMk/>
            <pc:sldMk cId="1971049893" sldId="400"/>
            <ac:spMk id="10" creationId="{DB40802A-F0CF-A89D-304F-D786C7218878}"/>
          </ac:spMkLst>
        </pc:spChg>
        <pc:picChg chg="add mod">
          <ac:chgData name="苏 宇鹏" userId="f8155d837c865e1b" providerId="LiveId" clId="{BC131E0F-BC64-44CB-ADE4-58C7EB5B3FEC}" dt="2022-10-30T02:46:12.429" v="1230" actId="1076"/>
          <ac:picMkLst>
            <pc:docMk/>
            <pc:sldMk cId="1971049893" sldId="400"/>
            <ac:picMk id="6" creationId="{83B600AC-22B4-0591-193F-E41B69BDC4AE}"/>
          </ac:picMkLst>
        </pc:picChg>
        <pc:picChg chg="add mod">
          <ac:chgData name="苏 宇鹏" userId="f8155d837c865e1b" providerId="LiveId" clId="{BC131E0F-BC64-44CB-ADE4-58C7EB5B3FEC}" dt="2022-10-30T02:46:15.950" v="1232" actId="14100"/>
          <ac:picMkLst>
            <pc:docMk/>
            <pc:sldMk cId="1971049893" sldId="400"/>
            <ac:picMk id="9" creationId="{396FC2C0-E9D5-948D-FB25-3414CD73471F}"/>
          </ac:picMkLst>
        </pc:picChg>
      </pc:sldChg>
      <pc:sldChg chg="addSp modSp add mod">
        <pc:chgData name="苏 宇鹏" userId="f8155d837c865e1b" providerId="LiveId" clId="{BC131E0F-BC64-44CB-ADE4-58C7EB5B3FEC}" dt="2022-10-30T03:49:29.659" v="1366" actId="1076"/>
        <pc:sldMkLst>
          <pc:docMk/>
          <pc:sldMk cId="1406761693" sldId="401"/>
        </pc:sldMkLst>
        <pc:spChg chg="mod">
          <ac:chgData name="苏 宇鹏" userId="f8155d837c865e1b" providerId="LiveId" clId="{BC131E0F-BC64-44CB-ADE4-58C7EB5B3FEC}" dt="2022-10-30T02:47:17.036" v="1361" actId="20577"/>
          <ac:spMkLst>
            <pc:docMk/>
            <pc:sldMk cId="1406761693" sldId="401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3:49:29.659" v="1366" actId="1076"/>
          <ac:picMkLst>
            <pc:docMk/>
            <pc:sldMk cId="1406761693" sldId="401"/>
            <ac:picMk id="6" creationId="{2B8D739F-AEC4-D174-3355-D1A91E343EE3}"/>
          </ac:picMkLst>
        </pc:picChg>
      </pc:sldChg>
      <pc:sldChg chg="addSp modSp add mod modAnim">
        <pc:chgData name="苏 宇鹏" userId="f8155d837c865e1b" providerId="LiveId" clId="{BC131E0F-BC64-44CB-ADE4-58C7EB5B3FEC}" dt="2022-10-30T06:08:10.889" v="3348"/>
        <pc:sldMkLst>
          <pc:docMk/>
          <pc:sldMk cId="4055971015" sldId="402"/>
        </pc:sldMkLst>
        <pc:spChg chg="mod">
          <ac:chgData name="苏 宇鹏" userId="f8155d837c865e1b" providerId="LiveId" clId="{BC131E0F-BC64-44CB-ADE4-58C7EB5B3FEC}" dt="2022-10-30T03:52:29.020" v="1386" actId="20577"/>
          <ac:spMkLst>
            <pc:docMk/>
            <pc:sldMk cId="4055971015" sldId="402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3:58:39.357" v="1460" actId="1076"/>
          <ac:spMkLst>
            <pc:docMk/>
            <pc:sldMk cId="4055971015" sldId="402"/>
            <ac:spMk id="8" creationId="{7A3E0652-B9AB-AB7B-4416-66744B7759CC}"/>
          </ac:spMkLst>
        </pc:spChg>
        <pc:picChg chg="add mod">
          <ac:chgData name="苏 宇鹏" userId="f8155d837c865e1b" providerId="LiveId" clId="{BC131E0F-BC64-44CB-ADE4-58C7EB5B3FEC}" dt="2022-10-30T03:54:46.606" v="1391" actId="1076"/>
          <ac:picMkLst>
            <pc:docMk/>
            <pc:sldMk cId="4055971015" sldId="402"/>
            <ac:picMk id="6" creationId="{A0CD726E-D654-03D6-F5A9-38ADD5A16BF0}"/>
          </ac:picMkLst>
        </pc:picChg>
      </pc:sldChg>
      <pc:sldChg chg="addSp modSp add mod modAnim">
        <pc:chgData name="苏 宇鹏" userId="f8155d837c865e1b" providerId="LiveId" clId="{BC131E0F-BC64-44CB-ADE4-58C7EB5B3FEC}" dt="2022-10-30T06:08:13.663" v="3349"/>
        <pc:sldMkLst>
          <pc:docMk/>
          <pc:sldMk cId="4149230889" sldId="403"/>
        </pc:sldMkLst>
        <pc:spChg chg="mod">
          <ac:chgData name="苏 宇鹏" userId="f8155d837c865e1b" providerId="LiveId" clId="{BC131E0F-BC64-44CB-ADE4-58C7EB5B3FEC}" dt="2022-10-30T03:57:00.929" v="1451" actId="20577"/>
          <ac:spMkLst>
            <pc:docMk/>
            <pc:sldMk cId="4149230889" sldId="403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3:59:18.922" v="1537" actId="1076"/>
          <ac:spMkLst>
            <pc:docMk/>
            <pc:sldMk cId="4149230889" sldId="403"/>
            <ac:spMk id="8" creationId="{DCC69230-5C53-C942-0B08-3ADDEC392E57}"/>
          </ac:spMkLst>
        </pc:spChg>
        <pc:picChg chg="add mod modCrop">
          <ac:chgData name="苏 宇鹏" userId="f8155d837c865e1b" providerId="LiveId" clId="{BC131E0F-BC64-44CB-ADE4-58C7EB5B3FEC}" dt="2022-10-30T03:58:13.228" v="1459" actId="1076"/>
          <ac:picMkLst>
            <pc:docMk/>
            <pc:sldMk cId="4149230889" sldId="403"/>
            <ac:picMk id="6" creationId="{F40E8E87-C1FA-DFD4-210B-FF8AF33AA22C}"/>
          </ac:picMkLst>
        </pc:picChg>
      </pc:sldChg>
      <pc:sldChg chg="addSp modSp add mod">
        <pc:chgData name="苏 宇鹏" userId="f8155d837c865e1b" providerId="LiveId" clId="{BC131E0F-BC64-44CB-ADE4-58C7EB5B3FEC}" dt="2022-10-30T04:01:01.527" v="1560" actId="1076"/>
        <pc:sldMkLst>
          <pc:docMk/>
          <pc:sldMk cId="362688779" sldId="404"/>
        </pc:sldMkLst>
        <pc:spChg chg="mod">
          <ac:chgData name="苏 宇鹏" userId="f8155d837c865e1b" providerId="LiveId" clId="{BC131E0F-BC64-44CB-ADE4-58C7EB5B3FEC}" dt="2022-10-30T04:00:27.255" v="1554" actId="20577"/>
          <ac:spMkLst>
            <pc:docMk/>
            <pc:sldMk cId="362688779" sldId="404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4:01:01.527" v="1560" actId="1076"/>
          <ac:picMkLst>
            <pc:docMk/>
            <pc:sldMk cId="362688779" sldId="404"/>
            <ac:picMk id="6" creationId="{DFEFBF6F-F808-5393-7A61-FF9751432726}"/>
          </ac:picMkLst>
        </pc:picChg>
      </pc:sldChg>
      <pc:sldChg chg="addSp modSp add mod">
        <pc:chgData name="苏 宇鹏" userId="f8155d837c865e1b" providerId="LiveId" clId="{BC131E0F-BC64-44CB-ADE4-58C7EB5B3FEC}" dt="2022-10-30T04:01:38.246" v="1590" actId="1076"/>
        <pc:sldMkLst>
          <pc:docMk/>
          <pc:sldMk cId="3993579558" sldId="405"/>
        </pc:sldMkLst>
        <pc:spChg chg="mod">
          <ac:chgData name="苏 宇鹏" userId="f8155d837c865e1b" providerId="LiveId" clId="{BC131E0F-BC64-44CB-ADE4-58C7EB5B3FEC}" dt="2022-10-30T04:01:12.948" v="1581" actId="20577"/>
          <ac:spMkLst>
            <pc:docMk/>
            <pc:sldMk cId="3993579558" sldId="405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4:01:38.246" v="1590" actId="1076"/>
          <ac:picMkLst>
            <pc:docMk/>
            <pc:sldMk cId="3993579558" sldId="405"/>
            <ac:picMk id="6" creationId="{643E9F67-A7AF-937E-0B56-66A5906C8F4F}"/>
          </ac:picMkLst>
        </pc:picChg>
      </pc:sldChg>
      <pc:sldChg chg="addSp modSp add mod modAnim">
        <pc:chgData name="苏 宇鹏" userId="f8155d837c865e1b" providerId="LiveId" clId="{BC131E0F-BC64-44CB-ADE4-58C7EB5B3FEC}" dt="2022-10-30T06:08:23.060" v="3351"/>
        <pc:sldMkLst>
          <pc:docMk/>
          <pc:sldMk cId="2452992390" sldId="406"/>
        </pc:sldMkLst>
        <pc:spChg chg="add mod">
          <ac:chgData name="苏 宇鹏" userId="f8155d837c865e1b" providerId="LiveId" clId="{BC131E0F-BC64-44CB-ADE4-58C7EB5B3FEC}" dt="2022-10-30T04:06:48.542" v="1815" actId="1076"/>
          <ac:spMkLst>
            <pc:docMk/>
            <pc:sldMk cId="2452992390" sldId="406"/>
            <ac:spMk id="2" creationId="{776619F2-3448-2BCD-CF00-7175E95A72D1}"/>
          </ac:spMkLst>
        </pc:spChg>
        <pc:spChg chg="mod">
          <ac:chgData name="苏 宇鹏" userId="f8155d837c865e1b" providerId="LiveId" clId="{BC131E0F-BC64-44CB-ADE4-58C7EB5B3FEC}" dt="2022-10-30T04:01:58.440" v="1613" actId="20577"/>
          <ac:spMkLst>
            <pc:docMk/>
            <pc:sldMk cId="2452992390" sldId="406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4:06:44.076" v="1813" actId="1076"/>
          <ac:spMkLst>
            <pc:docMk/>
            <pc:sldMk cId="2452992390" sldId="406"/>
            <ac:spMk id="9" creationId="{67588FDA-8361-DAF4-A2F8-10E3C7324EE5}"/>
          </ac:spMkLst>
        </pc:spChg>
        <pc:picChg chg="add mod">
          <ac:chgData name="苏 宇鹏" userId="f8155d837c865e1b" providerId="LiveId" clId="{BC131E0F-BC64-44CB-ADE4-58C7EB5B3FEC}" dt="2022-10-30T04:05:05.733" v="1660" actId="1076"/>
          <ac:picMkLst>
            <pc:docMk/>
            <pc:sldMk cId="2452992390" sldId="406"/>
            <ac:picMk id="8" creationId="{77DD1935-0300-F6AB-D92C-E7C284D71867}"/>
          </ac:picMkLst>
        </pc:picChg>
      </pc:sldChg>
      <pc:sldChg chg="addSp modSp add mod modAnim">
        <pc:chgData name="苏 宇鹏" userId="f8155d837c865e1b" providerId="LiveId" clId="{BC131E0F-BC64-44CB-ADE4-58C7EB5B3FEC}" dt="2022-10-30T06:08:26.356" v="3352"/>
        <pc:sldMkLst>
          <pc:docMk/>
          <pc:sldMk cId="2943525438" sldId="407"/>
        </pc:sldMkLst>
        <pc:spChg chg="mod">
          <ac:chgData name="苏 宇鹏" userId="f8155d837c865e1b" providerId="LiveId" clId="{BC131E0F-BC64-44CB-ADE4-58C7EB5B3FEC}" dt="2022-10-30T04:07:09.792" v="1853" actId="20577"/>
          <ac:spMkLst>
            <pc:docMk/>
            <pc:sldMk cId="2943525438" sldId="40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4:12:14.231" v="1915" actId="1076"/>
          <ac:spMkLst>
            <pc:docMk/>
            <pc:sldMk cId="2943525438" sldId="407"/>
            <ac:spMk id="10" creationId="{E0B946EB-D492-FF04-72F0-803824B414D9}"/>
          </ac:spMkLst>
        </pc:spChg>
        <pc:picChg chg="add mod">
          <ac:chgData name="苏 宇鹏" userId="f8155d837c865e1b" providerId="LiveId" clId="{BC131E0F-BC64-44CB-ADE4-58C7EB5B3FEC}" dt="2022-10-30T04:08:20.035" v="1860" actId="1076"/>
          <ac:picMkLst>
            <pc:docMk/>
            <pc:sldMk cId="2943525438" sldId="407"/>
            <ac:picMk id="6" creationId="{2DAB3269-BE0D-BFEE-9878-7F852B5D7C7C}"/>
          </ac:picMkLst>
        </pc:picChg>
        <pc:picChg chg="add mod modCrop">
          <ac:chgData name="苏 宇鹏" userId="f8155d837c865e1b" providerId="LiveId" clId="{BC131E0F-BC64-44CB-ADE4-58C7EB5B3FEC}" dt="2022-10-30T04:08:43.533" v="1866" actId="732"/>
          <ac:picMkLst>
            <pc:docMk/>
            <pc:sldMk cId="2943525438" sldId="407"/>
            <ac:picMk id="9" creationId="{C5F27434-B245-0386-2E64-CE06A78626F0}"/>
          </ac:picMkLst>
        </pc:picChg>
      </pc:sldChg>
      <pc:sldChg chg="addSp delSp modSp add mod modAnim">
        <pc:chgData name="苏 宇鹏" userId="f8155d837c865e1b" providerId="LiveId" clId="{BC131E0F-BC64-44CB-ADE4-58C7EB5B3FEC}" dt="2022-10-30T06:08:31.579" v="3353"/>
        <pc:sldMkLst>
          <pc:docMk/>
          <pc:sldMk cId="3493113603" sldId="408"/>
        </pc:sldMkLst>
        <pc:spChg chg="add del mod">
          <ac:chgData name="苏 宇鹏" userId="f8155d837c865e1b" providerId="LiveId" clId="{BC131E0F-BC64-44CB-ADE4-58C7EB5B3FEC}" dt="2022-10-30T04:12:21.140" v="1919"/>
          <ac:spMkLst>
            <pc:docMk/>
            <pc:sldMk cId="3493113603" sldId="408"/>
            <ac:spMk id="2" creationId="{3B352C75-DD98-CE2A-7A13-B8329E9D8163}"/>
          </ac:spMkLst>
        </pc:spChg>
        <pc:spChg chg="add del mod">
          <ac:chgData name="苏 宇鹏" userId="f8155d837c865e1b" providerId="LiveId" clId="{BC131E0F-BC64-44CB-ADE4-58C7EB5B3FEC}" dt="2022-10-30T04:12:20.982" v="1918"/>
          <ac:spMkLst>
            <pc:docMk/>
            <pc:sldMk cId="3493113603" sldId="408"/>
            <ac:spMk id="6" creationId="{1D284A3A-A677-6AD1-3941-BF34A9A66244}"/>
          </ac:spMkLst>
        </pc:spChg>
        <pc:spChg chg="mod">
          <ac:chgData name="苏 宇鹏" userId="f8155d837c865e1b" providerId="LiveId" clId="{BC131E0F-BC64-44CB-ADE4-58C7EB5B3FEC}" dt="2022-10-30T04:12:39.029" v="1943" actId="20577"/>
          <ac:spMkLst>
            <pc:docMk/>
            <pc:sldMk cId="3493113603" sldId="408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01:13.922" v="1968" actId="1076"/>
          <ac:picMkLst>
            <pc:docMk/>
            <pc:sldMk cId="3493113603" sldId="408"/>
            <ac:picMk id="9" creationId="{0609E1BA-0AB8-AA84-B9BC-8A93917EAB6E}"/>
          </ac:picMkLst>
        </pc:picChg>
        <pc:picChg chg="add mod">
          <ac:chgData name="苏 宇鹏" userId="f8155d837c865e1b" providerId="LiveId" clId="{BC131E0F-BC64-44CB-ADE4-58C7EB5B3FEC}" dt="2022-10-30T05:01:16.868" v="1972" actId="1076"/>
          <ac:picMkLst>
            <pc:docMk/>
            <pc:sldMk cId="3493113603" sldId="408"/>
            <ac:picMk id="11" creationId="{AEAFB562-0D75-344C-4A72-F93151DBA128}"/>
          </ac:picMkLst>
        </pc:picChg>
      </pc:sldChg>
      <pc:sldChg chg="addSp modSp add mod modAnim">
        <pc:chgData name="苏 宇鹏" userId="f8155d837c865e1b" providerId="LiveId" clId="{BC131E0F-BC64-44CB-ADE4-58C7EB5B3FEC}" dt="2022-10-30T06:08:34.194" v="3354"/>
        <pc:sldMkLst>
          <pc:docMk/>
          <pc:sldMk cId="1775622756" sldId="409"/>
        </pc:sldMkLst>
        <pc:spChg chg="mod">
          <ac:chgData name="苏 宇鹏" userId="f8155d837c865e1b" providerId="LiveId" clId="{BC131E0F-BC64-44CB-ADE4-58C7EB5B3FEC}" dt="2022-10-30T05:00:19.834" v="1967" actId="20577"/>
          <ac:spMkLst>
            <pc:docMk/>
            <pc:sldMk cId="1775622756" sldId="409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5:02:38.035" v="2036" actId="1076"/>
          <ac:spMkLst>
            <pc:docMk/>
            <pc:sldMk cId="1775622756" sldId="409"/>
            <ac:spMk id="10" creationId="{EC4D944B-73AD-3555-9A29-D914A8DB682B}"/>
          </ac:spMkLst>
        </pc:spChg>
        <pc:picChg chg="add mod">
          <ac:chgData name="苏 宇鹏" userId="f8155d837c865e1b" providerId="LiveId" clId="{BC131E0F-BC64-44CB-ADE4-58C7EB5B3FEC}" dt="2022-10-30T05:02:40.619" v="2038" actId="1076"/>
          <ac:picMkLst>
            <pc:docMk/>
            <pc:sldMk cId="1775622756" sldId="409"/>
            <ac:picMk id="6" creationId="{2A28351C-3EE7-623F-2095-8E2E9F824926}"/>
          </ac:picMkLst>
        </pc:picChg>
        <pc:picChg chg="add mod">
          <ac:chgData name="苏 宇鹏" userId="f8155d837c865e1b" providerId="LiveId" clId="{BC131E0F-BC64-44CB-ADE4-58C7EB5B3FEC}" dt="2022-10-30T05:02:00.085" v="1982" actId="1076"/>
          <ac:picMkLst>
            <pc:docMk/>
            <pc:sldMk cId="1775622756" sldId="409"/>
            <ac:picMk id="9" creationId="{878ADE41-A672-9751-A1D9-21A4FF45D02F}"/>
          </ac:picMkLst>
        </pc:picChg>
      </pc:sldChg>
      <pc:sldChg chg="addSp modSp add mod">
        <pc:chgData name="苏 宇鹏" userId="f8155d837c865e1b" providerId="LiveId" clId="{BC131E0F-BC64-44CB-ADE4-58C7EB5B3FEC}" dt="2022-10-30T05:09:27.272" v="2044" actId="1076"/>
        <pc:sldMkLst>
          <pc:docMk/>
          <pc:sldMk cId="282070468" sldId="410"/>
        </pc:sldMkLst>
        <pc:picChg chg="add mod">
          <ac:chgData name="苏 宇鹏" userId="f8155d837c865e1b" providerId="LiveId" clId="{BC131E0F-BC64-44CB-ADE4-58C7EB5B3FEC}" dt="2022-10-30T05:09:27.272" v="2044" actId="1076"/>
          <ac:picMkLst>
            <pc:docMk/>
            <pc:sldMk cId="282070468" sldId="410"/>
            <ac:picMk id="6" creationId="{3B87D8FF-7A50-4BE2-C7BF-75FE7014E9DE}"/>
          </ac:picMkLst>
        </pc:picChg>
      </pc:sldChg>
      <pc:sldChg chg="addSp modSp add mod">
        <pc:chgData name="苏 宇鹏" userId="f8155d837c865e1b" providerId="LiveId" clId="{BC131E0F-BC64-44CB-ADE4-58C7EB5B3FEC}" dt="2022-10-30T05:10:09.338" v="2060" actId="14100"/>
        <pc:sldMkLst>
          <pc:docMk/>
          <pc:sldMk cId="2697393807" sldId="411"/>
        </pc:sldMkLst>
        <pc:picChg chg="add mod">
          <ac:chgData name="苏 宇鹏" userId="f8155d837c865e1b" providerId="LiveId" clId="{BC131E0F-BC64-44CB-ADE4-58C7EB5B3FEC}" dt="2022-10-30T05:09:56.760" v="2056" actId="1076"/>
          <ac:picMkLst>
            <pc:docMk/>
            <pc:sldMk cId="2697393807" sldId="411"/>
            <ac:picMk id="6" creationId="{CC06CCB4-2C62-1835-D9D4-3C4913146099}"/>
          </ac:picMkLst>
        </pc:picChg>
        <pc:picChg chg="add mod">
          <ac:chgData name="苏 宇鹏" userId="f8155d837c865e1b" providerId="LiveId" clId="{BC131E0F-BC64-44CB-ADE4-58C7EB5B3FEC}" dt="2022-10-30T05:10:09.338" v="2060" actId="14100"/>
          <ac:picMkLst>
            <pc:docMk/>
            <pc:sldMk cId="2697393807" sldId="411"/>
            <ac:picMk id="8" creationId="{D4E50CA6-FC9C-F280-75C6-F7FC2CE992B5}"/>
          </ac:picMkLst>
        </pc:picChg>
      </pc:sldChg>
      <pc:sldChg chg="addSp delSp modSp add mod">
        <pc:chgData name="苏 宇鹏" userId="f8155d837c865e1b" providerId="LiveId" clId="{BC131E0F-BC64-44CB-ADE4-58C7EB5B3FEC}" dt="2022-10-30T05:10:51.376" v="2066" actId="1076"/>
        <pc:sldMkLst>
          <pc:docMk/>
          <pc:sldMk cId="3322021530" sldId="412"/>
        </pc:sldMkLst>
        <pc:picChg chg="add del mod">
          <ac:chgData name="苏 宇鹏" userId="f8155d837c865e1b" providerId="LiveId" clId="{BC131E0F-BC64-44CB-ADE4-58C7EB5B3FEC}" dt="2022-10-30T05:10:01.085" v="2057" actId="21"/>
          <ac:picMkLst>
            <pc:docMk/>
            <pc:sldMk cId="3322021530" sldId="412"/>
            <ac:picMk id="6" creationId="{21B57730-C70A-9F87-EFA5-35F952E4FA03}"/>
          </ac:picMkLst>
        </pc:picChg>
        <pc:picChg chg="add mod">
          <ac:chgData name="苏 宇鹏" userId="f8155d837c865e1b" providerId="LiveId" clId="{BC131E0F-BC64-44CB-ADE4-58C7EB5B3FEC}" dt="2022-10-30T05:10:51.376" v="2066" actId="1076"/>
          <ac:picMkLst>
            <pc:docMk/>
            <pc:sldMk cId="3322021530" sldId="412"/>
            <ac:picMk id="9" creationId="{A37F3A65-43B4-CBE3-6967-33EDB24A2894}"/>
          </ac:picMkLst>
        </pc:picChg>
      </pc:sldChg>
      <pc:sldChg chg="addSp modSp add mod">
        <pc:chgData name="苏 宇鹏" userId="f8155d837c865e1b" providerId="LiveId" clId="{BC131E0F-BC64-44CB-ADE4-58C7EB5B3FEC}" dt="2022-10-30T05:11:04.186" v="2070" actId="1076"/>
        <pc:sldMkLst>
          <pc:docMk/>
          <pc:sldMk cId="793279238" sldId="413"/>
        </pc:sldMkLst>
        <pc:picChg chg="add mod">
          <ac:chgData name="苏 宇鹏" userId="f8155d837c865e1b" providerId="LiveId" clId="{BC131E0F-BC64-44CB-ADE4-58C7EB5B3FEC}" dt="2022-10-30T05:11:04.186" v="2070" actId="1076"/>
          <ac:picMkLst>
            <pc:docMk/>
            <pc:sldMk cId="793279238" sldId="413"/>
            <ac:picMk id="6" creationId="{8F8F1344-B06B-880A-C5B8-5E864AD585B8}"/>
          </ac:picMkLst>
        </pc:picChg>
      </pc:sldChg>
      <pc:sldChg chg="addSp modSp add mod">
        <pc:chgData name="苏 宇鹏" userId="f8155d837c865e1b" providerId="LiveId" clId="{BC131E0F-BC64-44CB-ADE4-58C7EB5B3FEC}" dt="2022-10-30T05:11:27.117" v="2075" actId="1076"/>
        <pc:sldMkLst>
          <pc:docMk/>
          <pc:sldMk cId="4272988671" sldId="414"/>
        </pc:sldMkLst>
        <pc:picChg chg="add mod">
          <ac:chgData name="苏 宇鹏" userId="f8155d837c865e1b" providerId="LiveId" clId="{BC131E0F-BC64-44CB-ADE4-58C7EB5B3FEC}" dt="2022-10-30T05:11:27.117" v="2075" actId="1076"/>
          <ac:picMkLst>
            <pc:docMk/>
            <pc:sldMk cId="4272988671" sldId="414"/>
            <ac:picMk id="6" creationId="{5E355473-2915-80AD-495B-A3F637B6C2B6}"/>
          </ac:picMkLst>
        </pc:picChg>
      </pc:sldChg>
      <pc:sldChg chg="addSp delSp modSp add mod modAnim">
        <pc:chgData name="苏 宇鹏" userId="f8155d837c865e1b" providerId="LiveId" clId="{BC131E0F-BC64-44CB-ADE4-58C7EB5B3FEC}" dt="2022-10-30T06:08:46.264" v="3355"/>
        <pc:sldMkLst>
          <pc:docMk/>
          <pc:sldMk cId="4038084878" sldId="415"/>
        </pc:sldMkLst>
        <pc:spChg chg="mod">
          <ac:chgData name="苏 宇鹏" userId="f8155d837c865e1b" providerId="LiveId" clId="{BC131E0F-BC64-44CB-ADE4-58C7EB5B3FEC}" dt="2022-10-30T05:15:09.488" v="2100" actId="20577"/>
          <ac:spMkLst>
            <pc:docMk/>
            <pc:sldMk cId="4038084878" sldId="415"/>
            <ac:spMk id="7" creationId="{FA6E4A8B-B893-5DA2-9C1D-CEB2A50B3C36}"/>
          </ac:spMkLst>
        </pc:spChg>
        <pc:picChg chg="add del mod modCrop">
          <ac:chgData name="苏 宇鹏" userId="f8155d837c865e1b" providerId="LiveId" clId="{BC131E0F-BC64-44CB-ADE4-58C7EB5B3FEC}" dt="2022-10-30T05:16:53.773" v="2116" actId="478"/>
          <ac:picMkLst>
            <pc:docMk/>
            <pc:sldMk cId="4038084878" sldId="415"/>
            <ac:picMk id="6" creationId="{A938F049-D98C-799F-2C6C-3A43F56A2091}"/>
          </ac:picMkLst>
        </pc:picChg>
        <pc:picChg chg="add del mod">
          <ac:chgData name="苏 宇鹏" userId="f8155d837c865e1b" providerId="LiveId" clId="{BC131E0F-BC64-44CB-ADE4-58C7EB5B3FEC}" dt="2022-10-30T05:17:05.940" v="2121" actId="478"/>
          <ac:picMkLst>
            <pc:docMk/>
            <pc:sldMk cId="4038084878" sldId="415"/>
            <ac:picMk id="9" creationId="{D24C53D4-3D96-6A94-BF53-4AD57C77DE96}"/>
          </ac:picMkLst>
        </pc:picChg>
        <pc:picChg chg="add mod modCrop">
          <ac:chgData name="苏 宇鹏" userId="f8155d837c865e1b" providerId="LiveId" clId="{BC131E0F-BC64-44CB-ADE4-58C7EB5B3FEC}" dt="2022-10-30T05:18:32.914" v="2135" actId="1076"/>
          <ac:picMkLst>
            <pc:docMk/>
            <pc:sldMk cId="4038084878" sldId="415"/>
            <ac:picMk id="11" creationId="{BB1FA12F-C4B6-6D44-F120-481ED181F921}"/>
          </ac:picMkLst>
        </pc:picChg>
        <pc:picChg chg="add mod">
          <ac:chgData name="苏 宇鹏" userId="f8155d837c865e1b" providerId="LiveId" clId="{BC131E0F-BC64-44CB-ADE4-58C7EB5B3FEC}" dt="2022-10-30T05:18:36.089" v="2136" actId="1076"/>
          <ac:picMkLst>
            <pc:docMk/>
            <pc:sldMk cId="4038084878" sldId="415"/>
            <ac:picMk id="13" creationId="{3069615B-5CD9-6D2E-AAF9-D4AF70992081}"/>
          </ac:picMkLst>
        </pc:picChg>
      </pc:sldChg>
      <pc:sldChg chg="addSp delSp modSp add mod modAnim">
        <pc:chgData name="苏 宇鹏" userId="f8155d837c865e1b" providerId="LiveId" clId="{BC131E0F-BC64-44CB-ADE4-58C7EB5B3FEC}" dt="2022-10-30T06:08:56.688" v="3358"/>
        <pc:sldMkLst>
          <pc:docMk/>
          <pc:sldMk cId="1703461692" sldId="416"/>
        </pc:sldMkLst>
        <pc:spChg chg="mod">
          <ac:chgData name="苏 宇鹏" userId="f8155d837c865e1b" providerId="LiveId" clId="{BC131E0F-BC64-44CB-ADE4-58C7EB5B3FEC}" dt="2022-10-30T05:19:56.913" v="2168" actId="20577"/>
          <ac:spMkLst>
            <pc:docMk/>
            <pc:sldMk cId="1703461692" sldId="416"/>
            <ac:spMk id="7" creationId="{FA6E4A8B-B893-5DA2-9C1D-CEB2A50B3C36}"/>
          </ac:spMkLst>
        </pc:spChg>
        <pc:spChg chg="add del">
          <ac:chgData name="苏 宇鹏" userId="f8155d837c865e1b" providerId="LiveId" clId="{BC131E0F-BC64-44CB-ADE4-58C7EB5B3FEC}" dt="2022-10-30T05:21:36.121" v="2178" actId="22"/>
          <ac:spMkLst>
            <pc:docMk/>
            <pc:sldMk cId="1703461692" sldId="416"/>
            <ac:spMk id="9" creationId="{40CD9F96-C4E2-F3DD-6875-AA7C7E2E978E}"/>
          </ac:spMkLst>
        </pc:spChg>
        <pc:spChg chg="add del mod">
          <ac:chgData name="苏 宇鹏" userId="f8155d837c865e1b" providerId="LiveId" clId="{BC131E0F-BC64-44CB-ADE4-58C7EB5B3FEC}" dt="2022-10-30T05:27:25.289" v="2191"/>
          <ac:spMkLst>
            <pc:docMk/>
            <pc:sldMk cId="1703461692" sldId="416"/>
            <ac:spMk id="12" creationId="{4BF4B907-2B84-8BE8-7697-BC86F5E1EC40}"/>
          </ac:spMkLst>
        </pc:spChg>
        <pc:spChg chg="add mod">
          <ac:chgData name="苏 宇鹏" userId="f8155d837c865e1b" providerId="LiveId" clId="{BC131E0F-BC64-44CB-ADE4-58C7EB5B3FEC}" dt="2022-10-30T05:29:17.327" v="2379" actId="1076"/>
          <ac:spMkLst>
            <pc:docMk/>
            <pc:sldMk cId="1703461692" sldId="416"/>
            <ac:spMk id="13" creationId="{D66F53F1-E52C-E6A0-91BA-897C22A14F79}"/>
          </ac:spMkLst>
        </pc:spChg>
        <pc:spChg chg="add mod">
          <ac:chgData name="苏 宇鹏" userId="f8155d837c865e1b" providerId="LiveId" clId="{BC131E0F-BC64-44CB-ADE4-58C7EB5B3FEC}" dt="2022-10-30T05:30:27.613" v="2462" actId="1076"/>
          <ac:spMkLst>
            <pc:docMk/>
            <pc:sldMk cId="1703461692" sldId="416"/>
            <ac:spMk id="14" creationId="{4ECB0F58-BA6E-50E7-3C75-0ED40F23FB99}"/>
          </ac:spMkLst>
        </pc:spChg>
        <pc:picChg chg="add mod modCrop">
          <ac:chgData name="苏 宇鹏" userId="f8155d837c865e1b" providerId="LiveId" clId="{BC131E0F-BC64-44CB-ADE4-58C7EB5B3FEC}" dt="2022-10-30T05:29:21.491" v="2380" actId="1076"/>
          <ac:picMkLst>
            <pc:docMk/>
            <pc:sldMk cId="1703461692" sldId="416"/>
            <ac:picMk id="6" creationId="{3DF7F1D1-471B-7914-2E2E-9CC7D8AACD53}"/>
          </ac:picMkLst>
        </pc:picChg>
        <pc:picChg chg="add mod">
          <ac:chgData name="苏 宇鹏" userId="f8155d837c865e1b" providerId="LiveId" clId="{BC131E0F-BC64-44CB-ADE4-58C7EB5B3FEC}" dt="2022-10-30T05:27:00.175" v="2182" actId="1076"/>
          <ac:picMkLst>
            <pc:docMk/>
            <pc:sldMk cId="1703461692" sldId="416"/>
            <ac:picMk id="11" creationId="{F3AC989F-B8E5-FCE6-0C2F-A03D304AC417}"/>
          </ac:picMkLst>
        </pc:picChg>
      </pc:sldChg>
      <pc:sldChg chg="addSp modSp add mod modAnim">
        <pc:chgData name="苏 宇鹏" userId="f8155d837c865e1b" providerId="LiveId" clId="{BC131E0F-BC64-44CB-ADE4-58C7EB5B3FEC}" dt="2022-10-30T06:09:00.033" v="3359"/>
        <pc:sldMkLst>
          <pc:docMk/>
          <pc:sldMk cId="3393446558" sldId="417"/>
        </pc:sldMkLst>
        <pc:spChg chg="mod">
          <ac:chgData name="苏 宇鹏" userId="f8155d837c865e1b" providerId="LiveId" clId="{BC131E0F-BC64-44CB-ADE4-58C7EB5B3FEC}" dt="2022-10-30T05:32:22.866" v="2499" actId="20577"/>
          <ac:spMkLst>
            <pc:docMk/>
            <pc:sldMk cId="3393446558" sldId="41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5:35:15.731" v="2598" actId="1076"/>
          <ac:spMkLst>
            <pc:docMk/>
            <pc:sldMk cId="3393446558" sldId="417"/>
            <ac:spMk id="8" creationId="{9383404C-6253-E765-C04A-C71D4D1A6CF3}"/>
          </ac:spMkLst>
        </pc:spChg>
        <pc:picChg chg="add mod">
          <ac:chgData name="苏 宇鹏" userId="f8155d837c865e1b" providerId="LiveId" clId="{BC131E0F-BC64-44CB-ADE4-58C7EB5B3FEC}" dt="2022-10-30T05:33:32.052" v="2505" actId="1076"/>
          <ac:picMkLst>
            <pc:docMk/>
            <pc:sldMk cId="3393446558" sldId="417"/>
            <ac:picMk id="6" creationId="{ADDFBE69-9FDF-148B-10AF-B73E72843138}"/>
          </ac:picMkLst>
        </pc:picChg>
      </pc:sldChg>
      <pc:sldChg chg="modSp add mod ord">
        <pc:chgData name="苏 宇鹏" userId="f8155d837c865e1b" providerId="LiveId" clId="{BC131E0F-BC64-44CB-ADE4-58C7EB5B3FEC}" dt="2022-10-30T06:04:49.357" v="3337" actId="20577"/>
        <pc:sldMkLst>
          <pc:docMk/>
          <pc:sldMk cId="2835539356" sldId="418"/>
        </pc:sldMkLst>
        <pc:spChg chg="mod">
          <ac:chgData name="苏 宇鹏" userId="f8155d837c865e1b" providerId="LiveId" clId="{BC131E0F-BC64-44CB-ADE4-58C7EB5B3FEC}" dt="2022-10-30T06:04:49.357" v="3337" actId="20577"/>
          <ac:spMkLst>
            <pc:docMk/>
            <pc:sldMk cId="2835539356" sldId="418"/>
            <ac:spMk id="11" creationId="{1F3BCAF4-D11F-4A3D-AB13-4CE6658F4E6E}"/>
          </ac:spMkLst>
        </pc:spChg>
        <pc:spChg chg="mod">
          <ac:chgData name="苏 宇鹏" userId="f8155d837c865e1b" providerId="LiveId" clId="{BC131E0F-BC64-44CB-ADE4-58C7EB5B3FEC}" dt="2022-10-30T05:14:50.997" v="2083" actId="20577"/>
          <ac:spMkLst>
            <pc:docMk/>
            <pc:sldMk cId="2835539356" sldId="418"/>
            <ac:spMk id="12" creationId="{A1D4DCA9-4813-4112-BD9C-4EAA5942E610}"/>
          </ac:spMkLst>
        </pc:spChg>
      </pc:sldChg>
      <pc:sldChg chg="addSp delSp modSp add mod modAnim">
        <pc:chgData name="苏 宇鹏" userId="f8155d837c865e1b" providerId="LiveId" clId="{BC131E0F-BC64-44CB-ADE4-58C7EB5B3FEC}" dt="2022-10-30T06:09:06.312" v="3361"/>
        <pc:sldMkLst>
          <pc:docMk/>
          <pc:sldMk cId="1450253965" sldId="419"/>
        </pc:sldMkLst>
        <pc:spChg chg="mod">
          <ac:chgData name="苏 宇鹏" userId="f8155d837c865e1b" providerId="LiveId" clId="{BC131E0F-BC64-44CB-ADE4-58C7EB5B3FEC}" dt="2022-10-30T05:36:04.199" v="2659" actId="20577"/>
          <ac:spMkLst>
            <pc:docMk/>
            <pc:sldMk cId="1450253965" sldId="419"/>
            <ac:spMk id="7" creationId="{FA6E4A8B-B893-5DA2-9C1D-CEB2A50B3C36}"/>
          </ac:spMkLst>
        </pc:spChg>
        <pc:spChg chg="del">
          <ac:chgData name="苏 宇鹏" userId="f8155d837c865e1b" providerId="LiveId" clId="{BC131E0F-BC64-44CB-ADE4-58C7EB5B3FEC}" dt="2022-10-30T05:35:32.852" v="2613" actId="478"/>
          <ac:spMkLst>
            <pc:docMk/>
            <pc:sldMk cId="1450253965" sldId="419"/>
            <ac:spMk id="8" creationId="{9383404C-6253-E765-C04A-C71D4D1A6CF3}"/>
          </ac:spMkLst>
        </pc:spChg>
        <pc:spChg chg="add mod">
          <ac:chgData name="苏 宇鹏" userId="f8155d837c865e1b" providerId="LiveId" clId="{BC131E0F-BC64-44CB-ADE4-58C7EB5B3FEC}" dt="2022-10-30T05:37:32.726" v="2720" actId="1076"/>
          <ac:spMkLst>
            <pc:docMk/>
            <pc:sldMk cId="1450253965" sldId="419"/>
            <ac:spMk id="10" creationId="{A9273D37-D82F-B6B9-4B9D-EE1DA9D307D7}"/>
          </ac:spMkLst>
        </pc:spChg>
        <pc:picChg chg="del">
          <ac:chgData name="苏 宇鹏" userId="f8155d837c865e1b" providerId="LiveId" clId="{BC131E0F-BC64-44CB-ADE4-58C7EB5B3FEC}" dt="2022-10-30T05:35:31.035" v="2612" actId="478"/>
          <ac:picMkLst>
            <pc:docMk/>
            <pc:sldMk cId="1450253965" sldId="419"/>
            <ac:picMk id="6" creationId="{ADDFBE69-9FDF-148B-10AF-B73E72843138}"/>
          </ac:picMkLst>
        </pc:picChg>
        <pc:picChg chg="add mod">
          <ac:chgData name="苏 宇鹏" userId="f8155d837c865e1b" providerId="LiveId" clId="{BC131E0F-BC64-44CB-ADE4-58C7EB5B3FEC}" dt="2022-10-30T05:36:54.141" v="2665" actId="1076"/>
          <ac:picMkLst>
            <pc:docMk/>
            <pc:sldMk cId="1450253965" sldId="419"/>
            <ac:picMk id="9" creationId="{0F3A7EE0-8DD3-DA3A-0CB2-C645ED3F3A67}"/>
          </ac:picMkLst>
        </pc:picChg>
        <pc:picChg chg="add mod">
          <ac:chgData name="苏 宇鹏" userId="f8155d837c865e1b" providerId="LiveId" clId="{BC131E0F-BC64-44CB-ADE4-58C7EB5B3FEC}" dt="2022-10-30T05:38:38.820" v="2726" actId="1076"/>
          <ac:picMkLst>
            <pc:docMk/>
            <pc:sldMk cId="1450253965" sldId="419"/>
            <ac:picMk id="12" creationId="{2052329E-3020-509B-1A83-B7282C05839F}"/>
          </ac:picMkLst>
        </pc:picChg>
      </pc:sldChg>
      <pc:sldChg chg="add del">
        <pc:chgData name="苏 宇鹏" userId="f8155d837c865e1b" providerId="LiveId" clId="{BC131E0F-BC64-44CB-ADE4-58C7EB5B3FEC}" dt="2022-10-30T05:35:27.893" v="2611"/>
        <pc:sldMkLst>
          <pc:docMk/>
          <pc:sldMk cId="667957979" sldId="420"/>
        </pc:sldMkLst>
      </pc:sldChg>
      <pc:sldChg chg="addSp modSp add mod">
        <pc:chgData name="苏 宇鹏" userId="f8155d837c865e1b" providerId="LiveId" clId="{BC131E0F-BC64-44CB-ADE4-58C7EB5B3FEC}" dt="2022-10-30T05:41:18.296" v="2779" actId="14100"/>
        <pc:sldMkLst>
          <pc:docMk/>
          <pc:sldMk cId="4074947958" sldId="420"/>
        </pc:sldMkLst>
        <pc:spChg chg="mod">
          <ac:chgData name="苏 宇鹏" userId="f8155d837c865e1b" providerId="LiveId" clId="{BC131E0F-BC64-44CB-ADE4-58C7EB5B3FEC}" dt="2022-10-30T05:39:06.248" v="2758" actId="20577"/>
          <ac:spMkLst>
            <pc:docMk/>
            <pc:sldMk cId="4074947958" sldId="420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0:29.777" v="2768" actId="1076"/>
          <ac:picMkLst>
            <pc:docMk/>
            <pc:sldMk cId="4074947958" sldId="420"/>
            <ac:picMk id="6" creationId="{AB91B970-2BCC-EA2C-BEE9-6132067B3E60}"/>
          </ac:picMkLst>
        </pc:picChg>
        <pc:picChg chg="add mod">
          <ac:chgData name="苏 宇鹏" userId="f8155d837c865e1b" providerId="LiveId" clId="{BC131E0F-BC64-44CB-ADE4-58C7EB5B3FEC}" dt="2022-10-30T05:40:40.370" v="2771" actId="1076"/>
          <ac:picMkLst>
            <pc:docMk/>
            <pc:sldMk cId="4074947958" sldId="420"/>
            <ac:picMk id="9" creationId="{A4A0DBFE-AFCE-76F7-F2C1-FE367A0EFB8C}"/>
          </ac:picMkLst>
        </pc:picChg>
        <pc:picChg chg="add mod">
          <ac:chgData name="苏 宇鹏" userId="f8155d837c865e1b" providerId="LiveId" clId="{BC131E0F-BC64-44CB-ADE4-58C7EB5B3FEC}" dt="2022-10-30T05:41:18.296" v="2779" actId="14100"/>
          <ac:picMkLst>
            <pc:docMk/>
            <pc:sldMk cId="4074947958" sldId="420"/>
            <ac:picMk id="11" creationId="{65433A06-C6EE-0A0D-A37E-339A1DAFE19D}"/>
          </ac:picMkLst>
        </pc:picChg>
      </pc:sldChg>
      <pc:sldChg chg="add del">
        <pc:chgData name="苏 宇鹏" userId="f8155d837c865e1b" providerId="LiveId" clId="{BC131E0F-BC64-44CB-ADE4-58C7EB5B3FEC}" dt="2022-10-30T05:35:26.820" v="2610"/>
        <pc:sldMkLst>
          <pc:docMk/>
          <pc:sldMk cId="599533108" sldId="421"/>
        </pc:sldMkLst>
      </pc:sldChg>
      <pc:sldChg chg="addSp modSp add mod modAnim">
        <pc:chgData name="苏 宇鹏" userId="f8155d837c865e1b" providerId="LiveId" clId="{BC131E0F-BC64-44CB-ADE4-58C7EB5B3FEC}" dt="2022-10-30T06:09:17.114" v="3363"/>
        <pc:sldMkLst>
          <pc:docMk/>
          <pc:sldMk cId="2990358139" sldId="421"/>
        </pc:sldMkLst>
        <pc:spChg chg="add mod">
          <ac:chgData name="苏 宇鹏" userId="f8155d837c865e1b" providerId="LiveId" clId="{BC131E0F-BC64-44CB-ADE4-58C7EB5B3FEC}" dt="2022-10-30T05:43:08.461" v="2886" actId="1076"/>
          <ac:spMkLst>
            <pc:docMk/>
            <pc:sldMk cId="2990358139" sldId="421"/>
            <ac:spMk id="2" creationId="{8C4F7FD0-D1CF-67B8-30C2-BEBE0496E63D}"/>
          </ac:spMkLst>
        </pc:spChg>
        <pc:spChg chg="mod">
          <ac:chgData name="苏 宇鹏" userId="f8155d837c865e1b" providerId="LiveId" clId="{BC131E0F-BC64-44CB-ADE4-58C7EB5B3FEC}" dt="2022-10-30T05:41:48.412" v="2792" actId="20577"/>
          <ac:spMkLst>
            <pc:docMk/>
            <pc:sldMk cId="2990358139" sldId="421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3:30.432" v="2888" actId="1076"/>
          <ac:picMkLst>
            <pc:docMk/>
            <pc:sldMk cId="2990358139" sldId="421"/>
            <ac:picMk id="6" creationId="{2DEA206C-77BC-49C4-523C-0449EB952502}"/>
          </ac:picMkLst>
        </pc:picChg>
      </pc:sldChg>
      <pc:sldChg chg="add del">
        <pc:chgData name="苏 宇鹏" userId="f8155d837c865e1b" providerId="LiveId" clId="{BC131E0F-BC64-44CB-ADE4-58C7EB5B3FEC}" dt="2022-10-30T05:35:25.773" v="2609"/>
        <pc:sldMkLst>
          <pc:docMk/>
          <pc:sldMk cId="1878649969" sldId="422"/>
        </pc:sldMkLst>
      </pc:sldChg>
      <pc:sldChg chg="addSp modSp add mod">
        <pc:chgData name="苏 宇鹏" userId="f8155d837c865e1b" providerId="LiveId" clId="{BC131E0F-BC64-44CB-ADE4-58C7EB5B3FEC}" dt="2022-10-30T05:44:15.836" v="2919" actId="1076"/>
        <pc:sldMkLst>
          <pc:docMk/>
          <pc:sldMk cId="3283293757" sldId="422"/>
        </pc:sldMkLst>
        <pc:spChg chg="mod">
          <ac:chgData name="苏 宇鹏" userId="f8155d837c865e1b" providerId="LiveId" clId="{BC131E0F-BC64-44CB-ADE4-58C7EB5B3FEC}" dt="2022-10-30T05:43:50.195" v="2914" actId="20577"/>
          <ac:spMkLst>
            <pc:docMk/>
            <pc:sldMk cId="3283293757" sldId="422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4:15.836" v="2919" actId="1076"/>
          <ac:picMkLst>
            <pc:docMk/>
            <pc:sldMk cId="3283293757" sldId="422"/>
            <ac:picMk id="6" creationId="{F530DEEA-FBC1-2C5F-4E0E-DF213CAE9EA6}"/>
          </ac:picMkLst>
        </pc:picChg>
      </pc:sldChg>
      <pc:sldChg chg="addSp modSp add mod">
        <pc:chgData name="苏 宇鹏" userId="f8155d837c865e1b" providerId="LiveId" clId="{BC131E0F-BC64-44CB-ADE4-58C7EB5B3FEC}" dt="2022-10-30T05:45:18.855" v="2951" actId="14100"/>
        <pc:sldMkLst>
          <pc:docMk/>
          <pc:sldMk cId="4172357344" sldId="423"/>
        </pc:sldMkLst>
        <pc:spChg chg="mod">
          <ac:chgData name="苏 宇鹏" userId="f8155d837c865e1b" providerId="LiveId" clId="{BC131E0F-BC64-44CB-ADE4-58C7EB5B3FEC}" dt="2022-10-30T05:44:21.620" v="2936" actId="20577"/>
          <ac:spMkLst>
            <pc:docMk/>
            <pc:sldMk cId="4172357344" sldId="423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5:07.630" v="2947" actId="1076"/>
          <ac:picMkLst>
            <pc:docMk/>
            <pc:sldMk cId="4172357344" sldId="423"/>
            <ac:picMk id="6" creationId="{5635DE38-7B8E-0711-C09B-962B65291641}"/>
          </ac:picMkLst>
        </pc:picChg>
        <pc:picChg chg="add mod">
          <ac:chgData name="苏 宇鹏" userId="f8155d837c865e1b" providerId="LiveId" clId="{BC131E0F-BC64-44CB-ADE4-58C7EB5B3FEC}" dt="2022-10-30T05:45:18.855" v="2951" actId="14100"/>
          <ac:picMkLst>
            <pc:docMk/>
            <pc:sldMk cId="4172357344" sldId="423"/>
            <ac:picMk id="9" creationId="{529DC24D-4409-BA50-CA17-3463BBECECAC}"/>
          </ac:picMkLst>
        </pc:picChg>
      </pc:sldChg>
      <pc:sldChg chg="add del">
        <pc:chgData name="苏 宇鹏" userId="f8155d837c865e1b" providerId="LiveId" clId="{BC131E0F-BC64-44CB-ADE4-58C7EB5B3FEC}" dt="2022-10-30T05:35:25.611" v="2608"/>
        <pc:sldMkLst>
          <pc:docMk/>
          <pc:sldMk cId="4184872180" sldId="423"/>
        </pc:sldMkLst>
      </pc:sldChg>
      <pc:sldChg chg="addSp modSp add mod modAnim">
        <pc:chgData name="苏 宇鹏" userId="f8155d837c865e1b" providerId="LiveId" clId="{BC131E0F-BC64-44CB-ADE4-58C7EB5B3FEC}" dt="2022-10-30T06:09:22.927" v="3364"/>
        <pc:sldMkLst>
          <pc:docMk/>
          <pc:sldMk cId="964481233" sldId="424"/>
        </pc:sldMkLst>
        <pc:spChg chg="mod">
          <ac:chgData name="苏 宇鹏" userId="f8155d837c865e1b" providerId="LiveId" clId="{BC131E0F-BC64-44CB-ADE4-58C7EB5B3FEC}" dt="2022-10-30T05:45:45.357" v="3008" actId="20577"/>
          <ac:spMkLst>
            <pc:docMk/>
            <pc:sldMk cId="964481233" sldId="424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6:02.201" v="3013" actId="1076"/>
          <ac:picMkLst>
            <pc:docMk/>
            <pc:sldMk cId="964481233" sldId="424"/>
            <ac:picMk id="6" creationId="{13241E6D-4983-A60A-DF71-13E885453D9B}"/>
          </ac:picMkLst>
        </pc:picChg>
        <pc:picChg chg="add mod">
          <ac:chgData name="苏 宇鹏" userId="f8155d837c865e1b" providerId="LiveId" clId="{BC131E0F-BC64-44CB-ADE4-58C7EB5B3FEC}" dt="2022-10-30T05:46:48.325" v="3018" actId="1076"/>
          <ac:picMkLst>
            <pc:docMk/>
            <pc:sldMk cId="964481233" sldId="424"/>
            <ac:picMk id="9" creationId="{F21D0ECD-B86B-67FB-1E55-300767EBA4D5}"/>
          </ac:picMkLst>
        </pc:picChg>
      </pc:sldChg>
      <pc:sldChg chg="add del">
        <pc:chgData name="苏 宇鹏" userId="f8155d837c865e1b" providerId="LiveId" clId="{BC131E0F-BC64-44CB-ADE4-58C7EB5B3FEC}" dt="2022-10-30T05:35:25.405" v="2607"/>
        <pc:sldMkLst>
          <pc:docMk/>
          <pc:sldMk cId="3031569797" sldId="424"/>
        </pc:sldMkLst>
      </pc:sldChg>
      <pc:sldChg chg="addSp modSp add mod">
        <pc:chgData name="苏 宇鹏" userId="f8155d837c865e1b" providerId="LiveId" clId="{BC131E0F-BC64-44CB-ADE4-58C7EB5B3FEC}" dt="2022-10-30T05:51:55.008" v="3067" actId="1076"/>
        <pc:sldMkLst>
          <pc:docMk/>
          <pc:sldMk cId="516442436" sldId="425"/>
        </pc:sldMkLst>
        <pc:spChg chg="mod">
          <ac:chgData name="苏 宇鹏" userId="f8155d837c865e1b" providerId="LiveId" clId="{BC131E0F-BC64-44CB-ADE4-58C7EB5B3FEC}" dt="2022-10-30T05:47:26.068" v="3051" actId="20577"/>
          <ac:spMkLst>
            <pc:docMk/>
            <pc:sldMk cId="516442436" sldId="425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48:03.592" v="3059" actId="1076"/>
          <ac:picMkLst>
            <pc:docMk/>
            <pc:sldMk cId="516442436" sldId="425"/>
            <ac:picMk id="6" creationId="{49023764-7659-2808-89F4-A5B12F14BD6B}"/>
          </ac:picMkLst>
        </pc:picChg>
        <pc:picChg chg="add mod">
          <ac:chgData name="苏 宇鹏" userId="f8155d837c865e1b" providerId="LiveId" clId="{BC131E0F-BC64-44CB-ADE4-58C7EB5B3FEC}" dt="2022-10-30T05:51:55.008" v="3067" actId="1076"/>
          <ac:picMkLst>
            <pc:docMk/>
            <pc:sldMk cId="516442436" sldId="425"/>
            <ac:picMk id="9" creationId="{DA0CD87B-7E18-611E-237A-EB8B48971F6A}"/>
          </ac:picMkLst>
        </pc:picChg>
      </pc:sldChg>
      <pc:sldChg chg="add del">
        <pc:chgData name="苏 宇鹏" userId="f8155d837c865e1b" providerId="LiveId" clId="{BC131E0F-BC64-44CB-ADE4-58C7EB5B3FEC}" dt="2022-10-30T05:35:25.235" v="2606"/>
        <pc:sldMkLst>
          <pc:docMk/>
          <pc:sldMk cId="1412011636" sldId="425"/>
        </pc:sldMkLst>
      </pc:sldChg>
      <pc:sldChg chg="addSp delSp modSp add mod">
        <pc:chgData name="苏 宇鹏" userId="f8155d837c865e1b" providerId="LiveId" clId="{BC131E0F-BC64-44CB-ADE4-58C7EB5B3FEC}" dt="2022-10-30T05:53:49.786" v="3104" actId="1076"/>
        <pc:sldMkLst>
          <pc:docMk/>
          <pc:sldMk cId="789268089" sldId="426"/>
        </pc:sldMkLst>
        <pc:spChg chg="mod">
          <ac:chgData name="苏 宇鹏" userId="f8155d837c865e1b" providerId="LiveId" clId="{BC131E0F-BC64-44CB-ADE4-58C7EB5B3FEC}" dt="2022-10-30T05:52:31.080" v="3090" actId="20577"/>
          <ac:spMkLst>
            <pc:docMk/>
            <pc:sldMk cId="789268089" sldId="426"/>
            <ac:spMk id="7" creationId="{FA6E4A8B-B893-5DA2-9C1D-CEB2A50B3C36}"/>
          </ac:spMkLst>
        </pc:spChg>
        <pc:picChg chg="del">
          <ac:chgData name="苏 宇鹏" userId="f8155d837c865e1b" providerId="LiveId" clId="{BC131E0F-BC64-44CB-ADE4-58C7EB5B3FEC}" dt="2022-10-30T05:52:06.679" v="3077" actId="478"/>
          <ac:picMkLst>
            <pc:docMk/>
            <pc:sldMk cId="789268089" sldId="426"/>
            <ac:picMk id="6" creationId="{49023764-7659-2808-89F4-A5B12F14BD6B}"/>
          </ac:picMkLst>
        </pc:picChg>
        <pc:picChg chg="add mod">
          <ac:chgData name="苏 宇鹏" userId="f8155d837c865e1b" providerId="LiveId" clId="{BC131E0F-BC64-44CB-ADE4-58C7EB5B3FEC}" dt="2022-10-30T05:53:49.786" v="3104" actId="1076"/>
          <ac:picMkLst>
            <pc:docMk/>
            <pc:sldMk cId="789268089" sldId="426"/>
            <ac:picMk id="8" creationId="{BE3365DF-001F-CB89-790A-31A820F57024}"/>
          </ac:picMkLst>
        </pc:picChg>
        <pc:picChg chg="del">
          <ac:chgData name="苏 宇鹏" userId="f8155d837c865e1b" providerId="LiveId" clId="{BC131E0F-BC64-44CB-ADE4-58C7EB5B3FEC}" dt="2022-10-30T05:52:08.619" v="3078" actId="478"/>
          <ac:picMkLst>
            <pc:docMk/>
            <pc:sldMk cId="789268089" sldId="426"/>
            <ac:picMk id="9" creationId="{DA0CD87B-7E18-611E-237A-EB8B48971F6A}"/>
          </ac:picMkLst>
        </pc:picChg>
      </pc:sldChg>
      <pc:sldChg chg="addSp modSp add mod">
        <pc:chgData name="苏 宇鹏" userId="f8155d837c865e1b" providerId="LiveId" clId="{BC131E0F-BC64-44CB-ADE4-58C7EB5B3FEC}" dt="2022-10-30T05:54:54.458" v="3132" actId="20577"/>
        <pc:sldMkLst>
          <pc:docMk/>
          <pc:sldMk cId="1998858912" sldId="427"/>
        </pc:sldMkLst>
        <pc:spChg chg="mod">
          <ac:chgData name="苏 宇鹏" userId="f8155d837c865e1b" providerId="LiveId" clId="{BC131E0F-BC64-44CB-ADE4-58C7EB5B3FEC}" dt="2022-10-30T05:54:54.458" v="3132" actId="20577"/>
          <ac:spMkLst>
            <pc:docMk/>
            <pc:sldMk cId="1998858912" sldId="427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4:36.723" v="3131" actId="1076"/>
          <ac:picMkLst>
            <pc:docMk/>
            <pc:sldMk cId="1998858912" sldId="427"/>
            <ac:picMk id="6" creationId="{93A61F04-B99B-FBFA-3304-9EAF2364C24B}"/>
          </ac:picMkLst>
        </pc:picChg>
      </pc:sldChg>
      <pc:sldChg chg="add del">
        <pc:chgData name="苏 宇鹏" userId="f8155d837c865e1b" providerId="LiveId" clId="{BC131E0F-BC64-44CB-ADE4-58C7EB5B3FEC}" dt="2022-10-30T05:52:03.445" v="3076"/>
        <pc:sldMkLst>
          <pc:docMk/>
          <pc:sldMk cId="4284549387" sldId="427"/>
        </pc:sldMkLst>
      </pc:sldChg>
      <pc:sldChg chg="add del">
        <pc:chgData name="苏 宇鹏" userId="f8155d837c865e1b" providerId="LiveId" clId="{BC131E0F-BC64-44CB-ADE4-58C7EB5B3FEC}" dt="2022-10-30T05:52:02.186" v="3075"/>
        <pc:sldMkLst>
          <pc:docMk/>
          <pc:sldMk cId="700504523" sldId="428"/>
        </pc:sldMkLst>
      </pc:sldChg>
      <pc:sldChg chg="addSp modSp add mod">
        <pc:chgData name="苏 宇鹏" userId="f8155d837c865e1b" providerId="LiveId" clId="{BC131E0F-BC64-44CB-ADE4-58C7EB5B3FEC}" dt="2022-10-30T05:55:15.704" v="3139" actId="1076"/>
        <pc:sldMkLst>
          <pc:docMk/>
          <pc:sldMk cId="1886619678" sldId="428"/>
        </pc:sldMkLst>
        <pc:spChg chg="mod">
          <ac:chgData name="苏 宇鹏" userId="f8155d837c865e1b" providerId="LiveId" clId="{BC131E0F-BC64-44CB-ADE4-58C7EB5B3FEC}" dt="2022-10-30T05:54:56.301" v="3133" actId="20577"/>
          <ac:spMkLst>
            <pc:docMk/>
            <pc:sldMk cId="1886619678" sldId="428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5:15.704" v="3139" actId="1076"/>
          <ac:picMkLst>
            <pc:docMk/>
            <pc:sldMk cId="1886619678" sldId="428"/>
            <ac:picMk id="6" creationId="{40252737-EFD6-9B19-003B-4CC665E9AEDE}"/>
          </ac:picMkLst>
        </pc:picChg>
      </pc:sldChg>
      <pc:sldChg chg="add del">
        <pc:chgData name="苏 宇鹏" userId="f8155d837c865e1b" providerId="LiveId" clId="{BC131E0F-BC64-44CB-ADE4-58C7EB5B3FEC}" dt="2022-10-30T05:52:02.056" v="3074"/>
        <pc:sldMkLst>
          <pc:docMk/>
          <pc:sldMk cId="3794361387" sldId="429"/>
        </pc:sldMkLst>
      </pc:sldChg>
      <pc:sldChg chg="addSp modSp add mod">
        <pc:chgData name="苏 宇鹏" userId="f8155d837c865e1b" providerId="LiveId" clId="{BC131E0F-BC64-44CB-ADE4-58C7EB5B3FEC}" dt="2022-10-30T05:56:21.053" v="3165" actId="1076"/>
        <pc:sldMkLst>
          <pc:docMk/>
          <pc:sldMk cId="4027862542" sldId="429"/>
        </pc:sldMkLst>
        <pc:spChg chg="mod">
          <ac:chgData name="苏 宇鹏" userId="f8155d837c865e1b" providerId="LiveId" clId="{BC131E0F-BC64-44CB-ADE4-58C7EB5B3FEC}" dt="2022-10-30T05:55:57.189" v="3156" actId="20577"/>
          <ac:spMkLst>
            <pc:docMk/>
            <pc:sldMk cId="4027862542" sldId="429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6:21.053" v="3165" actId="1076"/>
          <ac:picMkLst>
            <pc:docMk/>
            <pc:sldMk cId="4027862542" sldId="429"/>
            <ac:picMk id="6" creationId="{3D8AC1B4-BF84-E636-EE8A-27C4550DC16C}"/>
          </ac:picMkLst>
        </pc:picChg>
      </pc:sldChg>
      <pc:sldChg chg="add del">
        <pc:chgData name="苏 宇鹏" userId="f8155d837c865e1b" providerId="LiveId" clId="{BC131E0F-BC64-44CB-ADE4-58C7EB5B3FEC}" dt="2022-10-30T05:52:01.881" v="3073"/>
        <pc:sldMkLst>
          <pc:docMk/>
          <pc:sldMk cId="1267408800" sldId="430"/>
        </pc:sldMkLst>
      </pc:sldChg>
      <pc:sldChg chg="addSp modSp add mod">
        <pc:chgData name="苏 宇鹏" userId="f8155d837c865e1b" providerId="LiveId" clId="{BC131E0F-BC64-44CB-ADE4-58C7EB5B3FEC}" dt="2022-10-30T05:57:14.626" v="3186" actId="1076"/>
        <pc:sldMkLst>
          <pc:docMk/>
          <pc:sldMk cId="1546595948" sldId="430"/>
        </pc:sldMkLst>
        <pc:spChg chg="mod">
          <ac:chgData name="苏 宇鹏" userId="f8155d837c865e1b" providerId="LiveId" clId="{BC131E0F-BC64-44CB-ADE4-58C7EB5B3FEC}" dt="2022-10-30T05:56:41.071" v="3174" actId="20577"/>
          <ac:spMkLst>
            <pc:docMk/>
            <pc:sldMk cId="1546595948" sldId="430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57:14.626" v="3186" actId="1076"/>
          <ac:picMkLst>
            <pc:docMk/>
            <pc:sldMk cId="1546595948" sldId="430"/>
            <ac:picMk id="6" creationId="{3B7FC8DA-E0D7-6203-D2EE-9CE6CEC61F85}"/>
          </ac:picMkLst>
        </pc:picChg>
      </pc:sldChg>
      <pc:sldChg chg="addSp delSp modSp add mod">
        <pc:chgData name="苏 宇鹏" userId="f8155d837c865e1b" providerId="LiveId" clId="{BC131E0F-BC64-44CB-ADE4-58C7EB5B3FEC}" dt="2022-10-30T05:57:55.899" v="3211" actId="1076"/>
        <pc:sldMkLst>
          <pc:docMk/>
          <pc:sldMk cId="3975245174" sldId="431"/>
        </pc:sldMkLst>
        <pc:spChg chg="mod">
          <ac:chgData name="苏 宇鹏" userId="f8155d837c865e1b" providerId="LiveId" clId="{BC131E0F-BC64-44CB-ADE4-58C7EB5B3FEC}" dt="2022-10-30T05:57:37.230" v="3206" actId="20577"/>
          <ac:spMkLst>
            <pc:docMk/>
            <pc:sldMk cId="3975245174" sldId="431"/>
            <ac:spMk id="7" creationId="{FA6E4A8B-B893-5DA2-9C1D-CEB2A50B3C36}"/>
          </ac:spMkLst>
        </pc:spChg>
        <pc:picChg chg="del mod">
          <ac:chgData name="苏 宇鹏" userId="f8155d837c865e1b" providerId="LiveId" clId="{BC131E0F-BC64-44CB-ADE4-58C7EB5B3FEC}" dt="2022-10-30T05:57:22.634" v="3190" actId="478"/>
          <ac:picMkLst>
            <pc:docMk/>
            <pc:sldMk cId="3975245174" sldId="431"/>
            <ac:picMk id="6" creationId="{3B7FC8DA-E0D7-6203-D2EE-9CE6CEC61F85}"/>
          </ac:picMkLst>
        </pc:picChg>
        <pc:picChg chg="add mod">
          <ac:chgData name="苏 宇鹏" userId="f8155d837c865e1b" providerId="LiveId" clId="{BC131E0F-BC64-44CB-ADE4-58C7EB5B3FEC}" dt="2022-10-30T05:57:55.899" v="3211" actId="1076"/>
          <ac:picMkLst>
            <pc:docMk/>
            <pc:sldMk cId="3975245174" sldId="431"/>
            <ac:picMk id="8" creationId="{1349FA72-8FF4-6A1E-169F-60AEAAEDDCC5}"/>
          </ac:picMkLst>
        </pc:picChg>
      </pc:sldChg>
      <pc:sldChg chg="addSp delSp modSp add mod">
        <pc:chgData name="苏 宇鹏" userId="f8155d837c865e1b" providerId="LiveId" clId="{BC131E0F-BC64-44CB-ADE4-58C7EB5B3FEC}" dt="2022-10-30T05:59:27.156" v="3292" actId="1076"/>
        <pc:sldMkLst>
          <pc:docMk/>
          <pc:sldMk cId="3328564345" sldId="432"/>
        </pc:sldMkLst>
        <pc:spChg chg="mod">
          <ac:chgData name="苏 宇鹏" userId="f8155d837c865e1b" providerId="LiveId" clId="{BC131E0F-BC64-44CB-ADE4-58C7EB5B3FEC}" dt="2022-10-30T05:59:09.261" v="3287" actId="20577"/>
          <ac:spMkLst>
            <pc:docMk/>
            <pc:sldMk cId="3328564345" sldId="432"/>
            <ac:spMk id="7" creationId="{FA6E4A8B-B893-5DA2-9C1D-CEB2A50B3C36}"/>
          </ac:spMkLst>
        </pc:spChg>
        <pc:picChg chg="del mod">
          <ac:chgData name="苏 宇鹏" userId="f8155d837c865e1b" providerId="LiveId" clId="{BC131E0F-BC64-44CB-ADE4-58C7EB5B3FEC}" dt="2022-10-30T05:58:26.517" v="3240" actId="478"/>
          <ac:picMkLst>
            <pc:docMk/>
            <pc:sldMk cId="3328564345" sldId="432"/>
            <ac:picMk id="6" creationId="{3B7FC8DA-E0D7-6203-D2EE-9CE6CEC61F85}"/>
          </ac:picMkLst>
        </pc:picChg>
        <pc:picChg chg="add del mod">
          <ac:chgData name="苏 宇鹏" userId="f8155d837c865e1b" providerId="LiveId" clId="{BC131E0F-BC64-44CB-ADE4-58C7EB5B3FEC}" dt="2022-10-30T05:59:11.171" v="3289" actId="478"/>
          <ac:picMkLst>
            <pc:docMk/>
            <pc:sldMk cId="3328564345" sldId="432"/>
            <ac:picMk id="8" creationId="{63A24F32-DC5F-F8EC-A238-2DD3DBD3820B}"/>
          </ac:picMkLst>
        </pc:picChg>
        <pc:picChg chg="add del mod">
          <ac:chgData name="苏 宇鹏" userId="f8155d837c865e1b" providerId="LiveId" clId="{BC131E0F-BC64-44CB-ADE4-58C7EB5B3FEC}" dt="2022-10-30T05:58:51.035" v="3250"/>
          <ac:picMkLst>
            <pc:docMk/>
            <pc:sldMk cId="3328564345" sldId="432"/>
            <ac:picMk id="10" creationId="{C9276C07-161E-D265-0FAF-B3B7553D4838}"/>
          </ac:picMkLst>
        </pc:picChg>
        <pc:picChg chg="add mod">
          <ac:chgData name="苏 宇鹏" userId="f8155d837c865e1b" providerId="LiveId" clId="{BC131E0F-BC64-44CB-ADE4-58C7EB5B3FEC}" dt="2022-10-30T05:59:27.156" v="3292" actId="1076"/>
          <ac:picMkLst>
            <pc:docMk/>
            <pc:sldMk cId="3328564345" sldId="432"/>
            <ac:picMk id="12" creationId="{4A7AD0EB-2CBA-9224-312C-01EF25F9AF7F}"/>
          </ac:picMkLst>
        </pc:picChg>
      </pc:sldChg>
      <pc:sldChg chg="add del">
        <pc:chgData name="苏 宇鹏" userId="f8155d837c865e1b" providerId="LiveId" clId="{BC131E0F-BC64-44CB-ADE4-58C7EB5B3FEC}" dt="2022-10-30T05:59:30.293" v="3293" actId="47"/>
        <pc:sldMkLst>
          <pc:docMk/>
          <pc:sldMk cId="887977315" sldId="433"/>
        </pc:sldMkLst>
      </pc:sldChg>
      <pc:sldMasterChg chg="modSp mod modSldLayout">
        <pc:chgData name="苏 宇鹏" userId="f8155d837c865e1b" providerId="LiveId" clId="{BC131E0F-BC64-44CB-ADE4-58C7EB5B3FEC}" dt="2022-10-30T02:38:47.288" v="822" actId="6014"/>
        <pc:sldMasterMkLst>
          <pc:docMk/>
          <pc:sldMasterMk cId="2295359936" sldId="2147483660"/>
        </pc:sldMasterMkLst>
        <pc:spChg chg="mod">
          <ac:chgData name="苏 宇鹏" userId="f8155d837c865e1b" providerId="LiveId" clId="{BC131E0F-BC64-44CB-ADE4-58C7EB5B3FEC}" dt="2022-10-30T02:37:31.164" v="808" actId="20577"/>
          <ac:spMkLst>
            <pc:docMk/>
            <pc:sldMasterMk cId="2295359936" sldId="2147483660"/>
            <ac:spMk id="3" creationId="{CC0E8F3B-2E12-B815-7ED1-D6717C99FD03}"/>
          </ac:spMkLst>
        </pc:spChg>
        <pc:sldLayoutChg chg="modSp mod">
          <pc:chgData name="苏 宇鹏" userId="f8155d837c865e1b" providerId="LiveId" clId="{BC131E0F-BC64-44CB-ADE4-58C7EB5B3FEC}" dt="2022-10-30T02:38:47.288" v="822" actId="6014"/>
          <pc:sldLayoutMkLst>
            <pc:docMk/>
            <pc:sldMasterMk cId="2295359936" sldId="2147483660"/>
            <pc:sldLayoutMk cId="3826352197" sldId="2147483668"/>
          </pc:sldLayoutMkLst>
          <pc:spChg chg="mod">
            <ac:chgData name="苏 宇鹏" userId="f8155d837c865e1b" providerId="LiveId" clId="{BC131E0F-BC64-44CB-ADE4-58C7EB5B3FEC}" dt="2022-10-30T02:38:07.211" v="817" actId="20577"/>
            <ac:spMkLst>
              <pc:docMk/>
              <pc:sldMasterMk cId="2295359936" sldId="2147483660"/>
              <pc:sldLayoutMk cId="3826352197" sldId="2147483668"/>
              <ac:spMk id="13" creationId="{03154EB4-07A7-DA33-3F48-10E5D143936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6EAD77C-F192-4619-A6C6-902DFBD1AF40}" type="datetimeFigureOut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4739BF1-71D2-4F2F-B3B5-149EF70C1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4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4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582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34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54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35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41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9171E-1D07-EC1C-9DBA-579AA24D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C41A-12DD-4726-BBEE-80C37ECE4FB7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309E61-813E-F7E3-DDE9-8DF3E88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Chapter2 Chapter3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9F861E-3F4C-6615-01A4-AC168D76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62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F4D53E-8313-60B0-B8C0-B27C7F79C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F29C-76B1-4512-9167-4588B2CF1697}" type="datetime1">
              <a:rPr lang="zh-CN" altLang="en-US" smtClean="0"/>
              <a:pPr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0E8F3B-2E12-B815-7ED1-D6717C99F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78629" y="6356350"/>
            <a:ext cx="6234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8CD71-ADC8-50A2-4FFC-74CD9C59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0C52-E6B8-495F-B49F-D5BF48EAD57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35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69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zh.wikipedia.org/wiki/%E4%BA%8C%E6%AC%A1%E6%9B%B2%E9%9D%A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015" y="485484"/>
            <a:ext cx="2831940" cy="5203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CC5F07-5256-4691-97FF-2CDDBB239479}"/>
              </a:ext>
            </a:extLst>
          </p:cNvPr>
          <p:cNvSpPr txBox="1"/>
          <p:nvPr/>
        </p:nvSpPr>
        <p:spPr>
          <a:xfrm>
            <a:off x="1013336" y="1708657"/>
            <a:ext cx="5787162" cy="2754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高数期中复习</a:t>
            </a: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致诚书院学长学姐带飞课</a:t>
            </a:r>
            <a:endParaRPr kumimoji="0" lang="en-US" altLang="zh-CN" sz="32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</a:t>
            </a:r>
            <a:r>
              <a:rPr lang="en-US" altLang="zh-CN" sz="2000" spc="300" dirty="0" smtClean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12,</a:t>
            </a:r>
            <a:r>
              <a:rPr lang="zh-CN" altLang="en-US" sz="2000" spc="300" dirty="0" smtClean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</a:t>
            </a:r>
            <a:r>
              <a:rPr lang="en-US" altLang="zh-CN" sz="2000" spc="300" dirty="0" smtClean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13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01A5A4-38A1-453D-B59C-46BF1655E02A}"/>
              </a:ext>
            </a:extLst>
          </p:cNvPr>
          <p:cNvSpPr txBox="1"/>
          <p:nvPr/>
        </p:nvSpPr>
        <p:spPr>
          <a:xfrm>
            <a:off x="1032534" y="4995454"/>
            <a:ext cx="4762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By </a:t>
            </a:r>
            <a:r>
              <a:rPr lang="zh-CN" altLang="en-US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苏宇鹏 </a:t>
            </a: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3.26 2023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57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803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3208420" y="1984494"/>
            <a:ext cx="5840060" cy="2293865"/>
            <a:chOff x="-602317" y="2289294"/>
            <a:chExt cx="5840060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-602317" y="3567496"/>
              <a:ext cx="584006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spc="300" dirty="0">
                  <a:solidFill>
                    <a:srgbClr val="F2F2F2">
                      <a:lumMod val="25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向量与空间几何</a:t>
              </a:r>
              <a:endPara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Chapter12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23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411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向量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783FD6-E170-8D6C-CA32-7D034C5B5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524" y="1166368"/>
            <a:ext cx="7740152" cy="10415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78D8E0-DBA4-17A0-10F9-9D3DE4E0F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36" y="2053709"/>
            <a:ext cx="7818528" cy="27505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05590A-1EDF-9703-5881-08735ACC5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585" y="4852254"/>
            <a:ext cx="7818528" cy="150409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5538856-A80D-CD27-F5E4-029349144CBE}"/>
              </a:ext>
            </a:extLst>
          </p:cNvPr>
          <p:cNvSpPr/>
          <p:nvPr/>
        </p:nvSpPr>
        <p:spPr>
          <a:xfrm>
            <a:off x="2112264" y="4992624"/>
            <a:ext cx="2606040" cy="292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向量运算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E066C3-7E96-8DAA-63B2-3D2D5B89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18" y="1185432"/>
            <a:ext cx="8645777" cy="17094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C09F56B-E8AF-DE26-8516-D337C7DB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52" y="2894834"/>
            <a:ext cx="8795448" cy="145798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2DE96A5-A41A-F61B-B5B3-B69D8EFBA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970" y="3429000"/>
            <a:ext cx="2581275" cy="9334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CF00915-7759-8119-C5B1-CDAA8F419065}"/>
              </a:ext>
            </a:extLst>
          </p:cNvPr>
          <p:cNvSpPr txBox="1"/>
          <p:nvPr/>
        </p:nvSpPr>
        <p:spPr>
          <a:xfrm>
            <a:off x="7904273" y="366095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向量投影：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8657BB2-7F5F-9B8E-AD9F-67D41C552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23" y="4282253"/>
            <a:ext cx="9953625" cy="122872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3939DE8-757E-73A6-9150-28EC4AF4026E}"/>
              </a:ext>
            </a:extLst>
          </p:cNvPr>
          <p:cNvSpPr/>
          <p:nvPr/>
        </p:nvSpPr>
        <p:spPr>
          <a:xfrm>
            <a:off x="2340864" y="2040133"/>
            <a:ext cx="1069848" cy="3830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9B224A-9589-BA43-D3A1-F11082789348}"/>
              </a:ext>
            </a:extLst>
          </p:cNvPr>
          <p:cNvSpPr/>
          <p:nvPr/>
        </p:nvSpPr>
        <p:spPr>
          <a:xfrm>
            <a:off x="2340864" y="2436804"/>
            <a:ext cx="2240280" cy="3830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DD8903-2E71-439F-BBF8-04E6F537EB1E}"/>
              </a:ext>
            </a:extLst>
          </p:cNvPr>
          <p:cNvSpPr/>
          <p:nvPr/>
        </p:nvSpPr>
        <p:spPr>
          <a:xfrm>
            <a:off x="3820667" y="3000043"/>
            <a:ext cx="1411225" cy="3830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142E4D-22E8-5CF0-AB6B-276D14A370DD}"/>
              </a:ext>
            </a:extLst>
          </p:cNvPr>
          <p:cNvSpPr/>
          <p:nvPr/>
        </p:nvSpPr>
        <p:spPr>
          <a:xfrm>
            <a:off x="3493008" y="4458027"/>
            <a:ext cx="1738884" cy="3830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807CCE7-12D8-CA95-3BF0-32CEC58C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04" y="4996697"/>
            <a:ext cx="2974848" cy="14134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487DB1D-1CB4-E037-C35F-922988A9A9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3918" y="5176932"/>
            <a:ext cx="2124187" cy="93059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F84E3BC-F45F-0E98-3176-265FEC872CC3}"/>
              </a:ext>
            </a:extLst>
          </p:cNvPr>
          <p:cNvSpPr txBox="1"/>
          <p:nvPr/>
        </p:nvSpPr>
        <p:spPr>
          <a:xfrm>
            <a:off x="7596496" y="534758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点到直线距离：</a:t>
            </a:r>
          </a:p>
        </p:txBody>
      </p:sp>
    </p:spTree>
    <p:extLst>
      <p:ext uri="{BB962C8B-B14F-4D97-AF65-F5344CB8AC3E}">
        <p14:creationId xmlns:p14="http://schemas.microsoft.com/office/powerpoint/2010/main" val="134698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1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二次曲面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8810E-4F16-C129-C9E6-0CD98673C2C2}"/>
              </a:ext>
            </a:extLst>
          </p:cNvPr>
          <p:cNvSpPr txBox="1"/>
          <p:nvPr/>
        </p:nvSpPr>
        <p:spPr>
          <a:xfrm>
            <a:off x="3193542" y="73653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二次曲面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维基百科，自由的百科全书 </a:t>
            </a:r>
            <a:r>
              <a:rPr lang="en-US" altLang="zh-CN" dirty="0">
                <a:hlinkClick r:id="rId2"/>
              </a:rPr>
              <a:t>(wikipedia.org)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D42DCD-F8A8-C883-2952-BF05ECE52B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45" y="1258208"/>
            <a:ext cx="3626072" cy="18005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9873856-1168-C356-E036-8891A04A81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018" y="1258208"/>
            <a:ext cx="3634371" cy="18005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4E6819D-B0CE-9902-3048-13EA2F5C2A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54571" y="2614741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ellipsoid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ECA972-8239-EC26-76D7-740F76F212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78401" y="2713682"/>
            <a:ext cx="2169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elliptical paraboloid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1D93E79-8ACE-AB92-D100-20937F1899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6389" y="1269355"/>
            <a:ext cx="3603625" cy="178944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011D4BC-87D2-90C4-78CF-E39190173C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82026" y="2678959"/>
            <a:ext cx="257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hyperbolic paraboloid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A8D59E7-183F-42E9-EDDB-810AAE28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99" y="3058798"/>
            <a:ext cx="3659953" cy="356782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184754D-3541-D052-89FE-0221DBFEA7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8962" y="3050473"/>
            <a:ext cx="3609438" cy="180059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B0BF2A2-1195-6CE7-3550-3B65656E78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0701" y="4840556"/>
            <a:ext cx="3617699" cy="180059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A58AF1A-A029-2C11-A305-0BB0095B99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9228" y="3058798"/>
            <a:ext cx="3600785" cy="356782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A99AACD6-E11C-303A-1F85-ECDE1ADFD3EF}"/>
              </a:ext>
            </a:extLst>
          </p:cNvPr>
          <p:cNvSpPr txBox="1"/>
          <p:nvPr/>
        </p:nvSpPr>
        <p:spPr>
          <a:xfrm>
            <a:off x="4522050" y="4499827"/>
            <a:ext cx="1481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elliptical </a:t>
            </a:r>
            <a:r>
              <a:rPr lang="en-US" altLang="zh-CN" dirty="0"/>
              <a:t>cone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761E6EC-8AF1-2E6C-CAC9-478BC5778A4C}"/>
              </a:ext>
            </a:extLst>
          </p:cNvPr>
          <p:cNvSpPr txBox="1"/>
          <p:nvPr/>
        </p:nvSpPr>
        <p:spPr>
          <a:xfrm>
            <a:off x="358101" y="6167522"/>
            <a:ext cx="2643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hyperboloid of two sheets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A6C29B-A532-C22B-CFC1-BB259D16D049}"/>
              </a:ext>
            </a:extLst>
          </p:cNvPr>
          <p:cNvSpPr txBox="1"/>
          <p:nvPr/>
        </p:nvSpPr>
        <p:spPr>
          <a:xfrm>
            <a:off x="373644" y="4471264"/>
            <a:ext cx="2643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hyperboloid of </a:t>
            </a:r>
            <a:r>
              <a:rPr lang="en-US" altLang="zh-CN" dirty="0"/>
              <a:t>one</a:t>
            </a:r>
            <a:r>
              <a:rPr lang="zh-CN" altLang="en-US" dirty="0"/>
              <a:t> sheets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CE39419-2392-7226-9F0C-B9F1BCDE0D69}"/>
              </a:ext>
            </a:extLst>
          </p:cNvPr>
          <p:cNvSpPr txBox="1"/>
          <p:nvPr/>
        </p:nvSpPr>
        <p:spPr>
          <a:xfrm>
            <a:off x="4332772" y="6235584"/>
            <a:ext cx="1852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</a:t>
            </a:r>
            <a:r>
              <a:rPr lang="zh-CN" altLang="en-US" dirty="0"/>
              <a:t>lliptical </a:t>
            </a:r>
            <a:r>
              <a:rPr lang="en-US" altLang="zh-CN" dirty="0"/>
              <a:t>cylinder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5537C04-8C8C-7F26-3B74-3460F3310A72}"/>
              </a:ext>
            </a:extLst>
          </p:cNvPr>
          <p:cNvSpPr txBox="1"/>
          <p:nvPr/>
        </p:nvSpPr>
        <p:spPr>
          <a:xfrm>
            <a:off x="7890654" y="4468402"/>
            <a:ext cx="2029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hyperbolic </a:t>
            </a:r>
            <a:r>
              <a:rPr lang="en-US" altLang="zh-CN" dirty="0"/>
              <a:t>cylinder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B3D77B-8008-00C2-1572-3BA672609431}"/>
              </a:ext>
            </a:extLst>
          </p:cNvPr>
          <p:cNvSpPr txBox="1"/>
          <p:nvPr/>
        </p:nvSpPr>
        <p:spPr>
          <a:xfrm>
            <a:off x="7935069" y="6235584"/>
            <a:ext cx="2029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para</a:t>
            </a:r>
            <a:r>
              <a:rPr lang="zh-CN" altLang="en-US" dirty="0"/>
              <a:t>bolic </a:t>
            </a:r>
            <a:r>
              <a:rPr lang="en-US" altLang="zh-CN" dirty="0"/>
              <a:t>cylinder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54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2400511" y="1984494"/>
            <a:ext cx="7455887" cy="2293865"/>
            <a:chOff x="-1410226" y="2289294"/>
            <a:chExt cx="7455887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-1410226" y="3567496"/>
              <a:ext cx="745588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spc="300" dirty="0">
                  <a:solidFill>
                    <a:srgbClr val="F2F2F2">
                      <a:lumMod val="25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向量函数与空间运动</a:t>
              </a:r>
              <a:endPara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Chapter13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25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568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向量函数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0AB8AF-11D9-7D2D-1F12-C09350EC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52" y="1142720"/>
            <a:ext cx="9326336" cy="10284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97B347-9C7E-8B2C-3739-4897D29B1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171129"/>
            <a:ext cx="3166423" cy="24296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C8179B-5EAD-613E-8B17-1B2F5B7E1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67" y="2278475"/>
            <a:ext cx="7717971" cy="23010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2CF1600-7DBA-4D61-1DE2-09D97FCB67CA}"/>
              </a:ext>
            </a:extLst>
          </p:cNvPr>
          <p:cNvSpPr txBox="1"/>
          <p:nvPr/>
        </p:nvSpPr>
        <p:spPr>
          <a:xfrm>
            <a:off x="315686" y="30570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极限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D3B7ECC-D203-12BE-4392-357580304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267" y="4498727"/>
            <a:ext cx="8642731" cy="123777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CC1A558-515C-4969-B2EF-1C234B6DEDF2}"/>
              </a:ext>
            </a:extLst>
          </p:cNvPr>
          <p:cNvSpPr txBox="1"/>
          <p:nvPr/>
        </p:nvSpPr>
        <p:spPr>
          <a:xfrm>
            <a:off x="161797" y="483386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连续性</a:t>
            </a:r>
          </a:p>
        </p:txBody>
      </p:sp>
    </p:spTree>
    <p:extLst>
      <p:ext uri="{BB962C8B-B14F-4D97-AF65-F5344CB8AC3E}">
        <p14:creationId xmlns:p14="http://schemas.microsoft.com/office/powerpoint/2010/main" val="177420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向量函数的导数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F654AA-BE88-D093-C588-7B96E3642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07" y="1249647"/>
            <a:ext cx="8416004" cy="19983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B095A3-2E18-2BA4-EAC3-931E38E570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562"/>
          <a:stretch/>
        </p:blipFill>
        <p:spPr>
          <a:xfrm>
            <a:off x="191121" y="3356600"/>
            <a:ext cx="6163419" cy="2782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CFB436-55F2-585A-26AD-8F62E7858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52" y="3869704"/>
            <a:ext cx="5974548" cy="197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6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向量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函数的积分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0B09D8-FE53-5070-0998-209C63B31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267189"/>
            <a:ext cx="8197351" cy="16548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ECFAD0-E4A6-29E8-5D7E-7E0CE9330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454" y="2681343"/>
            <a:ext cx="8589089" cy="17960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383514-9FBD-BF43-9DDA-8F4E3D352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793" y="4731343"/>
            <a:ext cx="8287655" cy="135765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78CEC5B-97A9-C218-FFF2-BBAC99BB3995}"/>
              </a:ext>
            </a:extLst>
          </p:cNvPr>
          <p:cNvSpPr txBox="1"/>
          <p:nvPr/>
        </p:nvSpPr>
        <p:spPr>
          <a:xfrm>
            <a:off x="1480458" y="535997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抛体运动方程：</a:t>
            </a:r>
          </a:p>
        </p:txBody>
      </p:sp>
    </p:spTree>
    <p:extLst>
      <p:ext uri="{BB962C8B-B14F-4D97-AF65-F5344CB8AC3E}">
        <p14:creationId xmlns:p14="http://schemas.microsoft.com/office/powerpoint/2010/main" val="237217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307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E585B90A-2ABE-6B5D-8ED6-2A74EBC6D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193" y="4616380"/>
            <a:ext cx="7825740" cy="154599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弧长与单位切向量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D45B9C-7674-AB78-9718-2963D741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630" y="1279786"/>
            <a:ext cx="8186737" cy="17803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3447B13-0A0B-8922-FD1A-8C25B29F6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91" y="2243653"/>
            <a:ext cx="1171172" cy="7000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5F68F7-4F18-5663-0D2F-E79BCB522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284" y="3190809"/>
            <a:ext cx="7426086" cy="12948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71B2810-A27B-EC76-0B99-459464F28AEC}"/>
              </a:ext>
            </a:extLst>
          </p:cNvPr>
          <p:cNvSpPr txBox="1"/>
          <p:nvPr/>
        </p:nvSpPr>
        <p:spPr>
          <a:xfrm>
            <a:off x="3039589" y="511654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单位切向量：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C9A75DA-0BB6-A7FD-B45E-401C2175A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2463" y="3368877"/>
            <a:ext cx="2743200" cy="241028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A0E5C76-5E52-9255-15B1-8E90A335D903}"/>
              </a:ext>
            </a:extLst>
          </p:cNvPr>
          <p:cNvSpPr txBox="1"/>
          <p:nvPr/>
        </p:nvSpPr>
        <p:spPr>
          <a:xfrm>
            <a:off x="2978629" y="233622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弧长：</a:t>
            </a:r>
          </a:p>
        </p:txBody>
      </p:sp>
    </p:spTree>
    <p:extLst>
      <p:ext uri="{BB962C8B-B14F-4D97-AF65-F5344CB8AC3E}">
        <p14:creationId xmlns:p14="http://schemas.microsoft.com/office/powerpoint/2010/main" val="328413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曲率与单位法向量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57C6B60-C92D-D13C-8C28-5ADB869B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41" y="1338608"/>
            <a:ext cx="9670869" cy="17724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6179006-75AD-79D6-39B3-948CE21E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862" y="2148322"/>
            <a:ext cx="1990725" cy="8763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AF96220-68C3-B280-7906-BEA40DBFE155}"/>
              </a:ext>
            </a:extLst>
          </p:cNvPr>
          <p:cNvSpPr txBox="1"/>
          <p:nvPr/>
        </p:nvSpPr>
        <p:spPr>
          <a:xfrm>
            <a:off x="3501271" y="235564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曲率：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794AAA3-4DA2-AE0A-CF8F-AC713BE33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327" y="3280510"/>
            <a:ext cx="9989004" cy="18974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0CB5445-7DA2-7D61-2713-0855657AC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703" y="4065481"/>
            <a:ext cx="2219325" cy="94297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63A5FDD-B9BD-CCE0-59AB-E40F8628DAA4}"/>
              </a:ext>
            </a:extLst>
          </p:cNvPr>
          <p:cNvSpPr txBox="1"/>
          <p:nvPr/>
        </p:nvSpPr>
        <p:spPr>
          <a:xfrm>
            <a:off x="3013463" y="433947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单位法向量：</a:t>
            </a:r>
          </a:p>
        </p:txBody>
      </p:sp>
    </p:spTree>
    <p:extLst>
      <p:ext uri="{BB962C8B-B14F-4D97-AF65-F5344CB8AC3E}">
        <p14:creationId xmlns:p14="http://schemas.microsoft.com/office/powerpoint/2010/main" val="231315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曲率圆方程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4E18C1-3DAA-3350-3C37-2FE422B1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50761"/>
            <a:ext cx="10467975" cy="581025"/>
          </a:xfrm>
          <a:prstGeom prst="rect">
            <a:avLst/>
          </a:prstGeom>
        </p:spPr>
      </p:pic>
      <p:pic>
        <p:nvPicPr>
          <p:cNvPr id="9" name="图片 8" descr="手机屏幕截图&#10;&#10;描述已自动生成">
            <a:extLst>
              <a:ext uri="{FF2B5EF4-FFF2-40B4-BE49-F238E27FC236}">
                <a16:creationId xmlns:a16="http://schemas.microsoft.com/office/drawing/2014/main" id="{96039781-0333-B29B-CDE2-11C8E7884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0" y="1300607"/>
            <a:ext cx="8530396" cy="425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3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4283647" y="1984494"/>
            <a:ext cx="3624711" cy="2293865"/>
            <a:chOff x="472910" y="2289294"/>
            <a:chExt cx="3624711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1013515" y="3567496"/>
              <a:ext cx="260840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300" normalizeH="0" baseline="0" noProof="0" dirty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偏导数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Chapter14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771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602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12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506D95-A993-F955-4C93-5CD400CB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72" y="1473646"/>
            <a:ext cx="8516453" cy="32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0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二元函数的点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A7DF83-D19A-2263-2FD1-C754E8F9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00" y="1268409"/>
            <a:ext cx="7409225" cy="25410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C33CF6-93D5-29DC-2E58-16E65EFD2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262" y="1444551"/>
            <a:ext cx="1704400" cy="21888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DDB316-FB70-6731-BFE0-8DABD4B7C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662" y="1268409"/>
            <a:ext cx="1713571" cy="20968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A147BE-38B1-85D2-684A-2C1D4DB49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61" y="5348580"/>
            <a:ext cx="8219139" cy="88361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AB881F2-1541-368D-8252-EE5D84E80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408" y="3441372"/>
            <a:ext cx="6354204" cy="192855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59282CF-A566-274E-837D-9801D9D71613}"/>
              </a:ext>
            </a:extLst>
          </p:cNvPr>
          <p:cNvSpPr txBox="1"/>
          <p:nvPr/>
        </p:nvSpPr>
        <p:spPr>
          <a:xfrm>
            <a:off x="1745745" y="3961585"/>
            <a:ext cx="4084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内点； 边界点； 开放； 封闭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F0EAD0-EAC7-AE4D-D47D-7632F5675974}"/>
              </a:ext>
            </a:extLst>
          </p:cNvPr>
          <p:cNvSpPr txBox="1"/>
          <p:nvPr/>
        </p:nvSpPr>
        <p:spPr>
          <a:xfrm>
            <a:off x="2815845" y="4948006"/>
            <a:ext cx="194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有界 </a:t>
            </a:r>
            <a:r>
              <a:rPr lang="en-US" altLang="zh-CN" sz="2400" dirty="0"/>
              <a:t>VS. </a:t>
            </a:r>
            <a:r>
              <a:rPr lang="zh-CN" altLang="en-US" sz="2400" dirty="0"/>
              <a:t>无界</a:t>
            </a:r>
          </a:p>
        </p:txBody>
      </p:sp>
    </p:spTree>
    <p:extLst>
      <p:ext uri="{BB962C8B-B14F-4D97-AF65-F5344CB8AC3E}">
        <p14:creationId xmlns:p14="http://schemas.microsoft.com/office/powerpoint/2010/main" val="38271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等高线与曲面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E159E6-650F-A957-21A3-0063F66D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1" y="1241146"/>
            <a:ext cx="10239375" cy="18002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C09B03-F1AE-8B75-BDDC-683347EE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36694"/>
            <a:ext cx="3741061" cy="31973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85CEEF-77DF-F284-4C9A-E1B31384F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235" y="2602860"/>
            <a:ext cx="2893520" cy="364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56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99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多元函数的极限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4CAD91-C6A2-D139-6E4A-E7136F68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39" y="1142720"/>
            <a:ext cx="8868319" cy="29230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C95250-047C-8522-E927-477ECD329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02" y="4065797"/>
            <a:ext cx="4701391" cy="21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5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多元函数极限运算法则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DC0354F-B08F-CE65-AE07-21025F61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0" y="1142720"/>
            <a:ext cx="7252520" cy="521363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EE7688C-E68D-5693-9387-705479F1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40" y="1731373"/>
            <a:ext cx="3124200" cy="8001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0F3F045-54F0-A474-E331-120A6E4CE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3177804"/>
            <a:ext cx="4067175" cy="8286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03B20E8-CFFC-35E7-8CA1-8B3F8E6B0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940" y="4527558"/>
            <a:ext cx="358140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5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多元函数的连续性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AE1CAB-082B-C02E-F2EC-822BB3D2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02" y="1179383"/>
            <a:ext cx="7250492" cy="22438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17B87F-1C02-19BB-AD7A-F71BA559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02" y="3293028"/>
            <a:ext cx="7134498" cy="9907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2D21E60-8E67-A07B-01D0-CAEA4E25F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12" y="4153117"/>
            <a:ext cx="6879771" cy="6151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43B289D-93FB-5071-3C61-587D65F59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08" y="4768218"/>
            <a:ext cx="7250492" cy="133935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0C343A1-BF93-5015-EE36-68624460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256" y="1896002"/>
            <a:ext cx="4328027" cy="11482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BD2BAC9-7C42-81FC-C92A-4B28EAA10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3698" y="3342885"/>
            <a:ext cx="2305050" cy="8096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03D8953-4862-3C1D-6981-D9C90FC23381}"/>
              </a:ext>
            </a:extLst>
          </p:cNvPr>
          <p:cNvSpPr txBox="1"/>
          <p:nvPr/>
        </p:nvSpPr>
        <p:spPr>
          <a:xfrm>
            <a:off x="9553303" y="45373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排除法！</a:t>
            </a:r>
          </a:p>
        </p:txBody>
      </p:sp>
    </p:spTree>
    <p:extLst>
      <p:ext uri="{BB962C8B-B14F-4D97-AF65-F5344CB8AC3E}">
        <p14:creationId xmlns:p14="http://schemas.microsoft.com/office/powerpoint/2010/main" val="263240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函数与空间运动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465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B726794-7B26-4759-BB19-EBCA93CBA512}"/>
              </a:ext>
            </a:extLst>
          </p:cNvPr>
          <p:cNvSpPr txBox="1"/>
          <p:nvPr/>
        </p:nvSpPr>
        <p:spPr>
          <a:xfrm>
            <a:off x="4841498" y="2532601"/>
            <a:ext cx="5416868" cy="1792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Q&amp;A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祝大家期中顺利！</a:t>
            </a:r>
            <a:endParaRPr kumimoji="0" lang="zh-CN" altLang="en-US" sz="4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080B2D-97AA-420D-A094-796E1C38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3" y="485484"/>
            <a:ext cx="2831940" cy="52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71543"/>
      </p:ext>
    </p:extLst>
  </p:cSld>
  <p:clrMapOvr>
    <a:masterClrMapping/>
  </p:clrMapOvr>
</p:sld>
</file>

<file path=ppt/theme/theme1.xml><?xml version="1.0" encoding="utf-8"?>
<a:theme xmlns:a="http://schemas.openxmlformats.org/drawingml/2006/main" name="已停用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5785</TotalTime>
  <Words>1274</Words>
  <Application>Microsoft Office PowerPoint</Application>
  <PresentationFormat>宽屏</PresentationFormat>
  <Paragraphs>208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思源黑体 CN Heavy</vt:lpstr>
      <vt:lpstr>思源黑体 CN Light</vt:lpstr>
      <vt:lpstr>思源黑体 CN Medium</vt:lpstr>
      <vt:lpstr>宋体</vt:lpstr>
      <vt:lpstr>微软雅黑</vt:lpstr>
      <vt:lpstr>Arial</vt:lpstr>
      <vt:lpstr>Calibri</vt:lpstr>
      <vt:lpstr>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Windows8</cp:lastModifiedBy>
  <cp:revision>68</cp:revision>
  <cp:lastPrinted>2023-03-26T03:59:10Z</cp:lastPrinted>
  <dcterms:created xsi:type="dcterms:W3CDTF">2019-12-04T07:19:48Z</dcterms:created>
  <dcterms:modified xsi:type="dcterms:W3CDTF">2024-06-02T10:47:10Z</dcterms:modified>
</cp:coreProperties>
</file>