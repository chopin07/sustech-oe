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79"/>
  </p:notesMasterIdLst>
  <p:sldIdLst>
    <p:sldId id="318" r:id="rId2"/>
    <p:sldId id="526" r:id="rId3"/>
    <p:sldId id="288" r:id="rId4"/>
    <p:sldId id="527" r:id="rId5"/>
    <p:sldId id="320" r:id="rId6"/>
    <p:sldId id="528" r:id="rId7"/>
    <p:sldId id="321" r:id="rId8"/>
    <p:sldId id="338" r:id="rId9"/>
    <p:sldId id="322" r:id="rId10"/>
    <p:sldId id="323" r:id="rId11"/>
    <p:sldId id="324" r:id="rId12"/>
    <p:sldId id="522" r:id="rId13"/>
    <p:sldId id="524" r:id="rId14"/>
    <p:sldId id="325" r:id="rId15"/>
    <p:sldId id="529" r:id="rId16"/>
    <p:sldId id="326" r:id="rId17"/>
    <p:sldId id="339" r:id="rId18"/>
    <p:sldId id="340" r:id="rId19"/>
    <p:sldId id="523" r:id="rId20"/>
    <p:sldId id="530" r:id="rId21"/>
    <p:sldId id="341" r:id="rId22"/>
    <p:sldId id="531" r:id="rId23"/>
    <p:sldId id="342" r:id="rId24"/>
    <p:sldId id="343" r:id="rId25"/>
    <p:sldId id="344" r:id="rId26"/>
    <p:sldId id="347" r:id="rId27"/>
    <p:sldId id="358" r:id="rId28"/>
    <p:sldId id="532" r:id="rId29"/>
    <p:sldId id="346" r:id="rId30"/>
    <p:sldId id="348" r:id="rId31"/>
    <p:sldId id="349" r:id="rId32"/>
    <p:sldId id="350" r:id="rId33"/>
    <p:sldId id="351" r:id="rId34"/>
    <p:sldId id="497" r:id="rId35"/>
    <p:sldId id="352" r:id="rId36"/>
    <p:sldId id="533" r:id="rId37"/>
    <p:sldId id="353" r:id="rId38"/>
    <p:sldId id="354" r:id="rId39"/>
    <p:sldId id="534" r:id="rId40"/>
    <p:sldId id="355" r:id="rId41"/>
    <p:sldId id="356" r:id="rId42"/>
    <p:sldId id="357" r:id="rId43"/>
    <p:sldId id="525" r:id="rId44"/>
    <p:sldId id="535" r:id="rId45"/>
    <p:sldId id="498" r:id="rId46"/>
    <p:sldId id="499" r:id="rId47"/>
    <p:sldId id="501" r:id="rId48"/>
    <p:sldId id="500" r:id="rId49"/>
    <p:sldId id="502" r:id="rId50"/>
    <p:sldId id="503" r:id="rId51"/>
    <p:sldId id="536" r:id="rId52"/>
    <p:sldId id="504" r:id="rId53"/>
    <p:sldId id="505" r:id="rId54"/>
    <p:sldId id="506" r:id="rId55"/>
    <p:sldId id="507" r:id="rId56"/>
    <p:sldId id="537" r:id="rId57"/>
    <p:sldId id="508" r:id="rId58"/>
    <p:sldId id="538" r:id="rId59"/>
    <p:sldId id="509" r:id="rId60"/>
    <p:sldId id="510" r:id="rId61"/>
    <p:sldId id="511" r:id="rId62"/>
    <p:sldId id="512" r:id="rId63"/>
    <p:sldId id="515" r:id="rId64"/>
    <p:sldId id="539" r:id="rId65"/>
    <p:sldId id="513" r:id="rId66"/>
    <p:sldId id="514" r:id="rId67"/>
    <p:sldId id="516" r:id="rId68"/>
    <p:sldId id="454" r:id="rId69"/>
    <p:sldId id="517" r:id="rId70"/>
    <p:sldId id="456" r:id="rId71"/>
    <p:sldId id="540" r:id="rId72"/>
    <p:sldId id="518" r:id="rId73"/>
    <p:sldId id="519" r:id="rId74"/>
    <p:sldId id="520" r:id="rId75"/>
    <p:sldId id="521" r:id="rId76"/>
    <p:sldId id="541" r:id="rId77"/>
    <p:sldId id="319" r:id="rId78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46" userDrawn="1">
          <p15:clr>
            <a:srgbClr val="A4A3A4"/>
          </p15:clr>
        </p15:guide>
        <p15:guide id="4" orient="horz" pos="3974" userDrawn="1">
          <p15:clr>
            <a:srgbClr val="A4A3A4"/>
          </p15:clr>
        </p15:guide>
        <p15:guide id="5" pos="325" userDrawn="1">
          <p15:clr>
            <a:srgbClr val="A4A3A4"/>
          </p15:clr>
        </p15:guide>
        <p15:guide id="6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3C3C"/>
    <a:srgbClr val="E6E6E6"/>
    <a:srgbClr val="E7661C"/>
    <a:srgbClr val="EBA123"/>
    <a:srgbClr val="A8A8A8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131E0F-BC64-44CB-ADE4-58C7EB5B3FEC}" v="40" dt="2022-10-30T02:39:03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25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738" y="114"/>
      </p:cViewPr>
      <p:guideLst>
        <p:guide orient="horz" pos="2160"/>
        <p:guide pos="3840"/>
        <p:guide orient="horz" pos="346"/>
        <p:guide orient="horz" pos="3974"/>
        <p:guide pos="32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6/11/relationships/changesInfo" Target="changesInfos/changesInfo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85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苏 宇鹏" userId="f8155d837c865e1b" providerId="LiveId" clId="{BC131E0F-BC64-44CB-ADE4-58C7EB5B3FEC}"/>
    <pc:docChg chg="undo custSel addSld delSld modSld sldOrd modMainMaster">
      <pc:chgData name="苏 宇鹏" userId="f8155d837c865e1b" providerId="LiveId" clId="{BC131E0F-BC64-44CB-ADE4-58C7EB5B3FEC}" dt="2022-10-30T06:09:22.927" v="3364"/>
      <pc:docMkLst>
        <pc:docMk/>
      </pc:docMkLst>
      <pc:sldChg chg="modSp mod">
        <pc:chgData name="苏 宇鹏" userId="f8155d837c865e1b" providerId="LiveId" clId="{BC131E0F-BC64-44CB-ADE4-58C7EB5B3FEC}" dt="2022-10-30T02:22:41.848" v="1" actId="20577"/>
        <pc:sldMkLst>
          <pc:docMk/>
          <pc:sldMk cId="1141231195" sldId="288"/>
        </pc:sldMkLst>
        <pc:spChg chg="mod">
          <ac:chgData name="苏 宇鹏" userId="f8155d837c865e1b" providerId="LiveId" clId="{BC131E0F-BC64-44CB-ADE4-58C7EB5B3FEC}" dt="2022-10-30T02:22:41.848" v="1" actId="20577"/>
          <ac:spMkLst>
            <pc:docMk/>
            <pc:sldMk cId="1141231195" sldId="288"/>
            <ac:spMk id="12" creationId="{A1D4DCA9-4813-4112-BD9C-4EAA5942E610}"/>
          </ac:spMkLst>
        </pc:spChg>
      </pc:sldChg>
      <pc:sldChg chg="mod chgLayout">
        <pc:chgData name="苏 宇鹏" userId="f8155d837c865e1b" providerId="LiveId" clId="{BC131E0F-BC64-44CB-ADE4-58C7EB5B3FEC}" dt="2022-10-30T02:23:22.205" v="7" actId="700"/>
        <pc:sldMkLst>
          <pc:docMk/>
          <pc:sldMk cId="3971574708" sldId="318"/>
        </pc:sldMkLst>
      </pc:sldChg>
      <pc:sldChg chg="modSp mod">
        <pc:chgData name="苏 宇鹏" userId="f8155d837c865e1b" providerId="LiveId" clId="{BC131E0F-BC64-44CB-ADE4-58C7EB5B3FEC}" dt="2022-10-30T05:59:40.680" v="3318" actId="20577"/>
        <pc:sldMkLst>
          <pc:docMk/>
          <pc:sldMk cId="3114671543" sldId="319"/>
        </pc:sldMkLst>
        <pc:spChg chg="mod">
          <ac:chgData name="苏 宇鹏" userId="f8155d837c865e1b" providerId="LiveId" clId="{BC131E0F-BC64-44CB-ADE4-58C7EB5B3FEC}" dt="2022-10-30T05:59:40.680" v="3318" actId="20577"/>
          <ac:spMkLst>
            <pc:docMk/>
            <pc:sldMk cId="3114671543" sldId="319"/>
            <ac:spMk id="5" creationId="{0B726794-7B26-4759-BB19-EBCA93CBA512}"/>
          </ac:spMkLst>
        </pc:spChg>
      </pc:sldChg>
      <pc:sldChg chg="modSp mod">
        <pc:chgData name="苏 宇鹏" userId="f8155d837c865e1b" providerId="LiveId" clId="{BC131E0F-BC64-44CB-ADE4-58C7EB5B3FEC}" dt="2022-10-30T02:24:48.889" v="36" actId="20577"/>
        <pc:sldMkLst>
          <pc:docMk/>
          <pc:sldMk cId="227518316" sldId="343"/>
        </pc:sldMkLst>
        <pc:spChg chg="mod">
          <ac:chgData name="苏 宇鹏" userId="f8155d837c865e1b" providerId="LiveId" clId="{BC131E0F-BC64-44CB-ADE4-58C7EB5B3FEC}" dt="2022-10-30T02:24:48.889" v="36" actId="20577"/>
          <ac:spMkLst>
            <pc:docMk/>
            <pc:sldMk cId="227518316" sldId="343"/>
            <ac:spMk id="12" creationId="{A1D4DCA9-4813-4112-BD9C-4EAA5942E610}"/>
          </ac:spMkLst>
        </pc:spChg>
      </pc:sldChg>
      <pc:sldChg chg="add del ord setBg">
        <pc:chgData name="苏 宇鹏" userId="f8155d837c865e1b" providerId="LiveId" clId="{BC131E0F-BC64-44CB-ADE4-58C7EB5B3FEC}" dt="2022-10-30T02:23:58.861" v="12" actId="47"/>
        <pc:sldMkLst>
          <pc:docMk/>
          <pc:sldMk cId="2845488834" sldId="377"/>
        </pc:sldMkLst>
      </pc:sldChg>
      <pc:sldChg chg="add del mod setBg chgLayout">
        <pc:chgData name="苏 宇鹏" userId="f8155d837c865e1b" providerId="LiveId" clId="{BC131E0F-BC64-44CB-ADE4-58C7EB5B3FEC}" dt="2022-10-30T02:23:32.234" v="9" actId="47"/>
        <pc:sldMkLst>
          <pc:docMk/>
          <pc:sldMk cId="2343748618" sldId="378"/>
        </pc:sldMkLst>
      </pc:sldChg>
      <pc:sldChg chg="modSp add mod ord">
        <pc:chgData name="苏 宇鹏" userId="f8155d837c865e1b" providerId="LiveId" clId="{BC131E0F-BC64-44CB-ADE4-58C7EB5B3FEC}" dt="2022-10-30T06:02:28.031" v="3326" actId="20577"/>
        <pc:sldMkLst>
          <pc:docMk/>
          <pc:sldMk cId="2731186746" sldId="379"/>
        </pc:sldMkLst>
        <pc:spChg chg="mod">
          <ac:chgData name="苏 宇鹏" userId="f8155d837c865e1b" providerId="LiveId" clId="{BC131E0F-BC64-44CB-ADE4-58C7EB5B3FEC}" dt="2022-10-30T06:02:23.750" v="3322" actId="20577"/>
          <ac:spMkLst>
            <pc:docMk/>
            <pc:sldMk cId="2731186746" sldId="379"/>
            <ac:spMk id="7" creationId="{41CC5F07-5256-4691-97FF-2CDDBB239479}"/>
          </ac:spMkLst>
        </pc:spChg>
        <pc:spChg chg="mod">
          <ac:chgData name="苏 宇鹏" userId="f8155d837c865e1b" providerId="LiveId" clId="{BC131E0F-BC64-44CB-ADE4-58C7EB5B3FEC}" dt="2022-10-30T06:02:28.031" v="3326" actId="20577"/>
          <ac:spMkLst>
            <pc:docMk/>
            <pc:sldMk cId="2731186746" sldId="379"/>
            <ac:spMk id="9" creationId="{0C01A5A4-38A1-453D-B59C-46BF1655E02A}"/>
          </ac:spMkLst>
        </pc:spChg>
      </pc:sldChg>
      <pc:sldChg chg="delSp modSp add del mod ord">
        <pc:chgData name="苏 宇鹏" userId="f8155d837c865e1b" providerId="LiveId" clId="{BC131E0F-BC64-44CB-ADE4-58C7EB5B3FEC}" dt="2022-10-30T02:25:18.818" v="64" actId="47"/>
        <pc:sldMkLst>
          <pc:docMk/>
          <pc:sldMk cId="2145253505" sldId="380"/>
        </pc:sldMkLst>
        <pc:spChg chg="del mod">
          <ac:chgData name="苏 宇鹏" userId="f8155d837c865e1b" providerId="LiveId" clId="{BC131E0F-BC64-44CB-ADE4-58C7EB5B3FEC}" dt="2022-10-30T02:24:43.676" v="34"/>
          <ac:spMkLst>
            <pc:docMk/>
            <pc:sldMk cId="2145253505" sldId="380"/>
            <ac:spMk id="7" creationId="{FA6E4A8B-B893-5DA2-9C1D-CEB2A50B3C36}"/>
          </ac:spMkLst>
        </pc:spChg>
        <pc:picChg chg="del">
          <ac:chgData name="苏 宇鹏" userId="f8155d837c865e1b" providerId="LiveId" clId="{BC131E0F-BC64-44CB-ADE4-58C7EB5B3FEC}" dt="2022-10-30T02:24:12.748" v="16" actId="478"/>
          <ac:picMkLst>
            <pc:docMk/>
            <pc:sldMk cId="2145253505" sldId="380"/>
            <ac:picMk id="8" creationId="{A9B6991E-3F30-65EC-0F92-E7BAE354EAA2}"/>
          </ac:picMkLst>
        </pc:picChg>
      </pc:sldChg>
      <pc:sldChg chg="addSp delSp modSp add mod modClrScheme modAnim chgLayout">
        <pc:chgData name="苏 宇鹏" userId="f8155d837c865e1b" providerId="LiveId" clId="{BC131E0F-BC64-44CB-ADE4-58C7EB5B3FEC}" dt="2022-10-30T06:07:39.994" v="3338"/>
        <pc:sldMkLst>
          <pc:docMk/>
          <pc:sldMk cId="3558280106" sldId="381"/>
        </pc:sldMkLst>
        <pc:spChg chg="mod ord">
          <ac:chgData name="苏 宇鹏" userId="f8155d837c865e1b" providerId="LiveId" clId="{BC131E0F-BC64-44CB-ADE4-58C7EB5B3FEC}" dt="2022-10-30T02:39:09.130" v="827" actId="700"/>
          <ac:spMkLst>
            <pc:docMk/>
            <pc:sldMk cId="3558280106" sldId="381"/>
            <ac:spMk id="3" creationId="{EE294173-36E1-BF1C-5983-6AB333301757}"/>
          </ac:spMkLst>
        </pc:spChg>
        <pc:spChg chg="mod ord">
          <ac:chgData name="苏 宇鹏" userId="f8155d837c865e1b" providerId="LiveId" clId="{BC131E0F-BC64-44CB-ADE4-58C7EB5B3FEC}" dt="2022-10-30T02:39:09.130" v="827" actId="700"/>
          <ac:spMkLst>
            <pc:docMk/>
            <pc:sldMk cId="3558280106" sldId="381"/>
            <ac:spMk id="4" creationId="{E569FB85-122D-4E69-A147-FE87FDF1ADAD}"/>
          </ac:spMkLst>
        </pc:spChg>
        <pc:spChg chg="mod ord">
          <ac:chgData name="苏 宇鹏" userId="f8155d837c865e1b" providerId="LiveId" clId="{BC131E0F-BC64-44CB-ADE4-58C7EB5B3FEC}" dt="2022-10-30T02:39:09.130" v="827" actId="700"/>
          <ac:spMkLst>
            <pc:docMk/>
            <pc:sldMk cId="3558280106" sldId="381"/>
            <ac:spMk id="5" creationId="{B06AC696-BCBA-BEF2-2378-0A8A828CC17A}"/>
          </ac:spMkLst>
        </pc:spChg>
        <pc:spChg chg="mod">
          <ac:chgData name="苏 宇鹏" userId="f8155d837c865e1b" providerId="LiveId" clId="{BC131E0F-BC64-44CB-ADE4-58C7EB5B3FEC}" dt="2022-10-30T02:26:18.812" v="117" actId="20577"/>
          <ac:spMkLst>
            <pc:docMk/>
            <pc:sldMk cId="3558280106" sldId="381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2:27:40.055" v="184" actId="20577"/>
          <ac:spMkLst>
            <pc:docMk/>
            <pc:sldMk cId="3558280106" sldId="381"/>
            <ac:spMk id="8" creationId="{F5EE3ABA-079D-20CA-FC91-30F7D8961A0B}"/>
          </ac:spMkLst>
        </pc:spChg>
        <pc:spChg chg="add del mod">
          <ac:chgData name="苏 宇鹏" userId="f8155d837c865e1b" providerId="LiveId" clId="{BC131E0F-BC64-44CB-ADE4-58C7EB5B3FEC}" dt="2022-10-30T02:39:01.965" v="824"/>
          <ac:spMkLst>
            <pc:docMk/>
            <pc:sldMk cId="3558280106" sldId="381"/>
            <ac:spMk id="9" creationId="{56378EED-F6F0-6811-F1C2-BC7B5754DF39}"/>
          </ac:spMkLst>
        </pc:spChg>
        <pc:spChg chg="add del mod">
          <ac:chgData name="苏 宇鹏" userId="f8155d837c865e1b" providerId="LiveId" clId="{BC131E0F-BC64-44CB-ADE4-58C7EB5B3FEC}" dt="2022-10-30T02:39:01.965" v="824"/>
          <ac:spMkLst>
            <pc:docMk/>
            <pc:sldMk cId="3558280106" sldId="381"/>
            <ac:spMk id="10" creationId="{D9A63B17-80CC-3726-102E-C754E37D1B76}"/>
          </ac:spMkLst>
        </pc:spChg>
        <pc:spChg chg="add del mod">
          <ac:chgData name="苏 宇鹏" userId="f8155d837c865e1b" providerId="LiveId" clId="{BC131E0F-BC64-44CB-ADE4-58C7EB5B3FEC}" dt="2022-10-30T02:39:01.965" v="824"/>
          <ac:spMkLst>
            <pc:docMk/>
            <pc:sldMk cId="3558280106" sldId="381"/>
            <ac:spMk id="11" creationId="{A83B3E56-98F8-519D-B1CA-71F912222E3E}"/>
          </ac:spMkLst>
        </pc:spChg>
        <pc:spChg chg="add del mod">
          <ac:chgData name="苏 宇鹏" userId="f8155d837c865e1b" providerId="LiveId" clId="{BC131E0F-BC64-44CB-ADE4-58C7EB5B3FEC}" dt="2022-10-30T02:39:03.996" v="825"/>
          <ac:spMkLst>
            <pc:docMk/>
            <pc:sldMk cId="3558280106" sldId="381"/>
            <ac:spMk id="12" creationId="{79750ADE-1823-8C17-6671-AA862B193EC8}"/>
          </ac:spMkLst>
        </pc:spChg>
        <pc:spChg chg="add del mod">
          <ac:chgData name="苏 宇鹏" userId="f8155d837c865e1b" providerId="LiveId" clId="{BC131E0F-BC64-44CB-ADE4-58C7EB5B3FEC}" dt="2022-10-30T02:39:03.996" v="825"/>
          <ac:spMkLst>
            <pc:docMk/>
            <pc:sldMk cId="3558280106" sldId="381"/>
            <ac:spMk id="13" creationId="{DD4F0EAF-7C90-AC10-24F9-C7E27FA86A61}"/>
          </ac:spMkLst>
        </pc:spChg>
        <pc:spChg chg="add del mod">
          <ac:chgData name="苏 宇鹏" userId="f8155d837c865e1b" providerId="LiveId" clId="{BC131E0F-BC64-44CB-ADE4-58C7EB5B3FEC}" dt="2022-10-30T02:39:03.996" v="825"/>
          <ac:spMkLst>
            <pc:docMk/>
            <pc:sldMk cId="3558280106" sldId="381"/>
            <ac:spMk id="14" creationId="{C0FB12E7-B14B-7A25-7564-2A978A8EBA9E}"/>
          </ac:spMkLst>
        </pc:spChg>
        <pc:picChg chg="add mod">
          <ac:chgData name="苏 宇鹏" userId="f8155d837c865e1b" providerId="LiveId" clId="{BC131E0F-BC64-44CB-ADE4-58C7EB5B3FEC}" dt="2022-10-30T02:26:33.440" v="122" actId="1076"/>
          <ac:picMkLst>
            <pc:docMk/>
            <pc:sldMk cId="3558280106" sldId="381"/>
            <ac:picMk id="6" creationId="{AE69645D-440A-F516-B89D-AFCA5A9A9B58}"/>
          </ac:picMkLst>
        </pc:picChg>
      </pc:sldChg>
      <pc:sldChg chg="addSp delSp modSp add mod modAnim">
        <pc:chgData name="苏 宇鹏" userId="f8155d837c865e1b" providerId="LiveId" clId="{BC131E0F-BC64-44CB-ADE4-58C7EB5B3FEC}" dt="2022-10-30T06:07:53.559" v="3344"/>
        <pc:sldMkLst>
          <pc:docMk/>
          <pc:sldMk cId="3184635320" sldId="382"/>
        </pc:sldMkLst>
        <pc:spChg chg="mod">
          <ac:chgData name="苏 宇鹏" userId="f8155d837c865e1b" providerId="LiveId" clId="{BC131E0F-BC64-44CB-ADE4-58C7EB5B3FEC}" dt="2022-10-30T02:40:36.752" v="844" actId="20577"/>
          <ac:spMkLst>
            <pc:docMk/>
            <pc:sldMk cId="3184635320" sldId="382"/>
            <ac:spMk id="3" creationId="{EE294173-36E1-BF1C-5983-6AB333301757}"/>
          </ac:spMkLst>
        </pc:spChg>
        <pc:spChg chg="mod">
          <ac:chgData name="苏 宇鹏" userId="f8155d837c865e1b" providerId="LiveId" clId="{BC131E0F-BC64-44CB-ADE4-58C7EB5B3FEC}" dt="2022-10-30T02:33:17.631" v="502" actId="20577"/>
          <ac:spMkLst>
            <pc:docMk/>
            <pc:sldMk cId="3184635320" sldId="382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2:33:51.135" v="522" actId="255"/>
          <ac:spMkLst>
            <pc:docMk/>
            <pc:sldMk cId="3184635320" sldId="382"/>
            <ac:spMk id="8" creationId="{27566AB3-B19C-9B43-C5BA-4EB1E674D15C}"/>
          </ac:spMkLst>
        </pc:spChg>
        <pc:spChg chg="add mod">
          <ac:chgData name="苏 宇鹏" userId="f8155d837c865e1b" providerId="LiveId" clId="{BC131E0F-BC64-44CB-ADE4-58C7EB5B3FEC}" dt="2022-10-30T02:34:36.542" v="616" actId="1076"/>
          <ac:spMkLst>
            <pc:docMk/>
            <pc:sldMk cId="3184635320" sldId="382"/>
            <ac:spMk id="9" creationId="{BE3577C3-549B-66A6-AE46-918BF13ADA91}"/>
          </ac:spMkLst>
        </pc:spChg>
        <pc:spChg chg="add mod">
          <ac:chgData name="苏 宇鹏" userId="f8155d837c865e1b" providerId="LiveId" clId="{BC131E0F-BC64-44CB-ADE4-58C7EB5B3FEC}" dt="2022-10-30T02:34:28.765" v="615" actId="20577"/>
          <ac:spMkLst>
            <pc:docMk/>
            <pc:sldMk cId="3184635320" sldId="382"/>
            <ac:spMk id="10" creationId="{803108FD-B2EC-0798-3953-517CDCC0A9CC}"/>
          </ac:spMkLst>
        </pc:spChg>
        <pc:spChg chg="add mod">
          <ac:chgData name="苏 宇鹏" userId="f8155d837c865e1b" providerId="LiveId" clId="{BC131E0F-BC64-44CB-ADE4-58C7EB5B3FEC}" dt="2022-10-30T02:35:30.465" v="712" actId="20577"/>
          <ac:spMkLst>
            <pc:docMk/>
            <pc:sldMk cId="3184635320" sldId="382"/>
            <ac:spMk id="11" creationId="{E19230EA-B927-C918-5CF7-9C7D29A91918}"/>
          </ac:spMkLst>
        </pc:spChg>
        <pc:spChg chg="add del mod">
          <ac:chgData name="苏 宇鹏" userId="f8155d837c865e1b" providerId="LiveId" clId="{BC131E0F-BC64-44CB-ADE4-58C7EB5B3FEC}" dt="2022-10-30T02:36:48.321" v="803"/>
          <ac:spMkLst>
            <pc:docMk/>
            <pc:sldMk cId="3184635320" sldId="382"/>
            <ac:spMk id="12" creationId="{1C9E2C0D-B5D5-0F34-14EC-DF14A6E5832B}"/>
          </ac:spMkLst>
        </pc:spChg>
        <pc:spChg chg="add mod">
          <ac:chgData name="苏 宇鹏" userId="f8155d837c865e1b" providerId="LiveId" clId="{BC131E0F-BC64-44CB-ADE4-58C7EB5B3FEC}" dt="2022-10-30T02:36:50.489" v="804" actId="1076"/>
          <ac:spMkLst>
            <pc:docMk/>
            <pc:sldMk cId="3184635320" sldId="382"/>
            <ac:spMk id="13" creationId="{656DA50F-B7D7-9B87-BF03-FC19BC493733}"/>
          </ac:spMkLst>
        </pc:spChg>
        <pc:picChg chg="add mod">
          <ac:chgData name="苏 宇鹏" userId="f8155d837c865e1b" providerId="LiveId" clId="{BC131E0F-BC64-44CB-ADE4-58C7EB5B3FEC}" dt="2022-10-30T02:33:34.542" v="509" actId="1076"/>
          <ac:picMkLst>
            <pc:docMk/>
            <pc:sldMk cId="3184635320" sldId="382"/>
            <ac:picMk id="6" creationId="{117F7673-60A2-72D2-A66B-25A95C91E68F}"/>
          </ac:picMkLst>
        </pc:picChg>
      </pc:sldChg>
      <pc:sldChg chg="addSp modSp add mod modAnim">
        <pc:chgData name="苏 宇鹏" userId="f8155d837c865e1b" providerId="LiveId" clId="{BC131E0F-BC64-44CB-ADE4-58C7EB5B3FEC}" dt="2022-10-30T06:07:57.834" v="3345"/>
        <pc:sldMkLst>
          <pc:docMk/>
          <pc:sldMk cId="1320786502" sldId="383"/>
        </pc:sldMkLst>
        <pc:spChg chg="mod">
          <ac:chgData name="苏 宇鹏" userId="f8155d837c865e1b" providerId="LiveId" clId="{BC131E0F-BC64-44CB-ADE4-58C7EB5B3FEC}" dt="2022-10-30T02:41:00.493" v="852" actId="20577"/>
          <ac:spMkLst>
            <pc:docMk/>
            <pc:sldMk cId="1320786502" sldId="383"/>
            <ac:spMk id="3" creationId="{EE294173-36E1-BF1C-5983-6AB333301757}"/>
          </ac:spMkLst>
        </pc:spChg>
        <pc:spChg chg="mod">
          <ac:chgData name="苏 宇鹏" userId="f8155d837c865e1b" providerId="LiveId" clId="{BC131E0F-BC64-44CB-ADE4-58C7EB5B3FEC}" dt="2022-10-30T02:42:07.555" v="921" actId="20577"/>
          <ac:spMkLst>
            <pc:docMk/>
            <pc:sldMk cId="1320786502" sldId="383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2:43:37.504" v="1022" actId="20577"/>
          <ac:spMkLst>
            <pc:docMk/>
            <pc:sldMk cId="1320786502" sldId="383"/>
            <ac:spMk id="10" creationId="{BBDA5FE0-3525-2F79-5F7E-5BF44EF83541}"/>
          </ac:spMkLst>
        </pc:spChg>
        <pc:picChg chg="add mod modCrop">
          <ac:chgData name="苏 宇鹏" userId="f8155d837c865e1b" providerId="LiveId" clId="{BC131E0F-BC64-44CB-ADE4-58C7EB5B3FEC}" dt="2022-10-30T02:42:26.112" v="928" actId="1076"/>
          <ac:picMkLst>
            <pc:docMk/>
            <pc:sldMk cId="1320786502" sldId="383"/>
            <ac:picMk id="6" creationId="{ADECAA0C-2A04-F5C6-0585-D06D8F8FD398}"/>
          </ac:picMkLst>
        </pc:picChg>
        <pc:picChg chg="add mod">
          <ac:chgData name="苏 宇鹏" userId="f8155d837c865e1b" providerId="LiveId" clId="{BC131E0F-BC64-44CB-ADE4-58C7EB5B3FEC}" dt="2022-10-30T02:42:44.473" v="934" actId="14100"/>
          <ac:picMkLst>
            <pc:docMk/>
            <pc:sldMk cId="1320786502" sldId="383"/>
            <ac:picMk id="9" creationId="{52CB77D7-9E3B-9069-ACA2-D8A9F0E0332B}"/>
          </ac:picMkLst>
        </pc:picChg>
      </pc:sldChg>
      <pc:sldChg chg="add del">
        <pc:chgData name="苏 宇鹏" userId="f8155d837c865e1b" providerId="LiveId" clId="{BC131E0F-BC64-44CB-ADE4-58C7EB5B3FEC}" dt="2022-10-30T02:41:09.080" v="854" actId="47"/>
        <pc:sldMkLst>
          <pc:docMk/>
          <pc:sldMk cId="471148420" sldId="384"/>
        </pc:sldMkLst>
      </pc:sldChg>
      <pc:sldChg chg="add del">
        <pc:chgData name="苏 宇鹏" userId="f8155d837c865e1b" providerId="LiveId" clId="{BC131E0F-BC64-44CB-ADE4-58C7EB5B3FEC}" dt="2022-10-30T02:41:09.803" v="855" actId="47"/>
        <pc:sldMkLst>
          <pc:docMk/>
          <pc:sldMk cId="2969682392" sldId="385"/>
        </pc:sldMkLst>
      </pc:sldChg>
      <pc:sldChg chg="add del">
        <pc:chgData name="苏 宇鹏" userId="f8155d837c865e1b" providerId="LiveId" clId="{BC131E0F-BC64-44CB-ADE4-58C7EB5B3FEC}" dt="2022-10-30T02:41:10.377" v="856" actId="47"/>
        <pc:sldMkLst>
          <pc:docMk/>
          <pc:sldMk cId="1700046059" sldId="386"/>
        </pc:sldMkLst>
      </pc:sldChg>
      <pc:sldChg chg="add del">
        <pc:chgData name="苏 宇鹏" userId="f8155d837c865e1b" providerId="LiveId" clId="{BC131E0F-BC64-44CB-ADE4-58C7EB5B3FEC}" dt="2022-10-30T02:41:10.849" v="857" actId="47"/>
        <pc:sldMkLst>
          <pc:docMk/>
          <pc:sldMk cId="3488100844" sldId="387"/>
        </pc:sldMkLst>
      </pc:sldChg>
      <pc:sldChg chg="add del">
        <pc:chgData name="苏 宇鹏" userId="f8155d837c865e1b" providerId="LiveId" clId="{BC131E0F-BC64-44CB-ADE4-58C7EB5B3FEC}" dt="2022-10-30T02:41:11.323" v="858" actId="47"/>
        <pc:sldMkLst>
          <pc:docMk/>
          <pc:sldMk cId="3867051879" sldId="388"/>
        </pc:sldMkLst>
      </pc:sldChg>
      <pc:sldChg chg="add del">
        <pc:chgData name="苏 宇鹏" userId="f8155d837c865e1b" providerId="LiveId" clId="{BC131E0F-BC64-44CB-ADE4-58C7EB5B3FEC}" dt="2022-10-30T02:41:11.839" v="859" actId="47"/>
        <pc:sldMkLst>
          <pc:docMk/>
          <pc:sldMk cId="1814105041" sldId="389"/>
        </pc:sldMkLst>
      </pc:sldChg>
      <pc:sldChg chg="add del">
        <pc:chgData name="苏 宇鹏" userId="f8155d837c865e1b" providerId="LiveId" clId="{BC131E0F-BC64-44CB-ADE4-58C7EB5B3FEC}" dt="2022-10-30T02:41:12.458" v="860" actId="47"/>
        <pc:sldMkLst>
          <pc:docMk/>
          <pc:sldMk cId="439494828" sldId="390"/>
        </pc:sldMkLst>
      </pc:sldChg>
      <pc:sldChg chg="add del">
        <pc:chgData name="苏 宇鹏" userId="f8155d837c865e1b" providerId="LiveId" clId="{BC131E0F-BC64-44CB-ADE4-58C7EB5B3FEC}" dt="2022-10-30T02:41:13.013" v="861" actId="47"/>
        <pc:sldMkLst>
          <pc:docMk/>
          <pc:sldMk cId="1612273727" sldId="391"/>
        </pc:sldMkLst>
      </pc:sldChg>
      <pc:sldChg chg="add del">
        <pc:chgData name="苏 宇鹏" userId="f8155d837c865e1b" providerId="LiveId" clId="{BC131E0F-BC64-44CB-ADE4-58C7EB5B3FEC}" dt="2022-10-30T02:41:13.575" v="862" actId="47"/>
        <pc:sldMkLst>
          <pc:docMk/>
          <pc:sldMk cId="2658185284" sldId="392"/>
        </pc:sldMkLst>
      </pc:sldChg>
      <pc:sldChg chg="add del">
        <pc:chgData name="苏 宇鹏" userId="f8155d837c865e1b" providerId="LiveId" clId="{BC131E0F-BC64-44CB-ADE4-58C7EB5B3FEC}" dt="2022-10-30T02:41:14.145" v="863" actId="47"/>
        <pc:sldMkLst>
          <pc:docMk/>
          <pc:sldMk cId="3521343420" sldId="393"/>
        </pc:sldMkLst>
      </pc:sldChg>
      <pc:sldChg chg="add del">
        <pc:chgData name="苏 宇鹏" userId="f8155d837c865e1b" providerId="LiveId" clId="{BC131E0F-BC64-44CB-ADE4-58C7EB5B3FEC}" dt="2022-10-30T02:41:14.742" v="864" actId="47"/>
        <pc:sldMkLst>
          <pc:docMk/>
          <pc:sldMk cId="2095192805" sldId="394"/>
        </pc:sldMkLst>
      </pc:sldChg>
      <pc:sldChg chg="addSp delSp modSp add mod ord">
        <pc:chgData name="苏 宇鹏" userId="f8155d837c865e1b" providerId="LiveId" clId="{BC131E0F-BC64-44CB-ADE4-58C7EB5B3FEC}" dt="2022-10-30T05:14:58.869" v="2086" actId="20577"/>
        <pc:sldMkLst>
          <pc:docMk/>
          <pc:sldMk cId="2963208960" sldId="395"/>
        </pc:sldMkLst>
        <pc:spChg chg="mod">
          <ac:chgData name="苏 宇鹏" userId="f8155d837c865e1b" providerId="LiveId" clId="{BC131E0F-BC64-44CB-ADE4-58C7EB5B3FEC}" dt="2022-10-30T02:25:14.193" v="63" actId="20577"/>
          <ac:spMkLst>
            <pc:docMk/>
            <pc:sldMk cId="2963208960" sldId="395"/>
            <ac:spMk id="11" creationId="{1F3BCAF4-D11F-4A3D-AB13-4CE6658F4E6E}"/>
          </ac:spMkLst>
        </pc:spChg>
        <pc:spChg chg="mod">
          <ac:chgData name="苏 宇鹏" userId="f8155d837c865e1b" providerId="LiveId" clId="{BC131E0F-BC64-44CB-ADE4-58C7EB5B3FEC}" dt="2022-10-30T05:14:58.869" v="2086" actId="20577"/>
          <ac:spMkLst>
            <pc:docMk/>
            <pc:sldMk cId="2963208960" sldId="395"/>
            <ac:spMk id="12" creationId="{A1D4DCA9-4813-4112-BD9C-4EAA5942E610}"/>
          </ac:spMkLst>
        </pc:spChg>
        <pc:picChg chg="add del mod">
          <ac:chgData name="苏 宇鹏" userId="f8155d837c865e1b" providerId="LiveId" clId="{BC131E0F-BC64-44CB-ADE4-58C7EB5B3FEC}" dt="2022-10-30T05:14:33.853" v="2077"/>
          <ac:picMkLst>
            <pc:docMk/>
            <pc:sldMk cId="2963208960" sldId="395"/>
            <ac:picMk id="3" creationId="{96BA68B5-7328-7052-ED63-B894AD20B92E}"/>
          </ac:picMkLst>
        </pc:picChg>
      </pc:sldChg>
      <pc:sldChg chg="addSp modSp add mod modAnim">
        <pc:chgData name="苏 宇鹏" userId="f8155d837c865e1b" providerId="LiveId" clId="{BC131E0F-BC64-44CB-ADE4-58C7EB5B3FEC}" dt="2022-10-30T06:07:44.946" v="3340"/>
        <pc:sldMkLst>
          <pc:docMk/>
          <pc:sldMk cId="2354304894" sldId="396"/>
        </pc:sldMkLst>
        <pc:spChg chg="mod">
          <ac:chgData name="苏 宇鹏" userId="f8155d837c865e1b" providerId="LiveId" clId="{BC131E0F-BC64-44CB-ADE4-58C7EB5B3FEC}" dt="2022-10-30T02:40:15.343" v="831" actId="20577"/>
          <ac:spMkLst>
            <pc:docMk/>
            <pc:sldMk cId="2354304894" sldId="396"/>
            <ac:spMk id="3" creationId="{EE294173-36E1-BF1C-5983-6AB333301757}"/>
          </ac:spMkLst>
        </pc:spChg>
        <pc:spChg chg="mod">
          <ac:chgData name="苏 宇鹏" userId="f8155d837c865e1b" providerId="LiveId" clId="{BC131E0F-BC64-44CB-ADE4-58C7EB5B3FEC}" dt="2022-10-30T02:27:51.364" v="204" actId="20577"/>
          <ac:spMkLst>
            <pc:docMk/>
            <pc:sldMk cId="2354304894" sldId="396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2:29:02.943" v="282" actId="1076"/>
          <ac:spMkLst>
            <pc:docMk/>
            <pc:sldMk cId="2354304894" sldId="396"/>
            <ac:spMk id="8" creationId="{6F4B7257-FE4E-79CC-E69F-50DD9E53F58E}"/>
          </ac:spMkLst>
        </pc:spChg>
        <pc:spChg chg="add mod">
          <ac:chgData name="苏 宇鹏" userId="f8155d837c865e1b" providerId="LiveId" clId="{BC131E0F-BC64-44CB-ADE4-58C7EB5B3FEC}" dt="2022-10-30T02:28:57.489" v="281" actId="1076"/>
          <ac:spMkLst>
            <pc:docMk/>
            <pc:sldMk cId="2354304894" sldId="396"/>
            <ac:spMk id="9" creationId="{3EE2D4CA-CD0F-E419-F15A-161643C61944}"/>
          </ac:spMkLst>
        </pc:spChg>
        <pc:picChg chg="add mod">
          <ac:chgData name="苏 宇鹏" userId="f8155d837c865e1b" providerId="LiveId" clId="{BC131E0F-BC64-44CB-ADE4-58C7EB5B3FEC}" dt="2022-10-30T02:28:09.630" v="209" actId="1076"/>
          <ac:picMkLst>
            <pc:docMk/>
            <pc:sldMk cId="2354304894" sldId="396"/>
            <ac:picMk id="6" creationId="{E01DBD6A-A659-ABD9-9CF1-6145F75B219C}"/>
          </ac:picMkLst>
        </pc:picChg>
      </pc:sldChg>
      <pc:sldChg chg="addSp modSp add mod modAnim">
        <pc:chgData name="苏 宇鹏" userId="f8155d837c865e1b" providerId="LiveId" clId="{BC131E0F-BC64-44CB-ADE4-58C7EB5B3FEC}" dt="2022-10-30T06:07:47.401" v="3341"/>
        <pc:sldMkLst>
          <pc:docMk/>
          <pc:sldMk cId="2739730264" sldId="397"/>
        </pc:sldMkLst>
        <pc:spChg chg="mod">
          <ac:chgData name="苏 宇鹏" userId="f8155d837c865e1b" providerId="LiveId" clId="{BC131E0F-BC64-44CB-ADE4-58C7EB5B3FEC}" dt="2022-10-30T02:40:22.455" v="835" actId="20577"/>
          <ac:spMkLst>
            <pc:docMk/>
            <pc:sldMk cId="2739730264" sldId="397"/>
            <ac:spMk id="3" creationId="{EE294173-36E1-BF1C-5983-6AB333301757}"/>
          </ac:spMkLst>
        </pc:spChg>
        <pc:spChg chg="mod">
          <ac:chgData name="苏 宇鹏" userId="f8155d837c865e1b" providerId="LiveId" clId="{BC131E0F-BC64-44CB-ADE4-58C7EB5B3FEC}" dt="2022-10-30T02:29:26.708" v="311" actId="20577"/>
          <ac:spMkLst>
            <pc:docMk/>
            <pc:sldMk cId="2739730264" sldId="397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2:30:35.087" v="352" actId="1076"/>
          <ac:spMkLst>
            <pc:docMk/>
            <pc:sldMk cId="2739730264" sldId="397"/>
            <ac:spMk id="8" creationId="{C1B84DC7-8FC7-8905-C161-2290685D0BC5}"/>
          </ac:spMkLst>
        </pc:spChg>
        <pc:picChg chg="add mod">
          <ac:chgData name="苏 宇鹏" userId="f8155d837c865e1b" providerId="LiveId" clId="{BC131E0F-BC64-44CB-ADE4-58C7EB5B3FEC}" dt="2022-10-30T02:30:04.271" v="317" actId="1076"/>
          <ac:picMkLst>
            <pc:docMk/>
            <pc:sldMk cId="2739730264" sldId="397"/>
            <ac:picMk id="6" creationId="{0869F4CE-51D3-A8BC-A710-6098998B0E96}"/>
          </ac:picMkLst>
        </pc:picChg>
      </pc:sldChg>
      <pc:sldChg chg="addSp modSp add mod modAnim">
        <pc:chgData name="苏 宇鹏" userId="f8155d837c865e1b" providerId="LiveId" clId="{BC131E0F-BC64-44CB-ADE4-58C7EB5B3FEC}" dt="2022-10-30T06:07:49.564" v="3342"/>
        <pc:sldMkLst>
          <pc:docMk/>
          <pc:sldMk cId="2487556571" sldId="398"/>
        </pc:sldMkLst>
        <pc:spChg chg="mod">
          <ac:chgData name="苏 宇鹏" userId="f8155d837c865e1b" providerId="LiveId" clId="{BC131E0F-BC64-44CB-ADE4-58C7EB5B3FEC}" dt="2022-10-30T02:40:46.534" v="848"/>
          <ac:spMkLst>
            <pc:docMk/>
            <pc:sldMk cId="2487556571" sldId="398"/>
            <ac:spMk id="3" creationId="{EE294173-36E1-BF1C-5983-6AB333301757}"/>
          </ac:spMkLst>
        </pc:spChg>
        <pc:spChg chg="mod">
          <ac:chgData name="苏 宇鹏" userId="f8155d837c865e1b" providerId="LiveId" clId="{BC131E0F-BC64-44CB-ADE4-58C7EB5B3FEC}" dt="2022-10-30T02:30:57.827" v="374" actId="20577"/>
          <ac:spMkLst>
            <pc:docMk/>
            <pc:sldMk cId="2487556571" sldId="398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2:32:57.540" v="456" actId="1076"/>
          <ac:spMkLst>
            <pc:docMk/>
            <pc:sldMk cId="2487556571" sldId="398"/>
            <ac:spMk id="8" creationId="{4DAEA2AA-D58F-EF8C-AD06-3194C17D2DF8}"/>
          </ac:spMkLst>
        </pc:spChg>
        <pc:picChg chg="add mod modCrop">
          <ac:chgData name="苏 宇鹏" userId="f8155d837c865e1b" providerId="LiveId" clId="{BC131E0F-BC64-44CB-ADE4-58C7EB5B3FEC}" dt="2022-10-30T02:32:24.933" v="391" actId="1076"/>
          <ac:picMkLst>
            <pc:docMk/>
            <pc:sldMk cId="2487556571" sldId="398"/>
            <ac:picMk id="6" creationId="{05740DFD-FA73-48F8-4BBA-048C08F2326D}"/>
          </ac:picMkLst>
        </pc:picChg>
      </pc:sldChg>
      <pc:sldChg chg="addSp modSp add mod modAnim">
        <pc:chgData name="苏 宇鹏" userId="f8155d837c865e1b" providerId="LiveId" clId="{BC131E0F-BC64-44CB-ADE4-58C7EB5B3FEC}" dt="2022-10-30T06:08:01.610" v="3346"/>
        <pc:sldMkLst>
          <pc:docMk/>
          <pc:sldMk cId="959045278" sldId="399"/>
        </pc:sldMkLst>
        <pc:spChg chg="add mod">
          <ac:chgData name="苏 宇鹏" userId="f8155d837c865e1b" providerId="LiveId" clId="{BC131E0F-BC64-44CB-ADE4-58C7EB5B3FEC}" dt="2022-10-30T02:44:47.508" v="1170" actId="1076"/>
          <ac:spMkLst>
            <pc:docMk/>
            <pc:sldMk cId="959045278" sldId="399"/>
            <ac:spMk id="2" creationId="{644B45EF-E7B5-85C4-601F-8CA4A9835776}"/>
          </ac:spMkLst>
        </pc:spChg>
        <pc:spChg chg="mod">
          <ac:chgData name="苏 宇鹏" userId="f8155d837c865e1b" providerId="LiveId" clId="{BC131E0F-BC64-44CB-ADE4-58C7EB5B3FEC}" dt="2022-10-30T02:44:03.548" v="1099" actId="20577"/>
          <ac:spMkLst>
            <pc:docMk/>
            <pc:sldMk cId="959045278" sldId="399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2:44:56.631" v="1175" actId="1076"/>
          <ac:picMkLst>
            <pc:docMk/>
            <pc:sldMk cId="959045278" sldId="399"/>
            <ac:picMk id="8" creationId="{F17E3DE3-C7F3-FA5F-D29D-3778EBD183CE}"/>
          </ac:picMkLst>
        </pc:picChg>
      </pc:sldChg>
      <pc:sldChg chg="addSp modSp add mod modAnim">
        <pc:chgData name="苏 宇鹏" userId="f8155d837c865e1b" providerId="LiveId" clId="{BC131E0F-BC64-44CB-ADE4-58C7EB5B3FEC}" dt="2022-10-30T06:08:04.790" v="3347"/>
        <pc:sldMkLst>
          <pc:docMk/>
          <pc:sldMk cId="1971049893" sldId="400"/>
        </pc:sldMkLst>
        <pc:spChg chg="mod">
          <ac:chgData name="苏 宇鹏" userId="f8155d837c865e1b" providerId="LiveId" clId="{BC131E0F-BC64-44CB-ADE4-58C7EB5B3FEC}" dt="2022-10-30T02:45:18.228" v="1220" actId="20577"/>
          <ac:spMkLst>
            <pc:docMk/>
            <pc:sldMk cId="1971049893" sldId="400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2:47:04.734" v="1354" actId="1076"/>
          <ac:spMkLst>
            <pc:docMk/>
            <pc:sldMk cId="1971049893" sldId="400"/>
            <ac:spMk id="10" creationId="{DB40802A-F0CF-A89D-304F-D786C7218878}"/>
          </ac:spMkLst>
        </pc:spChg>
        <pc:picChg chg="add mod">
          <ac:chgData name="苏 宇鹏" userId="f8155d837c865e1b" providerId="LiveId" clId="{BC131E0F-BC64-44CB-ADE4-58C7EB5B3FEC}" dt="2022-10-30T02:46:12.429" v="1230" actId="1076"/>
          <ac:picMkLst>
            <pc:docMk/>
            <pc:sldMk cId="1971049893" sldId="400"/>
            <ac:picMk id="6" creationId="{83B600AC-22B4-0591-193F-E41B69BDC4AE}"/>
          </ac:picMkLst>
        </pc:picChg>
        <pc:picChg chg="add mod">
          <ac:chgData name="苏 宇鹏" userId="f8155d837c865e1b" providerId="LiveId" clId="{BC131E0F-BC64-44CB-ADE4-58C7EB5B3FEC}" dt="2022-10-30T02:46:15.950" v="1232" actId="14100"/>
          <ac:picMkLst>
            <pc:docMk/>
            <pc:sldMk cId="1971049893" sldId="400"/>
            <ac:picMk id="9" creationId="{396FC2C0-E9D5-948D-FB25-3414CD73471F}"/>
          </ac:picMkLst>
        </pc:picChg>
      </pc:sldChg>
      <pc:sldChg chg="addSp modSp add mod">
        <pc:chgData name="苏 宇鹏" userId="f8155d837c865e1b" providerId="LiveId" clId="{BC131E0F-BC64-44CB-ADE4-58C7EB5B3FEC}" dt="2022-10-30T03:49:29.659" v="1366" actId="1076"/>
        <pc:sldMkLst>
          <pc:docMk/>
          <pc:sldMk cId="1406761693" sldId="401"/>
        </pc:sldMkLst>
        <pc:spChg chg="mod">
          <ac:chgData name="苏 宇鹏" userId="f8155d837c865e1b" providerId="LiveId" clId="{BC131E0F-BC64-44CB-ADE4-58C7EB5B3FEC}" dt="2022-10-30T02:47:17.036" v="1361" actId="20577"/>
          <ac:spMkLst>
            <pc:docMk/>
            <pc:sldMk cId="1406761693" sldId="401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3:49:29.659" v="1366" actId="1076"/>
          <ac:picMkLst>
            <pc:docMk/>
            <pc:sldMk cId="1406761693" sldId="401"/>
            <ac:picMk id="6" creationId="{2B8D739F-AEC4-D174-3355-D1A91E343EE3}"/>
          </ac:picMkLst>
        </pc:picChg>
      </pc:sldChg>
      <pc:sldChg chg="addSp modSp add mod modAnim">
        <pc:chgData name="苏 宇鹏" userId="f8155d837c865e1b" providerId="LiveId" clId="{BC131E0F-BC64-44CB-ADE4-58C7EB5B3FEC}" dt="2022-10-30T06:08:10.889" v="3348"/>
        <pc:sldMkLst>
          <pc:docMk/>
          <pc:sldMk cId="4055971015" sldId="402"/>
        </pc:sldMkLst>
        <pc:spChg chg="mod">
          <ac:chgData name="苏 宇鹏" userId="f8155d837c865e1b" providerId="LiveId" clId="{BC131E0F-BC64-44CB-ADE4-58C7EB5B3FEC}" dt="2022-10-30T03:52:29.020" v="1386" actId="20577"/>
          <ac:spMkLst>
            <pc:docMk/>
            <pc:sldMk cId="4055971015" sldId="402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3:58:39.357" v="1460" actId="1076"/>
          <ac:spMkLst>
            <pc:docMk/>
            <pc:sldMk cId="4055971015" sldId="402"/>
            <ac:spMk id="8" creationId="{7A3E0652-B9AB-AB7B-4416-66744B7759CC}"/>
          </ac:spMkLst>
        </pc:spChg>
        <pc:picChg chg="add mod">
          <ac:chgData name="苏 宇鹏" userId="f8155d837c865e1b" providerId="LiveId" clId="{BC131E0F-BC64-44CB-ADE4-58C7EB5B3FEC}" dt="2022-10-30T03:54:46.606" v="1391" actId="1076"/>
          <ac:picMkLst>
            <pc:docMk/>
            <pc:sldMk cId="4055971015" sldId="402"/>
            <ac:picMk id="6" creationId="{A0CD726E-D654-03D6-F5A9-38ADD5A16BF0}"/>
          </ac:picMkLst>
        </pc:picChg>
      </pc:sldChg>
      <pc:sldChg chg="addSp modSp add mod modAnim">
        <pc:chgData name="苏 宇鹏" userId="f8155d837c865e1b" providerId="LiveId" clId="{BC131E0F-BC64-44CB-ADE4-58C7EB5B3FEC}" dt="2022-10-30T06:08:13.663" v="3349"/>
        <pc:sldMkLst>
          <pc:docMk/>
          <pc:sldMk cId="4149230889" sldId="403"/>
        </pc:sldMkLst>
        <pc:spChg chg="mod">
          <ac:chgData name="苏 宇鹏" userId="f8155d837c865e1b" providerId="LiveId" clId="{BC131E0F-BC64-44CB-ADE4-58C7EB5B3FEC}" dt="2022-10-30T03:57:00.929" v="1451" actId="20577"/>
          <ac:spMkLst>
            <pc:docMk/>
            <pc:sldMk cId="4149230889" sldId="403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3:59:18.922" v="1537" actId="1076"/>
          <ac:spMkLst>
            <pc:docMk/>
            <pc:sldMk cId="4149230889" sldId="403"/>
            <ac:spMk id="8" creationId="{DCC69230-5C53-C942-0B08-3ADDEC392E57}"/>
          </ac:spMkLst>
        </pc:spChg>
        <pc:picChg chg="add mod modCrop">
          <ac:chgData name="苏 宇鹏" userId="f8155d837c865e1b" providerId="LiveId" clId="{BC131E0F-BC64-44CB-ADE4-58C7EB5B3FEC}" dt="2022-10-30T03:58:13.228" v="1459" actId="1076"/>
          <ac:picMkLst>
            <pc:docMk/>
            <pc:sldMk cId="4149230889" sldId="403"/>
            <ac:picMk id="6" creationId="{F40E8E87-C1FA-DFD4-210B-FF8AF33AA22C}"/>
          </ac:picMkLst>
        </pc:picChg>
      </pc:sldChg>
      <pc:sldChg chg="addSp modSp add mod">
        <pc:chgData name="苏 宇鹏" userId="f8155d837c865e1b" providerId="LiveId" clId="{BC131E0F-BC64-44CB-ADE4-58C7EB5B3FEC}" dt="2022-10-30T04:01:01.527" v="1560" actId="1076"/>
        <pc:sldMkLst>
          <pc:docMk/>
          <pc:sldMk cId="362688779" sldId="404"/>
        </pc:sldMkLst>
        <pc:spChg chg="mod">
          <ac:chgData name="苏 宇鹏" userId="f8155d837c865e1b" providerId="LiveId" clId="{BC131E0F-BC64-44CB-ADE4-58C7EB5B3FEC}" dt="2022-10-30T04:00:27.255" v="1554" actId="20577"/>
          <ac:spMkLst>
            <pc:docMk/>
            <pc:sldMk cId="362688779" sldId="404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4:01:01.527" v="1560" actId="1076"/>
          <ac:picMkLst>
            <pc:docMk/>
            <pc:sldMk cId="362688779" sldId="404"/>
            <ac:picMk id="6" creationId="{DFEFBF6F-F808-5393-7A61-FF9751432726}"/>
          </ac:picMkLst>
        </pc:picChg>
      </pc:sldChg>
      <pc:sldChg chg="addSp modSp add mod">
        <pc:chgData name="苏 宇鹏" userId="f8155d837c865e1b" providerId="LiveId" clId="{BC131E0F-BC64-44CB-ADE4-58C7EB5B3FEC}" dt="2022-10-30T04:01:38.246" v="1590" actId="1076"/>
        <pc:sldMkLst>
          <pc:docMk/>
          <pc:sldMk cId="3993579558" sldId="405"/>
        </pc:sldMkLst>
        <pc:spChg chg="mod">
          <ac:chgData name="苏 宇鹏" userId="f8155d837c865e1b" providerId="LiveId" clId="{BC131E0F-BC64-44CB-ADE4-58C7EB5B3FEC}" dt="2022-10-30T04:01:12.948" v="1581" actId="20577"/>
          <ac:spMkLst>
            <pc:docMk/>
            <pc:sldMk cId="3993579558" sldId="405"/>
            <ac:spMk id="7" creationId="{FA6E4A8B-B893-5DA2-9C1D-CEB2A50B3C36}"/>
          </ac:spMkLst>
        </pc:spChg>
        <pc:picChg chg="add mod modCrop">
          <ac:chgData name="苏 宇鹏" userId="f8155d837c865e1b" providerId="LiveId" clId="{BC131E0F-BC64-44CB-ADE4-58C7EB5B3FEC}" dt="2022-10-30T04:01:38.246" v="1590" actId="1076"/>
          <ac:picMkLst>
            <pc:docMk/>
            <pc:sldMk cId="3993579558" sldId="405"/>
            <ac:picMk id="6" creationId="{643E9F67-A7AF-937E-0B56-66A5906C8F4F}"/>
          </ac:picMkLst>
        </pc:picChg>
      </pc:sldChg>
      <pc:sldChg chg="addSp modSp add mod modAnim">
        <pc:chgData name="苏 宇鹏" userId="f8155d837c865e1b" providerId="LiveId" clId="{BC131E0F-BC64-44CB-ADE4-58C7EB5B3FEC}" dt="2022-10-30T06:08:23.060" v="3351"/>
        <pc:sldMkLst>
          <pc:docMk/>
          <pc:sldMk cId="2452992390" sldId="406"/>
        </pc:sldMkLst>
        <pc:spChg chg="add mod">
          <ac:chgData name="苏 宇鹏" userId="f8155d837c865e1b" providerId="LiveId" clId="{BC131E0F-BC64-44CB-ADE4-58C7EB5B3FEC}" dt="2022-10-30T04:06:48.542" v="1815" actId="1076"/>
          <ac:spMkLst>
            <pc:docMk/>
            <pc:sldMk cId="2452992390" sldId="406"/>
            <ac:spMk id="2" creationId="{776619F2-3448-2BCD-CF00-7175E95A72D1}"/>
          </ac:spMkLst>
        </pc:spChg>
        <pc:spChg chg="mod">
          <ac:chgData name="苏 宇鹏" userId="f8155d837c865e1b" providerId="LiveId" clId="{BC131E0F-BC64-44CB-ADE4-58C7EB5B3FEC}" dt="2022-10-30T04:01:58.440" v="1613" actId="20577"/>
          <ac:spMkLst>
            <pc:docMk/>
            <pc:sldMk cId="2452992390" sldId="406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4:06:44.076" v="1813" actId="1076"/>
          <ac:spMkLst>
            <pc:docMk/>
            <pc:sldMk cId="2452992390" sldId="406"/>
            <ac:spMk id="9" creationId="{67588FDA-8361-DAF4-A2F8-10E3C7324EE5}"/>
          </ac:spMkLst>
        </pc:spChg>
        <pc:picChg chg="add mod">
          <ac:chgData name="苏 宇鹏" userId="f8155d837c865e1b" providerId="LiveId" clId="{BC131E0F-BC64-44CB-ADE4-58C7EB5B3FEC}" dt="2022-10-30T04:05:05.733" v="1660" actId="1076"/>
          <ac:picMkLst>
            <pc:docMk/>
            <pc:sldMk cId="2452992390" sldId="406"/>
            <ac:picMk id="8" creationId="{77DD1935-0300-F6AB-D92C-E7C284D71867}"/>
          </ac:picMkLst>
        </pc:picChg>
      </pc:sldChg>
      <pc:sldChg chg="addSp modSp add mod modAnim">
        <pc:chgData name="苏 宇鹏" userId="f8155d837c865e1b" providerId="LiveId" clId="{BC131E0F-BC64-44CB-ADE4-58C7EB5B3FEC}" dt="2022-10-30T06:08:26.356" v="3352"/>
        <pc:sldMkLst>
          <pc:docMk/>
          <pc:sldMk cId="2943525438" sldId="407"/>
        </pc:sldMkLst>
        <pc:spChg chg="mod">
          <ac:chgData name="苏 宇鹏" userId="f8155d837c865e1b" providerId="LiveId" clId="{BC131E0F-BC64-44CB-ADE4-58C7EB5B3FEC}" dt="2022-10-30T04:07:09.792" v="1853" actId="20577"/>
          <ac:spMkLst>
            <pc:docMk/>
            <pc:sldMk cId="2943525438" sldId="407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4:12:14.231" v="1915" actId="1076"/>
          <ac:spMkLst>
            <pc:docMk/>
            <pc:sldMk cId="2943525438" sldId="407"/>
            <ac:spMk id="10" creationId="{E0B946EB-D492-FF04-72F0-803824B414D9}"/>
          </ac:spMkLst>
        </pc:spChg>
        <pc:picChg chg="add mod">
          <ac:chgData name="苏 宇鹏" userId="f8155d837c865e1b" providerId="LiveId" clId="{BC131E0F-BC64-44CB-ADE4-58C7EB5B3FEC}" dt="2022-10-30T04:08:20.035" v="1860" actId="1076"/>
          <ac:picMkLst>
            <pc:docMk/>
            <pc:sldMk cId="2943525438" sldId="407"/>
            <ac:picMk id="6" creationId="{2DAB3269-BE0D-BFEE-9878-7F852B5D7C7C}"/>
          </ac:picMkLst>
        </pc:picChg>
        <pc:picChg chg="add mod modCrop">
          <ac:chgData name="苏 宇鹏" userId="f8155d837c865e1b" providerId="LiveId" clId="{BC131E0F-BC64-44CB-ADE4-58C7EB5B3FEC}" dt="2022-10-30T04:08:43.533" v="1866" actId="732"/>
          <ac:picMkLst>
            <pc:docMk/>
            <pc:sldMk cId="2943525438" sldId="407"/>
            <ac:picMk id="9" creationId="{C5F27434-B245-0386-2E64-CE06A78626F0}"/>
          </ac:picMkLst>
        </pc:picChg>
      </pc:sldChg>
      <pc:sldChg chg="addSp delSp modSp add mod modAnim">
        <pc:chgData name="苏 宇鹏" userId="f8155d837c865e1b" providerId="LiveId" clId="{BC131E0F-BC64-44CB-ADE4-58C7EB5B3FEC}" dt="2022-10-30T06:08:31.579" v="3353"/>
        <pc:sldMkLst>
          <pc:docMk/>
          <pc:sldMk cId="3493113603" sldId="408"/>
        </pc:sldMkLst>
        <pc:spChg chg="add del mod">
          <ac:chgData name="苏 宇鹏" userId="f8155d837c865e1b" providerId="LiveId" clId="{BC131E0F-BC64-44CB-ADE4-58C7EB5B3FEC}" dt="2022-10-30T04:12:21.140" v="1919"/>
          <ac:spMkLst>
            <pc:docMk/>
            <pc:sldMk cId="3493113603" sldId="408"/>
            <ac:spMk id="2" creationId="{3B352C75-DD98-CE2A-7A13-B8329E9D8163}"/>
          </ac:spMkLst>
        </pc:spChg>
        <pc:spChg chg="add del mod">
          <ac:chgData name="苏 宇鹏" userId="f8155d837c865e1b" providerId="LiveId" clId="{BC131E0F-BC64-44CB-ADE4-58C7EB5B3FEC}" dt="2022-10-30T04:12:20.982" v="1918"/>
          <ac:spMkLst>
            <pc:docMk/>
            <pc:sldMk cId="3493113603" sldId="408"/>
            <ac:spMk id="6" creationId="{1D284A3A-A677-6AD1-3941-BF34A9A66244}"/>
          </ac:spMkLst>
        </pc:spChg>
        <pc:spChg chg="mod">
          <ac:chgData name="苏 宇鹏" userId="f8155d837c865e1b" providerId="LiveId" clId="{BC131E0F-BC64-44CB-ADE4-58C7EB5B3FEC}" dt="2022-10-30T04:12:39.029" v="1943" actId="20577"/>
          <ac:spMkLst>
            <pc:docMk/>
            <pc:sldMk cId="3493113603" sldId="408"/>
            <ac:spMk id="7" creationId="{FA6E4A8B-B893-5DA2-9C1D-CEB2A50B3C36}"/>
          </ac:spMkLst>
        </pc:spChg>
        <pc:picChg chg="add mod modCrop">
          <ac:chgData name="苏 宇鹏" userId="f8155d837c865e1b" providerId="LiveId" clId="{BC131E0F-BC64-44CB-ADE4-58C7EB5B3FEC}" dt="2022-10-30T05:01:13.922" v="1968" actId="1076"/>
          <ac:picMkLst>
            <pc:docMk/>
            <pc:sldMk cId="3493113603" sldId="408"/>
            <ac:picMk id="9" creationId="{0609E1BA-0AB8-AA84-B9BC-8A93917EAB6E}"/>
          </ac:picMkLst>
        </pc:picChg>
        <pc:picChg chg="add mod">
          <ac:chgData name="苏 宇鹏" userId="f8155d837c865e1b" providerId="LiveId" clId="{BC131E0F-BC64-44CB-ADE4-58C7EB5B3FEC}" dt="2022-10-30T05:01:16.868" v="1972" actId="1076"/>
          <ac:picMkLst>
            <pc:docMk/>
            <pc:sldMk cId="3493113603" sldId="408"/>
            <ac:picMk id="11" creationId="{AEAFB562-0D75-344C-4A72-F93151DBA128}"/>
          </ac:picMkLst>
        </pc:picChg>
      </pc:sldChg>
      <pc:sldChg chg="addSp modSp add mod modAnim">
        <pc:chgData name="苏 宇鹏" userId="f8155d837c865e1b" providerId="LiveId" clId="{BC131E0F-BC64-44CB-ADE4-58C7EB5B3FEC}" dt="2022-10-30T06:08:34.194" v="3354"/>
        <pc:sldMkLst>
          <pc:docMk/>
          <pc:sldMk cId="1775622756" sldId="409"/>
        </pc:sldMkLst>
        <pc:spChg chg="mod">
          <ac:chgData name="苏 宇鹏" userId="f8155d837c865e1b" providerId="LiveId" clId="{BC131E0F-BC64-44CB-ADE4-58C7EB5B3FEC}" dt="2022-10-30T05:00:19.834" v="1967" actId="20577"/>
          <ac:spMkLst>
            <pc:docMk/>
            <pc:sldMk cId="1775622756" sldId="409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5:02:38.035" v="2036" actId="1076"/>
          <ac:spMkLst>
            <pc:docMk/>
            <pc:sldMk cId="1775622756" sldId="409"/>
            <ac:spMk id="10" creationId="{EC4D944B-73AD-3555-9A29-D914A8DB682B}"/>
          </ac:spMkLst>
        </pc:spChg>
        <pc:picChg chg="add mod">
          <ac:chgData name="苏 宇鹏" userId="f8155d837c865e1b" providerId="LiveId" clId="{BC131E0F-BC64-44CB-ADE4-58C7EB5B3FEC}" dt="2022-10-30T05:02:40.619" v="2038" actId="1076"/>
          <ac:picMkLst>
            <pc:docMk/>
            <pc:sldMk cId="1775622756" sldId="409"/>
            <ac:picMk id="6" creationId="{2A28351C-3EE7-623F-2095-8E2E9F824926}"/>
          </ac:picMkLst>
        </pc:picChg>
        <pc:picChg chg="add mod">
          <ac:chgData name="苏 宇鹏" userId="f8155d837c865e1b" providerId="LiveId" clId="{BC131E0F-BC64-44CB-ADE4-58C7EB5B3FEC}" dt="2022-10-30T05:02:00.085" v="1982" actId="1076"/>
          <ac:picMkLst>
            <pc:docMk/>
            <pc:sldMk cId="1775622756" sldId="409"/>
            <ac:picMk id="9" creationId="{878ADE41-A672-9751-A1D9-21A4FF45D02F}"/>
          </ac:picMkLst>
        </pc:picChg>
      </pc:sldChg>
      <pc:sldChg chg="addSp modSp add mod">
        <pc:chgData name="苏 宇鹏" userId="f8155d837c865e1b" providerId="LiveId" clId="{BC131E0F-BC64-44CB-ADE4-58C7EB5B3FEC}" dt="2022-10-30T05:09:27.272" v="2044" actId="1076"/>
        <pc:sldMkLst>
          <pc:docMk/>
          <pc:sldMk cId="282070468" sldId="410"/>
        </pc:sldMkLst>
        <pc:picChg chg="add mod">
          <ac:chgData name="苏 宇鹏" userId="f8155d837c865e1b" providerId="LiveId" clId="{BC131E0F-BC64-44CB-ADE4-58C7EB5B3FEC}" dt="2022-10-30T05:09:27.272" v="2044" actId="1076"/>
          <ac:picMkLst>
            <pc:docMk/>
            <pc:sldMk cId="282070468" sldId="410"/>
            <ac:picMk id="6" creationId="{3B87D8FF-7A50-4BE2-C7BF-75FE7014E9DE}"/>
          </ac:picMkLst>
        </pc:picChg>
      </pc:sldChg>
      <pc:sldChg chg="addSp modSp add mod">
        <pc:chgData name="苏 宇鹏" userId="f8155d837c865e1b" providerId="LiveId" clId="{BC131E0F-BC64-44CB-ADE4-58C7EB5B3FEC}" dt="2022-10-30T05:10:09.338" v="2060" actId="14100"/>
        <pc:sldMkLst>
          <pc:docMk/>
          <pc:sldMk cId="2697393807" sldId="411"/>
        </pc:sldMkLst>
        <pc:picChg chg="add mod">
          <ac:chgData name="苏 宇鹏" userId="f8155d837c865e1b" providerId="LiveId" clId="{BC131E0F-BC64-44CB-ADE4-58C7EB5B3FEC}" dt="2022-10-30T05:09:56.760" v="2056" actId="1076"/>
          <ac:picMkLst>
            <pc:docMk/>
            <pc:sldMk cId="2697393807" sldId="411"/>
            <ac:picMk id="6" creationId="{CC06CCB4-2C62-1835-D9D4-3C4913146099}"/>
          </ac:picMkLst>
        </pc:picChg>
        <pc:picChg chg="add mod">
          <ac:chgData name="苏 宇鹏" userId="f8155d837c865e1b" providerId="LiveId" clId="{BC131E0F-BC64-44CB-ADE4-58C7EB5B3FEC}" dt="2022-10-30T05:10:09.338" v="2060" actId="14100"/>
          <ac:picMkLst>
            <pc:docMk/>
            <pc:sldMk cId="2697393807" sldId="411"/>
            <ac:picMk id="8" creationId="{D4E50CA6-FC9C-F280-75C6-F7FC2CE992B5}"/>
          </ac:picMkLst>
        </pc:picChg>
      </pc:sldChg>
      <pc:sldChg chg="addSp delSp modSp add mod">
        <pc:chgData name="苏 宇鹏" userId="f8155d837c865e1b" providerId="LiveId" clId="{BC131E0F-BC64-44CB-ADE4-58C7EB5B3FEC}" dt="2022-10-30T05:10:51.376" v="2066" actId="1076"/>
        <pc:sldMkLst>
          <pc:docMk/>
          <pc:sldMk cId="3322021530" sldId="412"/>
        </pc:sldMkLst>
        <pc:picChg chg="add del mod">
          <ac:chgData name="苏 宇鹏" userId="f8155d837c865e1b" providerId="LiveId" clId="{BC131E0F-BC64-44CB-ADE4-58C7EB5B3FEC}" dt="2022-10-30T05:10:01.085" v="2057" actId="21"/>
          <ac:picMkLst>
            <pc:docMk/>
            <pc:sldMk cId="3322021530" sldId="412"/>
            <ac:picMk id="6" creationId="{21B57730-C70A-9F87-EFA5-35F952E4FA03}"/>
          </ac:picMkLst>
        </pc:picChg>
        <pc:picChg chg="add mod">
          <ac:chgData name="苏 宇鹏" userId="f8155d837c865e1b" providerId="LiveId" clId="{BC131E0F-BC64-44CB-ADE4-58C7EB5B3FEC}" dt="2022-10-30T05:10:51.376" v="2066" actId="1076"/>
          <ac:picMkLst>
            <pc:docMk/>
            <pc:sldMk cId="3322021530" sldId="412"/>
            <ac:picMk id="9" creationId="{A37F3A65-43B4-CBE3-6967-33EDB24A2894}"/>
          </ac:picMkLst>
        </pc:picChg>
      </pc:sldChg>
      <pc:sldChg chg="addSp modSp add mod">
        <pc:chgData name="苏 宇鹏" userId="f8155d837c865e1b" providerId="LiveId" clId="{BC131E0F-BC64-44CB-ADE4-58C7EB5B3FEC}" dt="2022-10-30T05:11:04.186" v="2070" actId="1076"/>
        <pc:sldMkLst>
          <pc:docMk/>
          <pc:sldMk cId="793279238" sldId="413"/>
        </pc:sldMkLst>
        <pc:picChg chg="add mod">
          <ac:chgData name="苏 宇鹏" userId="f8155d837c865e1b" providerId="LiveId" clId="{BC131E0F-BC64-44CB-ADE4-58C7EB5B3FEC}" dt="2022-10-30T05:11:04.186" v="2070" actId="1076"/>
          <ac:picMkLst>
            <pc:docMk/>
            <pc:sldMk cId="793279238" sldId="413"/>
            <ac:picMk id="6" creationId="{8F8F1344-B06B-880A-C5B8-5E864AD585B8}"/>
          </ac:picMkLst>
        </pc:picChg>
      </pc:sldChg>
      <pc:sldChg chg="addSp modSp add mod">
        <pc:chgData name="苏 宇鹏" userId="f8155d837c865e1b" providerId="LiveId" clId="{BC131E0F-BC64-44CB-ADE4-58C7EB5B3FEC}" dt="2022-10-30T05:11:27.117" v="2075" actId="1076"/>
        <pc:sldMkLst>
          <pc:docMk/>
          <pc:sldMk cId="4272988671" sldId="414"/>
        </pc:sldMkLst>
        <pc:picChg chg="add mod">
          <ac:chgData name="苏 宇鹏" userId="f8155d837c865e1b" providerId="LiveId" clId="{BC131E0F-BC64-44CB-ADE4-58C7EB5B3FEC}" dt="2022-10-30T05:11:27.117" v="2075" actId="1076"/>
          <ac:picMkLst>
            <pc:docMk/>
            <pc:sldMk cId="4272988671" sldId="414"/>
            <ac:picMk id="6" creationId="{5E355473-2915-80AD-495B-A3F637B6C2B6}"/>
          </ac:picMkLst>
        </pc:picChg>
      </pc:sldChg>
      <pc:sldChg chg="addSp delSp modSp add mod modAnim">
        <pc:chgData name="苏 宇鹏" userId="f8155d837c865e1b" providerId="LiveId" clId="{BC131E0F-BC64-44CB-ADE4-58C7EB5B3FEC}" dt="2022-10-30T06:08:46.264" v="3355"/>
        <pc:sldMkLst>
          <pc:docMk/>
          <pc:sldMk cId="4038084878" sldId="415"/>
        </pc:sldMkLst>
        <pc:spChg chg="mod">
          <ac:chgData name="苏 宇鹏" userId="f8155d837c865e1b" providerId="LiveId" clId="{BC131E0F-BC64-44CB-ADE4-58C7EB5B3FEC}" dt="2022-10-30T05:15:09.488" v="2100" actId="20577"/>
          <ac:spMkLst>
            <pc:docMk/>
            <pc:sldMk cId="4038084878" sldId="415"/>
            <ac:spMk id="7" creationId="{FA6E4A8B-B893-5DA2-9C1D-CEB2A50B3C36}"/>
          </ac:spMkLst>
        </pc:spChg>
        <pc:picChg chg="add del mod modCrop">
          <ac:chgData name="苏 宇鹏" userId="f8155d837c865e1b" providerId="LiveId" clId="{BC131E0F-BC64-44CB-ADE4-58C7EB5B3FEC}" dt="2022-10-30T05:16:53.773" v="2116" actId="478"/>
          <ac:picMkLst>
            <pc:docMk/>
            <pc:sldMk cId="4038084878" sldId="415"/>
            <ac:picMk id="6" creationId="{A938F049-D98C-799F-2C6C-3A43F56A2091}"/>
          </ac:picMkLst>
        </pc:picChg>
        <pc:picChg chg="add del mod">
          <ac:chgData name="苏 宇鹏" userId="f8155d837c865e1b" providerId="LiveId" clId="{BC131E0F-BC64-44CB-ADE4-58C7EB5B3FEC}" dt="2022-10-30T05:17:05.940" v="2121" actId="478"/>
          <ac:picMkLst>
            <pc:docMk/>
            <pc:sldMk cId="4038084878" sldId="415"/>
            <ac:picMk id="9" creationId="{D24C53D4-3D96-6A94-BF53-4AD57C77DE96}"/>
          </ac:picMkLst>
        </pc:picChg>
        <pc:picChg chg="add mod modCrop">
          <ac:chgData name="苏 宇鹏" userId="f8155d837c865e1b" providerId="LiveId" clId="{BC131E0F-BC64-44CB-ADE4-58C7EB5B3FEC}" dt="2022-10-30T05:18:32.914" v="2135" actId="1076"/>
          <ac:picMkLst>
            <pc:docMk/>
            <pc:sldMk cId="4038084878" sldId="415"/>
            <ac:picMk id="11" creationId="{BB1FA12F-C4B6-6D44-F120-481ED181F921}"/>
          </ac:picMkLst>
        </pc:picChg>
        <pc:picChg chg="add mod">
          <ac:chgData name="苏 宇鹏" userId="f8155d837c865e1b" providerId="LiveId" clId="{BC131E0F-BC64-44CB-ADE4-58C7EB5B3FEC}" dt="2022-10-30T05:18:36.089" v="2136" actId="1076"/>
          <ac:picMkLst>
            <pc:docMk/>
            <pc:sldMk cId="4038084878" sldId="415"/>
            <ac:picMk id="13" creationId="{3069615B-5CD9-6D2E-AAF9-D4AF70992081}"/>
          </ac:picMkLst>
        </pc:picChg>
      </pc:sldChg>
      <pc:sldChg chg="addSp delSp modSp add mod modAnim">
        <pc:chgData name="苏 宇鹏" userId="f8155d837c865e1b" providerId="LiveId" clId="{BC131E0F-BC64-44CB-ADE4-58C7EB5B3FEC}" dt="2022-10-30T06:08:56.688" v="3358"/>
        <pc:sldMkLst>
          <pc:docMk/>
          <pc:sldMk cId="1703461692" sldId="416"/>
        </pc:sldMkLst>
        <pc:spChg chg="mod">
          <ac:chgData name="苏 宇鹏" userId="f8155d837c865e1b" providerId="LiveId" clId="{BC131E0F-BC64-44CB-ADE4-58C7EB5B3FEC}" dt="2022-10-30T05:19:56.913" v="2168" actId="20577"/>
          <ac:spMkLst>
            <pc:docMk/>
            <pc:sldMk cId="1703461692" sldId="416"/>
            <ac:spMk id="7" creationId="{FA6E4A8B-B893-5DA2-9C1D-CEB2A50B3C36}"/>
          </ac:spMkLst>
        </pc:spChg>
        <pc:spChg chg="add del">
          <ac:chgData name="苏 宇鹏" userId="f8155d837c865e1b" providerId="LiveId" clId="{BC131E0F-BC64-44CB-ADE4-58C7EB5B3FEC}" dt="2022-10-30T05:21:36.121" v="2178" actId="22"/>
          <ac:spMkLst>
            <pc:docMk/>
            <pc:sldMk cId="1703461692" sldId="416"/>
            <ac:spMk id="9" creationId="{40CD9F96-C4E2-F3DD-6875-AA7C7E2E978E}"/>
          </ac:spMkLst>
        </pc:spChg>
        <pc:spChg chg="add del mod">
          <ac:chgData name="苏 宇鹏" userId="f8155d837c865e1b" providerId="LiveId" clId="{BC131E0F-BC64-44CB-ADE4-58C7EB5B3FEC}" dt="2022-10-30T05:27:25.289" v="2191"/>
          <ac:spMkLst>
            <pc:docMk/>
            <pc:sldMk cId="1703461692" sldId="416"/>
            <ac:spMk id="12" creationId="{4BF4B907-2B84-8BE8-7697-BC86F5E1EC40}"/>
          </ac:spMkLst>
        </pc:spChg>
        <pc:spChg chg="add mod">
          <ac:chgData name="苏 宇鹏" userId="f8155d837c865e1b" providerId="LiveId" clId="{BC131E0F-BC64-44CB-ADE4-58C7EB5B3FEC}" dt="2022-10-30T05:29:17.327" v="2379" actId="1076"/>
          <ac:spMkLst>
            <pc:docMk/>
            <pc:sldMk cId="1703461692" sldId="416"/>
            <ac:spMk id="13" creationId="{D66F53F1-E52C-E6A0-91BA-897C22A14F79}"/>
          </ac:spMkLst>
        </pc:spChg>
        <pc:spChg chg="add mod">
          <ac:chgData name="苏 宇鹏" userId="f8155d837c865e1b" providerId="LiveId" clId="{BC131E0F-BC64-44CB-ADE4-58C7EB5B3FEC}" dt="2022-10-30T05:30:27.613" v="2462" actId="1076"/>
          <ac:spMkLst>
            <pc:docMk/>
            <pc:sldMk cId="1703461692" sldId="416"/>
            <ac:spMk id="14" creationId="{4ECB0F58-BA6E-50E7-3C75-0ED40F23FB99}"/>
          </ac:spMkLst>
        </pc:spChg>
        <pc:picChg chg="add mod modCrop">
          <ac:chgData name="苏 宇鹏" userId="f8155d837c865e1b" providerId="LiveId" clId="{BC131E0F-BC64-44CB-ADE4-58C7EB5B3FEC}" dt="2022-10-30T05:29:21.491" v="2380" actId="1076"/>
          <ac:picMkLst>
            <pc:docMk/>
            <pc:sldMk cId="1703461692" sldId="416"/>
            <ac:picMk id="6" creationId="{3DF7F1D1-471B-7914-2E2E-9CC7D8AACD53}"/>
          </ac:picMkLst>
        </pc:picChg>
        <pc:picChg chg="add mod">
          <ac:chgData name="苏 宇鹏" userId="f8155d837c865e1b" providerId="LiveId" clId="{BC131E0F-BC64-44CB-ADE4-58C7EB5B3FEC}" dt="2022-10-30T05:27:00.175" v="2182" actId="1076"/>
          <ac:picMkLst>
            <pc:docMk/>
            <pc:sldMk cId="1703461692" sldId="416"/>
            <ac:picMk id="11" creationId="{F3AC989F-B8E5-FCE6-0C2F-A03D304AC417}"/>
          </ac:picMkLst>
        </pc:picChg>
      </pc:sldChg>
      <pc:sldChg chg="addSp modSp add mod modAnim">
        <pc:chgData name="苏 宇鹏" userId="f8155d837c865e1b" providerId="LiveId" clId="{BC131E0F-BC64-44CB-ADE4-58C7EB5B3FEC}" dt="2022-10-30T06:09:00.033" v="3359"/>
        <pc:sldMkLst>
          <pc:docMk/>
          <pc:sldMk cId="3393446558" sldId="417"/>
        </pc:sldMkLst>
        <pc:spChg chg="mod">
          <ac:chgData name="苏 宇鹏" userId="f8155d837c865e1b" providerId="LiveId" clId="{BC131E0F-BC64-44CB-ADE4-58C7EB5B3FEC}" dt="2022-10-30T05:32:22.866" v="2499" actId="20577"/>
          <ac:spMkLst>
            <pc:docMk/>
            <pc:sldMk cId="3393446558" sldId="417"/>
            <ac:spMk id="7" creationId="{FA6E4A8B-B893-5DA2-9C1D-CEB2A50B3C36}"/>
          </ac:spMkLst>
        </pc:spChg>
        <pc:spChg chg="add mod">
          <ac:chgData name="苏 宇鹏" userId="f8155d837c865e1b" providerId="LiveId" clId="{BC131E0F-BC64-44CB-ADE4-58C7EB5B3FEC}" dt="2022-10-30T05:35:15.731" v="2598" actId="1076"/>
          <ac:spMkLst>
            <pc:docMk/>
            <pc:sldMk cId="3393446558" sldId="417"/>
            <ac:spMk id="8" creationId="{9383404C-6253-E765-C04A-C71D4D1A6CF3}"/>
          </ac:spMkLst>
        </pc:spChg>
        <pc:picChg chg="add mod">
          <ac:chgData name="苏 宇鹏" userId="f8155d837c865e1b" providerId="LiveId" clId="{BC131E0F-BC64-44CB-ADE4-58C7EB5B3FEC}" dt="2022-10-30T05:33:32.052" v="2505" actId="1076"/>
          <ac:picMkLst>
            <pc:docMk/>
            <pc:sldMk cId="3393446558" sldId="417"/>
            <ac:picMk id="6" creationId="{ADDFBE69-9FDF-148B-10AF-B73E72843138}"/>
          </ac:picMkLst>
        </pc:picChg>
      </pc:sldChg>
      <pc:sldChg chg="modSp add mod ord">
        <pc:chgData name="苏 宇鹏" userId="f8155d837c865e1b" providerId="LiveId" clId="{BC131E0F-BC64-44CB-ADE4-58C7EB5B3FEC}" dt="2022-10-30T06:04:49.357" v="3337" actId="20577"/>
        <pc:sldMkLst>
          <pc:docMk/>
          <pc:sldMk cId="2835539356" sldId="418"/>
        </pc:sldMkLst>
        <pc:spChg chg="mod">
          <ac:chgData name="苏 宇鹏" userId="f8155d837c865e1b" providerId="LiveId" clId="{BC131E0F-BC64-44CB-ADE4-58C7EB5B3FEC}" dt="2022-10-30T06:04:49.357" v="3337" actId="20577"/>
          <ac:spMkLst>
            <pc:docMk/>
            <pc:sldMk cId="2835539356" sldId="418"/>
            <ac:spMk id="11" creationId="{1F3BCAF4-D11F-4A3D-AB13-4CE6658F4E6E}"/>
          </ac:spMkLst>
        </pc:spChg>
        <pc:spChg chg="mod">
          <ac:chgData name="苏 宇鹏" userId="f8155d837c865e1b" providerId="LiveId" clId="{BC131E0F-BC64-44CB-ADE4-58C7EB5B3FEC}" dt="2022-10-30T05:14:50.997" v="2083" actId="20577"/>
          <ac:spMkLst>
            <pc:docMk/>
            <pc:sldMk cId="2835539356" sldId="418"/>
            <ac:spMk id="12" creationId="{A1D4DCA9-4813-4112-BD9C-4EAA5942E610}"/>
          </ac:spMkLst>
        </pc:spChg>
      </pc:sldChg>
      <pc:sldChg chg="addSp delSp modSp add mod modAnim">
        <pc:chgData name="苏 宇鹏" userId="f8155d837c865e1b" providerId="LiveId" clId="{BC131E0F-BC64-44CB-ADE4-58C7EB5B3FEC}" dt="2022-10-30T06:09:06.312" v="3361"/>
        <pc:sldMkLst>
          <pc:docMk/>
          <pc:sldMk cId="1450253965" sldId="419"/>
        </pc:sldMkLst>
        <pc:spChg chg="mod">
          <ac:chgData name="苏 宇鹏" userId="f8155d837c865e1b" providerId="LiveId" clId="{BC131E0F-BC64-44CB-ADE4-58C7EB5B3FEC}" dt="2022-10-30T05:36:04.199" v="2659" actId="20577"/>
          <ac:spMkLst>
            <pc:docMk/>
            <pc:sldMk cId="1450253965" sldId="419"/>
            <ac:spMk id="7" creationId="{FA6E4A8B-B893-5DA2-9C1D-CEB2A50B3C36}"/>
          </ac:spMkLst>
        </pc:spChg>
        <pc:spChg chg="del">
          <ac:chgData name="苏 宇鹏" userId="f8155d837c865e1b" providerId="LiveId" clId="{BC131E0F-BC64-44CB-ADE4-58C7EB5B3FEC}" dt="2022-10-30T05:35:32.852" v="2613" actId="478"/>
          <ac:spMkLst>
            <pc:docMk/>
            <pc:sldMk cId="1450253965" sldId="419"/>
            <ac:spMk id="8" creationId="{9383404C-6253-E765-C04A-C71D4D1A6CF3}"/>
          </ac:spMkLst>
        </pc:spChg>
        <pc:spChg chg="add mod">
          <ac:chgData name="苏 宇鹏" userId="f8155d837c865e1b" providerId="LiveId" clId="{BC131E0F-BC64-44CB-ADE4-58C7EB5B3FEC}" dt="2022-10-30T05:37:32.726" v="2720" actId="1076"/>
          <ac:spMkLst>
            <pc:docMk/>
            <pc:sldMk cId="1450253965" sldId="419"/>
            <ac:spMk id="10" creationId="{A9273D37-D82F-B6B9-4B9D-EE1DA9D307D7}"/>
          </ac:spMkLst>
        </pc:spChg>
        <pc:picChg chg="del">
          <ac:chgData name="苏 宇鹏" userId="f8155d837c865e1b" providerId="LiveId" clId="{BC131E0F-BC64-44CB-ADE4-58C7EB5B3FEC}" dt="2022-10-30T05:35:31.035" v="2612" actId="478"/>
          <ac:picMkLst>
            <pc:docMk/>
            <pc:sldMk cId="1450253965" sldId="419"/>
            <ac:picMk id="6" creationId="{ADDFBE69-9FDF-148B-10AF-B73E72843138}"/>
          </ac:picMkLst>
        </pc:picChg>
        <pc:picChg chg="add mod">
          <ac:chgData name="苏 宇鹏" userId="f8155d837c865e1b" providerId="LiveId" clId="{BC131E0F-BC64-44CB-ADE4-58C7EB5B3FEC}" dt="2022-10-30T05:36:54.141" v="2665" actId="1076"/>
          <ac:picMkLst>
            <pc:docMk/>
            <pc:sldMk cId="1450253965" sldId="419"/>
            <ac:picMk id="9" creationId="{0F3A7EE0-8DD3-DA3A-0CB2-C645ED3F3A67}"/>
          </ac:picMkLst>
        </pc:picChg>
        <pc:picChg chg="add mod">
          <ac:chgData name="苏 宇鹏" userId="f8155d837c865e1b" providerId="LiveId" clId="{BC131E0F-BC64-44CB-ADE4-58C7EB5B3FEC}" dt="2022-10-30T05:38:38.820" v="2726" actId="1076"/>
          <ac:picMkLst>
            <pc:docMk/>
            <pc:sldMk cId="1450253965" sldId="419"/>
            <ac:picMk id="12" creationId="{2052329E-3020-509B-1A83-B7282C05839F}"/>
          </ac:picMkLst>
        </pc:picChg>
      </pc:sldChg>
      <pc:sldChg chg="add del">
        <pc:chgData name="苏 宇鹏" userId="f8155d837c865e1b" providerId="LiveId" clId="{BC131E0F-BC64-44CB-ADE4-58C7EB5B3FEC}" dt="2022-10-30T05:35:27.893" v="2611"/>
        <pc:sldMkLst>
          <pc:docMk/>
          <pc:sldMk cId="667957979" sldId="420"/>
        </pc:sldMkLst>
      </pc:sldChg>
      <pc:sldChg chg="addSp modSp add mod">
        <pc:chgData name="苏 宇鹏" userId="f8155d837c865e1b" providerId="LiveId" clId="{BC131E0F-BC64-44CB-ADE4-58C7EB5B3FEC}" dt="2022-10-30T05:41:18.296" v="2779" actId="14100"/>
        <pc:sldMkLst>
          <pc:docMk/>
          <pc:sldMk cId="4074947958" sldId="420"/>
        </pc:sldMkLst>
        <pc:spChg chg="mod">
          <ac:chgData name="苏 宇鹏" userId="f8155d837c865e1b" providerId="LiveId" clId="{BC131E0F-BC64-44CB-ADE4-58C7EB5B3FEC}" dt="2022-10-30T05:39:06.248" v="2758" actId="20577"/>
          <ac:spMkLst>
            <pc:docMk/>
            <pc:sldMk cId="4074947958" sldId="420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5:40:29.777" v="2768" actId="1076"/>
          <ac:picMkLst>
            <pc:docMk/>
            <pc:sldMk cId="4074947958" sldId="420"/>
            <ac:picMk id="6" creationId="{AB91B970-2BCC-EA2C-BEE9-6132067B3E60}"/>
          </ac:picMkLst>
        </pc:picChg>
        <pc:picChg chg="add mod">
          <ac:chgData name="苏 宇鹏" userId="f8155d837c865e1b" providerId="LiveId" clId="{BC131E0F-BC64-44CB-ADE4-58C7EB5B3FEC}" dt="2022-10-30T05:40:40.370" v="2771" actId="1076"/>
          <ac:picMkLst>
            <pc:docMk/>
            <pc:sldMk cId="4074947958" sldId="420"/>
            <ac:picMk id="9" creationId="{A4A0DBFE-AFCE-76F7-F2C1-FE367A0EFB8C}"/>
          </ac:picMkLst>
        </pc:picChg>
        <pc:picChg chg="add mod">
          <ac:chgData name="苏 宇鹏" userId="f8155d837c865e1b" providerId="LiveId" clId="{BC131E0F-BC64-44CB-ADE4-58C7EB5B3FEC}" dt="2022-10-30T05:41:18.296" v="2779" actId="14100"/>
          <ac:picMkLst>
            <pc:docMk/>
            <pc:sldMk cId="4074947958" sldId="420"/>
            <ac:picMk id="11" creationId="{65433A06-C6EE-0A0D-A37E-339A1DAFE19D}"/>
          </ac:picMkLst>
        </pc:picChg>
      </pc:sldChg>
      <pc:sldChg chg="add del">
        <pc:chgData name="苏 宇鹏" userId="f8155d837c865e1b" providerId="LiveId" clId="{BC131E0F-BC64-44CB-ADE4-58C7EB5B3FEC}" dt="2022-10-30T05:35:26.820" v="2610"/>
        <pc:sldMkLst>
          <pc:docMk/>
          <pc:sldMk cId="599533108" sldId="421"/>
        </pc:sldMkLst>
      </pc:sldChg>
      <pc:sldChg chg="addSp modSp add mod modAnim">
        <pc:chgData name="苏 宇鹏" userId="f8155d837c865e1b" providerId="LiveId" clId="{BC131E0F-BC64-44CB-ADE4-58C7EB5B3FEC}" dt="2022-10-30T06:09:17.114" v="3363"/>
        <pc:sldMkLst>
          <pc:docMk/>
          <pc:sldMk cId="2990358139" sldId="421"/>
        </pc:sldMkLst>
        <pc:spChg chg="add mod">
          <ac:chgData name="苏 宇鹏" userId="f8155d837c865e1b" providerId="LiveId" clId="{BC131E0F-BC64-44CB-ADE4-58C7EB5B3FEC}" dt="2022-10-30T05:43:08.461" v="2886" actId="1076"/>
          <ac:spMkLst>
            <pc:docMk/>
            <pc:sldMk cId="2990358139" sldId="421"/>
            <ac:spMk id="2" creationId="{8C4F7FD0-D1CF-67B8-30C2-BEBE0496E63D}"/>
          </ac:spMkLst>
        </pc:spChg>
        <pc:spChg chg="mod">
          <ac:chgData name="苏 宇鹏" userId="f8155d837c865e1b" providerId="LiveId" clId="{BC131E0F-BC64-44CB-ADE4-58C7EB5B3FEC}" dt="2022-10-30T05:41:48.412" v="2792" actId="20577"/>
          <ac:spMkLst>
            <pc:docMk/>
            <pc:sldMk cId="2990358139" sldId="421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5:43:30.432" v="2888" actId="1076"/>
          <ac:picMkLst>
            <pc:docMk/>
            <pc:sldMk cId="2990358139" sldId="421"/>
            <ac:picMk id="6" creationId="{2DEA206C-77BC-49C4-523C-0449EB952502}"/>
          </ac:picMkLst>
        </pc:picChg>
      </pc:sldChg>
      <pc:sldChg chg="add del">
        <pc:chgData name="苏 宇鹏" userId="f8155d837c865e1b" providerId="LiveId" clId="{BC131E0F-BC64-44CB-ADE4-58C7EB5B3FEC}" dt="2022-10-30T05:35:25.773" v="2609"/>
        <pc:sldMkLst>
          <pc:docMk/>
          <pc:sldMk cId="1878649969" sldId="422"/>
        </pc:sldMkLst>
      </pc:sldChg>
      <pc:sldChg chg="addSp modSp add mod">
        <pc:chgData name="苏 宇鹏" userId="f8155d837c865e1b" providerId="LiveId" clId="{BC131E0F-BC64-44CB-ADE4-58C7EB5B3FEC}" dt="2022-10-30T05:44:15.836" v="2919" actId="1076"/>
        <pc:sldMkLst>
          <pc:docMk/>
          <pc:sldMk cId="3283293757" sldId="422"/>
        </pc:sldMkLst>
        <pc:spChg chg="mod">
          <ac:chgData name="苏 宇鹏" userId="f8155d837c865e1b" providerId="LiveId" clId="{BC131E0F-BC64-44CB-ADE4-58C7EB5B3FEC}" dt="2022-10-30T05:43:50.195" v="2914" actId="20577"/>
          <ac:spMkLst>
            <pc:docMk/>
            <pc:sldMk cId="3283293757" sldId="422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5:44:15.836" v="2919" actId="1076"/>
          <ac:picMkLst>
            <pc:docMk/>
            <pc:sldMk cId="3283293757" sldId="422"/>
            <ac:picMk id="6" creationId="{F530DEEA-FBC1-2C5F-4E0E-DF213CAE9EA6}"/>
          </ac:picMkLst>
        </pc:picChg>
      </pc:sldChg>
      <pc:sldChg chg="addSp modSp add mod">
        <pc:chgData name="苏 宇鹏" userId="f8155d837c865e1b" providerId="LiveId" clId="{BC131E0F-BC64-44CB-ADE4-58C7EB5B3FEC}" dt="2022-10-30T05:45:18.855" v="2951" actId="14100"/>
        <pc:sldMkLst>
          <pc:docMk/>
          <pc:sldMk cId="4172357344" sldId="423"/>
        </pc:sldMkLst>
        <pc:spChg chg="mod">
          <ac:chgData name="苏 宇鹏" userId="f8155d837c865e1b" providerId="LiveId" clId="{BC131E0F-BC64-44CB-ADE4-58C7EB5B3FEC}" dt="2022-10-30T05:44:21.620" v="2936" actId="20577"/>
          <ac:spMkLst>
            <pc:docMk/>
            <pc:sldMk cId="4172357344" sldId="423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5:45:07.630" v="2947" actId="1076"/>
          <ac:picMkLst>
            <pc:docMk/>
            <pc:sldMk cId="4172357344" sldId="423"/>
            <ac:picMk id="6" creationId="{5635DE38-7B8E-0711-C09B-962B65291641}"/>
          </ac:picMkLst>
        </pc:picChg>
        <pc:picChg chg="add mod">
          <ac:chgData name="苏 宇鹏" userId="f8155d837c865e1b" providerId="LiveId" clId="{BC131E0F-BC64-44CB-ADE4-58C7EB5B3FEC}" dt="2022-10-30T05:45:18.855" v="2951" actId="14100"/>
          <ac:picMkLst>
            <pc:docMk/>
            <pc:sldMk cId="4172357344" sldId="423"/>
            <ac:picMk id="9" creationId="{529DC24D-4409-BA50-CA17-3463BBECECAC}"/>
          </ac:picMkLst>
        </pc:picChg>
      </pc:sldChg>
      <pc:sldChg chg="add del">
        <pc:chgData name="苏 宇鹏" userId="f8155d837c865e1b" providerId="LiveId" clId="{BC131E0F-BC64-44CB-ADE4-58C7EB5B3FEC}" dt="2022-10-30T05:35:25.611" v="2608"/>
        <pc:sldMkLst>
          <pc:docMk/>
          <pc:sldMk cId="4184872180" sldId="423"/>
        </pc:sldMkLst>
      </pc:sldChg>
      <pc:sldChg chg="addSp modSp add mod modAnim">
        <pc:chgData name="苏 宇鹏" userId="f8155d837c865e1b" providerId="LiveId" clId="{BC131E0F-BC64-44CB-ADE4-58C7EB5B3FEC}" dt="2022-10-30T06:09:22.927" v="3364"/>
        <pc:sldMkLst>
          <pc:docMk/>
          <pc:sldMk cId="964481233" sldId="424"/>
        </pc:sldMkLst>
        <pc:spChg chg="mod">
          <ac:chgData name="苏 宇鹏" userId="f8155d837c865e1b" providerId="LiveId" clId="{BC131E0F-BC64-44CB-ADE4-58C7EB5B3FEC}" dt="2022-10-30T05:45:45.357" v="3008" actId="20577"/>
          <ac:spMkLst>
            <pc:docMk/>
            <pc:sldMk cId="964481233" sldId="424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5:46:02.201" v="3013" actId="1076"/>
          <ac:picMkLst>
            <pc:docMk/>
            <pc:sldMk cId="964481233" sldId="424"/>
            <ac:picMk id="6" creationId="{13241E6D-4983-A60A-DF71-13E885453D9B}"/>
          </ac:picMkLst>
        </pc:picChg>
        <pc:picChg chg="add mod">
          <ac:chgData name="苏 宇鹏" userId="f8155d837c865e1b" providerId="LiveId" clId="{BC131E0F-BC64-44CB-ADE4-58C7EB5B3FEC}" dt="2022-10-30T05:46:48.325" v="3018" actId="1076"/>
          <ac:picMkLst>
            <pc:docMk/>
            <pc:sldMk cId="964481233" sldId="424"/>
            <ac:picMk id="9" creationId="{F21D0ECD-B86B-67FB-1E55-300767EBA4D5}"/>
          </ac:picMkLst>
        </pc:picChg>
      </pc:sldChg>
      <pc:sldChg chg="add del">
        <pc:chgData name="苏 宇鹏" userId="f8155d837c865e1b" providerId="LiveId" clId="{BC131E0F-BC64-44CB-ADE4-58C7EB5B3FEC}" dt="2022-10-30T05:35:25.405" v="2607"/>
        <pc:sldMkLst>
          <pc:docMk/>
          <pc:sldMk cId="3031569797" sldId="424"/>
        </pc:sldMkLst>
      </pc:sldChg>
      <pc:sldChg chg="addSp modSp add mod">
        <pc:chgData name="苏 宇鹏" userId="f8155d837c865e1b" providerId="LiveId" clId="{BC131E0F-BC64-44CB-ADE4-58C7EB5B3FEC}" dt="2022-10-30T05:51:55.008" v="3067" actId="1076"/>
        <pc:sldMkLst>
          <pc:docMk/>
          <pc:sldMk cId="516442436" sldId="425"/>
        </pc:sldMkLst>
        <pc:spChg chg="mod">
          <ac:chgData name="苏 宇鹏" userId="f8155d837c865e1b" providerId="LiveId" clId="{BC131E0F-BC64-44CB-ADE4-58C7EB5B3FEC}" dt="2022-10-30T05:47:26.068" v="3051" actId="20577"/>
          <ac:spMkLst>
            <pc:docMk/>
            <pc:sldMk cId="516442436" sldId="425"/>
            <ac:spMk id="7" creationId="{FA6E4A8B-B893-5DA2-9C1D-CEB2A50B3C36}"/>
          </ac:spMkLst>
        </pc:spChg>
        <pc:picChg chg="add mod modCrop">
          <ac:chgData name="苏 宇鹏" userId="f8155d837c865e1b" providerId="LiveId" clId="{BC131E0F-BC64-44CB-ADE4-58C7EB5B3FEC}" dt="2022-10-30T05:48:03.592" v="3059" actId="1076"/>
          <ac:picMkLst>
            <pc:docMk/>
            <pc:sldMk cId="516442436" sldId="425"/>
            <ac:picMk id="6" creationId="{49023764-7659-2808-89F4-A5B12F14BD6B}"/>
          </ac:picMkLst>
        </pc:picChg>
        <pc:picChg chg="add mod">
          <ac:chgData name="苏 宇鹏" userId="f8155d837c865e1b" providerId="LiveId" clId="{BC131E0F-BC64-44CB-ADE4-58C7EB5B3FEC}" dt="2022-10-30T05:51:55.008" v="3067" actId="1076"/>
          <ac:picMkLst>
            <pc:docMk/>
            <pc:sldMk cId="516442436" sldId="425"/>
            <ac:picMk id="9" creationId="{DA0CD87B-7E18-611E-237A-EB8B48971F6A}"/>
          </ac:picMkLst>
        </pc:picChg>
      </pc:sldChg>
      <pc:sldChg chg="add del">
        <pc:chgData name="苏 宇鹏" userId="f8155d837c865e1b" providerId="LiveId" clId="{BC131E0F-BC64-44CB-ADE4-58C7EB5B3FEC}" dt="2022-10-30T05:35:25.235" v="2606"/>
        <pc:sldMkLst>
          <pc:docMk/>
          <pc:sldMk cId="1412011636" sldId="425"/>
        </pc:sldMkLst>
      </pc:sldChg>
      <pc:sldChg chg="addSp delSp modSp add mod">
        <pc:chgData name="苏 宇鹏" userId="f8155d837c865e1b" providerId="LiveId" clId="{BC131E0F-BC64-44CB-ADE4-58C7EB5B3FEC}" dt="2022-10-30T05:53:49.786" v="3104" actId="1076"/>
        <pc:sldMkLst>
          <pc:docMk/>
          <pc:sldMk cId="789268089" sldId="426"/>
        </pc:sldMkLst>
        <pc:spChg chg="mod">
          <ac:chgData name="苏 宇鹏" userId="f8155d837c865e1b" providerId="LiveId" clId="{BC131E0F-BC64-44CB-ADE4-58C7EB5B3FEC}" dt="2022-10-30T05:52:31.080" v="3090" actId="20577"/>
          <ac:spMkLst>
            <pc:docMk/>
            <pc:sldMk cId="789268089" sldId="426"/>
            <ac:spMk id="7" creationId="{FA6E4A8B-B893-5DA2-9C1D-CEB2A50B3C36}"/>
          </ac:spMkLst>
        </pc:spChg>
        <pc:picChg chg="del">
          <ac:chgData name="苏 宇鹏" userId="f8155d837c865e1b" providerId="LiveId" clId="{BC131E0F-BC64-44CB-ADE4-58C7EB5B3FEC}" dt="2022-10-30T05:52:06.679" v="3077" actId="478"/>
          <ac:picMkLst>
            <pc:docMk/>
            <pc:sldMk cId="789268089" sldId="426"/>
            <ac:picMk id="6" creationId="{49023764-7659-2808-89F4-A5B12F14BD6B}"/>
          </ac:picMkLst>
        </pc:picChg>
        <pc:picChg chg="add mod">
          <ac:chgData name="苏 宇鹏" userId="f8155d837c865e1b" providerId="LiveId" clId="{BC131E0F-BC64-44CB-ADE4-58C7EB5B3FEC}" dt="2022-10-30T05:53:49.786" v="3104" actId="1076"/>
          <ac:picMkLst>
            <pc:docMk/>
            <pc:sldMk cId="789268089" sldId="426"/>
            <ac:picMk id="8" creationId="{BE3365DF-001F-CB89-790A-31A820F57024}"/>
          </ac:picMkLst>
        </pc:picChg>
        <pc:picChg chg="del">
          <ac:chgData name="苏 宇鹏" userId="f8155d837c865e1b" providerId="LiveId" clId="{BC131E0F-BC64-44CB-ADE4-58C7EB5B3FEC}" dt="2022-10-30T05:52:08.619" v="3078" actId="478"/>
          <ac:picMkLst>
            <pc:docMk/>
            <pc:sldMk cId="789268089" sldId="426"/>
            <ac:picMk id="9" creationId="{DA0CD87B-7E18-611E-237A-EB8B48971F6A}"/>
          </ac:picMkLst>
        </pc:picChg>
      </pc:sldChg>
      <pc:sldChg chg="addSp modSp add mod">
        <pc:chgData name="苏 宇鹏" userId="f8155d837c865e1b" providerId="LiveId" clId="{BC131E0F-BC64-44CB-ADE4-58C7EB5B3FEC}" dt="2022-10-30T05:54:54.458" v="3132" actId="20577"/>
        <pc:sldMkLst>
          <pc:docMk/>
          <pc:sldMk cId="1998858912" sldId="427"/>
        </pc:sldMkLst>
        <pc:spChg chg="mod">
          <ac:chgData name="苏 宇鹏" userId="f8155d837c865e1b" providerId="LiveId" clId="{BC131E0F-BC64-44CB-ADE4-58C7EB5B3FEC}" dt="2022-10-30T05:54:54.458" v="3132" actId="20577"/>
          <ac:spMkLst>
            <pc:docMk/>
            <pc:sldMk cId="1998858912" sldId="427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5:54:36.723" v="3131" actId="1076"/>
          <ac:picMkLst>
            <pc:docMk/>
            <pc:sldMk cId="1998858912" sldId="427"/>
            <ac:picMk id="6" creationId="{93A61F04-B99B-FBFA-3304-9EAF2364C24B}"/>
          </ac:picMkLst>
        </pc:picChg>
      </pc:sldChg>
      <pc:sldChg chg="add del">
        <pc:chgData name="苏 宇鹏" userId="f8155d837c865e1b" providerId="LiveId" clId="{BC131E0F-BC64-44CB-ADE4-58C7EB5B3FEC}" dt="2022-10-30T05:52:03.445" v="3076"/>
        <pc:sldMkLst>
          <pc:docMk/>
          <pc:sldMk cId="4284549387" sldId="427"/>
        </pc:sldMkLst>
      </pc:sldChg>
      <pc:sldChg chg="add del">
        <pc:chgData name="苏 宇鹏" userId="f8155d837c865e1b" providerId="LiveId" clId="{BC131E0F-BC64-44CB-ADE4-58C7EB5B3FEC}" dt="2022-10-30T05:52:02.186" v="3075"/>
        <pc:sldMkLst>
          <pc:docMk/>
          <pc:sldMk cId="700504523" sldId="428"/>
        </pc:sldMkLst>
      </pc:sldChg>
      <pc:sldChg chg="addSp modSp add mod">
        <pc:chgData name="苏 宇鹏" userId="f8155d837c865e1b" providerId="LiveId" clId="{BC131E0F-BC64-44CB-ADE4-58C7EB5B3FEC}" dt="2022-10-30T05:55:15.704" v="3139" actId="1076"/>
        <pc:sldMkLst>
          <pc:docMk/>
          <pc:sldMk cId="1886619678" sldId="428"/>
        </pc:sldMkLst>
        <pc:spChg chg="mod">
          <ac:chgData name="苏 宇鹏" userId="f8155d837c865e1b" providerId="LiveId" clId="{BC131E0F-BC64-44CB-ADE4-58C7EB5B3FEC}" dt="2022-10-30T05:54:56.301" v="3133" actId="20577"/>
          <ac:spMkLst>
            <pc:docMk/>
            <pc:sldMk cId="1886619678" sldId="428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5:55:15.704" v="3139" actId="1076"/>
          <ac:picMkLst>
            <pc:docMk/>
            <pc:sldMk cId="1886619678" sldId="428"/>
            <ac:picMk id="6" creationId="{40252737-EFD6-9B19-003B-4CC665E9AEDE}"/>
          </ac:picMkLst>
        </pc:picChg>
      </pc:sldChg>
      <pc:sldChg chg="add del">
        <pc:chgData name="苏 宇鹏" userId="f8155d837c865e1b" providerId="LiveId" clId="{BC131E0F-BC64-44CB-ADE4-58C7EB5B3FEC}" dt="2022-10-30T05:52:02.056" v="3074"/>
        <pc:sldMkLst>
          <pc:docMk/>
          <pc:sldMk cId="3794361387" sldId="429"/>
        </pc:sldMkLst>
      </pc:sldChg>
      <pc:sldChg chg="addSp modSp add mod">
        <pc:chgData name="苏 宇鹏" userId="f8155d837c865e1b" providerId="LiveId" clId="{BC131E0F-BC64-44CB-ADE4-58C7EB5B3FEC}" dt="2022-10-30T05:56:21.053" v="3165" actId="1076"/>
        <pc:sldMkLst>
          <pc:docMk/>
          <pc:sldMk cId="4027862542" sldId="429"/>
        </pc:sldMkLst>
        <pc:spChg chg="mod">
          <ac:chgData name="苏 宇鹏" userId="f8155d837c865e1b" providerId="LiveId" clId="{BC131E0F-BC64-44CB-ADE4-58C7EB5B3FEC}" dt="2022-10-30T05:55:57.189" v="3156" actId="20577"/>
          <ac:spMkLst>
            <pc:docMk/>
            <pc:sldMk cId="4027862542" sldId="429"/>
            <ac:spMk id="7" creationId="{FA6E4A8B-B893-5DA2-9C1D-CEB2A50B3C36}"/>
          </ac:spMkLst>
        </pc:spChg>
        <pc:picChg chg="add mod">
          <ac:chgData name="苏 宇鹏" userId="f8155d837c865e1b" providerId="LiveId" clId="{BC131E0F-BC64-44CB-ADE4-58C7EB5B3FEC}" dt="2022-10-30T05:56:21.053" v="3165" actId="1076"/>
          <ac:picMkLst>
            <pc:docMk/>
            <pc:sldMk cId="4027862542" sldId="429"/>
            <ac:picMk id="6" creationId="{3D8AC1B4-BF84-E636-EE8A-27C4550DC16C}"/>
          </ac:picMkLst>
        </pc:picChg>
      </pc:sldChg>
      <pc:sldChg chg="add del">
        <pc:chgData name="苏 宇鹏" userId="f8155d837c865e1b" providerId="LiveId" clId="{BC131E0F-BC64-44CB-ADE4-58C7EB5B3FEC}" dt="2022-10-30T05:52:01.881" v="3073"/>
        <pc:sldMkLst>
          <pc:docMk/>
          <pc:sldMk cId="1267408800" sldId="430"/>
        </pc:sldMkLst>
      </pc:sldChg>
      <pc:sldChg chg="addSp modSp add mod">
        <pc:chgData name="苏 宇鹏" userId="f8155d837c865e1b" providerId="LiveId" clId="{BC131E0F-BC64-44CB-ADE4-58C7EB5B3FEC}" dt="2022-10-30T05:57:14.626" v="3186" actId="1076"/>
        <pc:sldMkLst>
          <pc:docMk/>
          <pc:sldMk cId="1546595948" sldId="430"/>
        </pc:sldMkLst>
        <pc:spChg chg="mod">
          <ac:chgData name="苏 宇鹏" userId="f8155d837c865e1b" providerId="LiveId" clId="{BC131E0F-BC64-44CB-ADE4-58C7EB5B3FEC}" dt="2022-10-30T05:56:41.071" v="3174" actId="20577"/>
          <ac:spMkLst>
            <pc:docMk/>
            <pc:sldMk cId="1546595948" sldId="430"/>
            <ac:spMk id="7" creationId="{FA6E4A8B-B893-5DA2-9C1D-CEB2A50B3C36}"/>
          </ac:spMkLst>
        </pc:spChg>
        <pc:picChg chg="add mod modCrop">
          <ac:chgData name="苏 宇鹏" userId="f8155d837c865e1b" providerId="LiveId" clId="{BC131E0F-BC64-44CB-ADE4-58C7EB5B3FEC}" dt="2022-10-30T05:57:14.626" v="3186" actId="1076"/>
          <ac:picMkLst>
            <pc:docMk/>
            <pc:sldMk cId="1546595948" sldId="430"/>
            <ac:picMk id="6" creationId="{3B7FC8DA-E0D7-6203-D2EE-9CE6CEC61F85}"/>
          </ac:picMkLst>
        </pc:picChg>
      </pc:sldChg>
      <pc:sldChg chg="addSp delSp modSp add mod">
        <pc:chgData name="苏 宇鹏" userId="f8155d837c865e1b" providerId="LiveId" clId="{BC131E0F-BC64-44CB-ADE4-58C7EB5B3FEC}" dt="2022-10-30T05:57:55.899" v="3211" actId="1076"/>
        <pc:sldMkLst>
          <pc:docMk/>
          <pc:sldMk cId="3975245174" sldId="431"/>
        </pc:sldMkLst>
        <pc:spChg chg="mod">
          <ac:chgData name="苏 宇鹏" userId="f8155d837c865e1b" providerId="LiveId" clId="{BC131E0F-BC64-44CB-ADE4-58C7EB5B3FEC}" dt="2022-10-30T05:57:37.230" v="3206" actId="20577"/>
          <ac:spMkLst>
            <pc:docMk/>
            <pc:sldMk cId="3975245174" sldId="431"/>
            <ac:spMk id="7" creationId="{FA6E4A8B-B893-5DA2-9C1D-CEB2A50B3C36}"/>
          </ac:spMkLst>
        </pc:spChg>
        <pc:picChg chg="del mod">
          <ac:chgData name="苏 宇鹏" userId="f8155d837c865e1b" providerId="LiveId" clId="{BC131E0F-BC64-44CB-ADE4-58C7EB5B3FEC}" dt="2022-10-30T05:57:22.634" v="3190" actId="478"/>
          <ac:picMkLst>
            <pc:docMk/>
            <pc:sldMk cId="3975245174" sldId="431"/>
            <ac:picMk id="6" creationId="{3B7FC8DA-E0D7-6203-D2EE-9CE6CEC61F85}"/>
          </ac:picMkLst>
        </pc:picChg>
        <pc:picChg chg="add mod">
          <ac:chgData name="苏 宇鹏" userId="f8155d837c865e1b" providerId="LiveId" clId="{BC131E0F-BC64-44CB-ADE4-58C7EB5B3FEC}" dt="2022-10-30T05:57:55.899" v="3211" actId="1076"/>
          <ac:picMkLst>
            <pc:docMk/>
            <pc:sldMk cId="3975245174" sldId="431"/>
            <ac:picMk id="8" creationId="{1349FA72-8FF4-6A1E-169F-60AEAAEDDCC5}"/>
          </ac:picMkLst>
        </pc:picChg>
      </pc:sldChg>
      <pc:sldChg chg="addSp delSp modSp add mod">
        <pc:chgData name="苏 宇鹏" userId="f8155d837c865e1b" providerId="LiveId" clId="{BC131E0F-BC64-44CB-ADE4-58C7EB5B3FEC}" dt="2022-10-30T05:59:27.156" v="3292" actId="1076"/>
        <pc:sldMkLst>
          <pc:docMk/>
          <pc:sldMk cId="3328564345" sldId="432"/>
        </pc:sldMkLst>
        <pc:spChg chg="mod">
          <ac:chgData name="苏 宇鹏" userId="f8155d837c865e1b" providerId="LiveId" clId="{BC131E0F-BC64-44CB-ADE4-58C7EB5B3FEC}" dt="2022-10-30T05:59:09.261" v="3287" actId="20577"/>
          <ac:spMkLst>
            <pc:docMk/>
            <pc:sldMk cId="3328564345" sldId="432"/>
            <ac:spMk id="7" creationId="{FA6E4A8B-B893-5DA2-9C1D-CEB2A50B3C36}"/>
          </ac:spMkLst>
        </pc:spChg>
        <pc:picChg chg="del mod">
          <ac:chgData name="苏 宇鹏" userId="f8155d837c865e1b" providerId="LiveId" clId="{BC131E0F-BC64-44CB-ADE4-58C7EB5B3FEC}" dt="2022-10-30T05:58:26.517" v="3240" actId="478"/>
          <ac:picMkLst>
            <pc:docMk/>
            <pc:sldMk cId="3328564345" sldId="432"/>
            <ac:picMk id="6" creationId="{3B7FC8DA-E0D7-6203-D2EE-9CE6CEC61F85}"/>
          </ac:picMkLst>
        </pc:picChg>
        <pc:picChg chg="add del mod">
          <ac:chgData name="苏 宇鹏" userId="f8155d837c865e1b" providerId="LiveId" clId="{BC131E0F-BC64-44CB-ADE4-58C7EB5B3FEC}" dt="2022-10-30T05:59:11.171" v="3289" actId="478"/>
          <ac:picMkLst>
            <pc:docMk/>
            <pc:sldMk cId="3328564345" sldId="432"/>
            <ac:picMk id="8" creationId="{63A24F32-DC5F-F8EC-A238-2DD3DBD3820B}"/>
          </ac:picMkLst>
        </pc:picChg>
        <pc:picChg chg="add del mod">
          <ac:chgData name="苏 宇鹏" userId="f8155d837c865e1b" providerId="LiveId" clId="{BC131E0F-BC64-44CB-ADE4-58C7EB5B3FEC}" dt="2022-10-30T05:58:51.035" v="3250"/>
          <ac:picMkLst>
            <pc:docMk/>
            <pc:sldMk cId="3328564345" sldId="432"/>
            <ac:picMk id="10" creationId="{C9276C07-161E-D265-0FAF-B3B7553D4838}"/>
          </ac:picMkLst>
        </pc:picChg>
        <pc:picChg chg="add mod">
          <ac:chgData name="苏 宇鹏" userId="f8155d837c865e1b" providerId="LiveId" clId="{BC131E0F-BC64-44CB-ADE4-58C7EB5B3FEC}" dt="2022-10-30T05:59:27.156" v="3292" actId="1076"/>
          <ac:picMkLst>
            <pc:docMk/>
            <pc:sldMk cId="3328564345" sldId="432"/>
            <ac:picMk id="12" creationId="{4A7AD0EB-2CBA-9224-312C-01EF25F9AF7F}"/>
          </ac:picMkLst>
        </pc:picChg>
      </pc:sldChg>
      <pc:sldChg chg="add del">
        <pc:chgData name="苏 宇鹏" userId="f8155d837c865e1b" providerId="LiveId" clId="{BC131E0F-BC64-44CB-ADE4-58C7EB5B3FEC}" dt="2022-10-30T05:59:30.293" v="3293" actId="47"/>
        <pc:sldMkLst>
          <pc:docMk/>
          <pc:sldMk cId="887977315" sldId="433"/>
        </pc:sldMkLst>
      </pc:sldChg>
      <pc:sldMasterChg chg="modSp mod modSldLayout">
        <pc:chgData name="苏 宇鹏" userId="f8155d837c865e1b" providerId="LiveId" clId="{BC131E0F-BC64-44CB-ADE4-58C7EB5B3FEC}" dt="2022-10-30T02:38:47.288" v="822" actId="6014"/>
        <pc:sldMasterMkLst>
          <pc:docMk/>
          <pc:sldMasterMk cId="2295359936" sldId="2147483660"/>
        </pc:sldMasterMkLst>
        <pc:spChg chg="mod">
          <ac:chgData name="苏 宇鹏" userId="f8155d837c865e1b" providerId="LiveId" clId="{BC131E0F-BC64-44CB-ADE4-58C7EB5B3FEC}" dt="2022-10-30T02:37:31.164" v="808" actId="20577"/>
          <ac:spMkLst>
            <pc:docMk/>
            <pc:sldMasterMk cId="2295359936" sldId="2147483660"/>
            <ac:spMk id="3" creationId="{CC0E8F3B-2E12-B815-7ED1-D6717C99FD03}"/>
          </ac:spMkLst>
        </pc:spChg>
        <pc:sldLayoutChg chg="modSp mod">
          <pc:chgData name="苏 宇鹏" userId="f8155d837c865e1b" providerId="LiveId" clId="{BC131E0F-BC64-44CB-ADE4-58C7EB5B3FEC}" dt="2022-10-30T02:38:47.288" v="822" actId="6014"/>
          <pc:sldLayoutMkLst>
            <pc:docMk/>
            <pc:sldMasterMk cId="2295359936" sldId="2147483660"/>
            <pc:sldLayoutMk cId="3826352197" sldId="2147483668"/>
          </pc:sldLayoutMkLst>
          <pc:spChg chg="mod">
            <ac:chgData name="苏 宇鹏" userId="f8155d837c865e1b" providerId="LiveId" clId="{BC131E0F-BC64-44CB-ADE4-58C7EB5B3FEC}" dt="2022-10-30T02:38:07.211" v="817" actId="20577"/>
            <ac:spMkLst>
              <pc:docMk/>
              <pc:sldMasterMk cId="2295359936" sldId="2147483660"/>
              <pc:sldLayoutMk cId="3826352197" sldId="2147483668"/>
              <ac:spMk id="13" creationId="{03154EB4-07A7-DA33-3F48-10E5D1439369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96EAD77C-F192-4619-A6C6-902DFBD1AF40}" type="datetimeFigureOut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04739BF1-71D2-4F2F-B3B5-149EF70C182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76436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讲讲数列与级数的关系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39BF1-71D2-4F2F-B3B5-149EF70C182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9348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{a} = -1,-2,-3,…. {b} = 1,2,3,…</a:t>
            </a:r>
          </a:p>
          <a:p>
            <a:r>
              <a:rPr lang="en-US" altLang="zh-CN" dirty="0"/>
              <a:t>{a} = -1,1,-1,1,… {b} =1,-1,1,-1…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39BF1-71D2-4F2F-B3B5-149EF70C182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2030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{a} = -1,-2,-3,…. {b} = 1,2,3,…</a:t>
            </a:r>
          </a:p>
          <a:p>
            <a:r>
              <a:rPr lang="en-US" altLang="zh-CN" dirty="0"/>
              <a:t>{a} = -1,1,-1,1,… {b} =1,-1,1,-1…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39BF1-71D2-4F2F-B3B5-149EF70C182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3373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{n!}^{1/n}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39BF1-71D2-4F2F-B3B5-149EF70C1824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6367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讲讲数列与级数的关系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739BF1-71D2-4F2F-B3B5-149EF70C1824}" type="slidenum">
              <a:rPr lang="zh-CN" altLang="en-US" smtClean="0"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8791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8542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格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D9197B3B-C84C-55FF-F4BB-402DE38C83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844122" y="549275"/>
            <a:ext cx="2831940" cy="520356"/>
          </a:xfrm>
          <a:prstGeom prst="rect">
            <a:avLst/>
          </a:prstGeom>
        </p:spPr>
      </p:pic>
      <p:sp>
        <p:nvSpPr>
          <p:cNvPr id="12" name="日期占位符 11">
            <a:extLst>
              <a:ext uri="{FF2B5EF4-FFF2-40B4-BE49-F238E27FC236}">
                <a16:creationId xmlns:a16="http://schemas.microsoft.com/office/drawing/2014/main" id="{AB5A7309-5E2B-27EC-A458-22359493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0CEF-D420-455D-80D5-7DAE87FAC7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03154EB4-07A7-DA33-3F48-10E5D1439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Chapter6 Chapter7</a:t>
            </a:r>
            <a:endParaRPr lang="zh-CN" altLang="en-US" dirty="0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70335340-FBF8-66C5-EBC5-A8CD5ADC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26352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格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形 6">
            <a:extLst>
              <a:ext uri="{FF2B5EF4-FFF2-40B4-BE49-F238E27FC236}">
                <a16:creationId xmlns:a16="http://schemas.microsoft.com/office/drawing/2014/main" id="{D9197B3B-C84C-55FF-F4BB-402DE38C83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844122" y="549275"/>
            <a:ext cx="2831940" cy="520356"/>
          </a:xfrm>
          <a:prstGeom prst="rect">
            <a:avLst/>
          </a:prstGeom>
        </p:spPr>
      </p:pic>
      <p:sp>
        <p:nvSpPr>
          <p:cNvPr id="12" name="日期占位符 11">
            <a:extLst>
              <a:ext uri="{FF2B5EF4-FFF2-40B4-BE49-F238E27FC236}">
                <a16:creationId xmlns:a16="http://schemas.microsoft.com/office/drawing/2014/main" id="{AB5A7309-5E2B-27EC-A458-223594938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0CEF-D420-455D-80D5-7DAE87FAC7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13" name="页脚占位符 12">
            <a:extLst>
              <a:ext uri="{FF2B5EF4-FFF2-40B4-BE49-F238E27FC236}">
                <a16:creationId xmlns:a16="http://schemas.microsoft.com/office/drawing/2014/main" id="{03154EB4-07A7-DA33-3F48-10E5D14393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Chapter6 Chapter7</a:t>
            </a:r>
            <a:endParaRPr lang="zh-CN" altLang="en-US" dirty="0"/>
          </a:p>
        </p:txBody>
      </p:sp>
      <p:sp>
        <p:nvSpPr>
          <p:cNvPr id="14" name="灯片编号占位符 13">
            <a:extLst>
              <a:ext uri="{FF2B5EF4-FFF2-40B4-BE49-F238E27FC236}">
                <a16:creationId xmlns:a16="http://schemas.microsoft.com/office/drawing/2014/main" id="{70335340-FBF8-66C5-EBC5-A8CD5ADCA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92418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B9171E-1D07-EC1C-9DBA-579AA24D5E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FC41A-12DD-4726-BBEE-80C37ECE4FB7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309E61-813E-F7E3-DDE9-8DF3E88C6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高数期中带飞课 苏宇鹏 </a:t>
            </a:r>
            <a:r>
              <a:rPr lang="en-US" altLang="zh-CN" dirty="0"/>
              <a:t>12111212@mail.sustech.edu.cn Chapter2 Chapter3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69F861E-3F4C-6615-01A4-AC168D76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95624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F4D53E-8313-60B0-B8C0-B27C7F79CA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33F29C-76B1-4512-9167-4588B2CF1697}" type="datetime1">
              <a:rPr lang="zh-CN" altLang="en-US" smtClean="0"/>
              <a:pPr/>
              <a:t>2024/6/2</a:t>
            </a:fld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C0E8F3B-2E12-B815-7ED1-D6717C99FD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978629" y="6356350"/>
            <a:ext cx="623474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Chapter6 Chapter7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3D8CD71-ADC8-50A2-4FFC-74CD9C5988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DB0C52-E6B8-495F-B49F-D5BF48EAD57E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5359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69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 Medium" panose="020B0600000000000000" pitchFamily="34" charset="-122"/>
          <a:ea typeface="思源黑体 CN Medium" panose="020B0600000000000000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5.jpg"/><Relationship Id="rId4" Type="http://schemas.openxmlformats.org/officeDocument/2006/relationships/image" Target="../media/image84.jp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6.png"/><Relationship Id="rId4" Type="http://schemas.openxmlformats.org/officeDocument/2006/relationships/image" Target="../media/image9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image" Target="../media/image11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emf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0.png"/><Relationship Id="rId2" Type="http://schemas.openxmlformats.org/officeDocument/2006/relationships/image" Target="../media/image10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2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5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png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9.png"/><Relationship Id="rId4" Type="http://schemas.openxmlformats.org/officeDocument/2006/relationships/image" Target="../media/image138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3.png"/><Relationship Id="rId7" Type="http://schemas.openxmlformats.org/officeDocument/2006/relationships/image" Target="../media/image147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5" Type="http://schemas.openxmlformats.org/officeDocument/2006/relationships/image" Target="../media/image145.png"/><Relationship Id="rId4" Type="http://schemas.openxmlformats.org/officeDocument/2006/relationships/image" Target="../media/image144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svg"/><Relationship Id="rId5" Type="http://schemas.openxmlformats.org/officeDocument/2006/relationships/image" Target="../media/image4.png"/><Relationship Id="rId4" Type="http://schemas.openxmlformats.org/officeDocument/2006/relationships/image" Target="../media/image5.svg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emf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1.png"/><Relationship Id="rId4" Type="http://schemas.openxmlformats.org/officeDocument/2006/relationships/image" Target="../media/image150.emf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6.png"/><Relationship Id="rId7" Type="http://schemas.openxmlformats.org/officeDocument/2006/relationships/image" Target="../media/image160.png"/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9.png"/><Relationship Id="rId5" Type="http://schemas.openxmlformats.org/officeDocument/2006/relationships/image" Target="../media/image158.png"/><Relationship Id="rId4" Type="http://schemas.openxmlformats.org/officeDocument/2006/relationships/image" Target="../media/image157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2.png"/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7.png"/><Relationship Id="rId2" Type="http://schemas.openxmlformats.org/officeDocument/2006/relationships/image" Target="../media/image166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9.emf"/><Relationship Id="rId4" Type="http://schemas.openxmlformats.org/officeDocument/2006/relationships/image" Target="../media/image168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3.emf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emf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6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7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形 5">
            <a:extLst>
              <a:ext uri="{FF2B5EF4-FFF2-40B4-BE49-F238E27FC236}">
                <a16:creationId xmlns:a16="http://schemas.microsoft.com/office/drawing/2014/main" id="{1A46D14B-784F-4555-9678-457EDAE66B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82015" y="485484"/>
            <a:ext cx="2831940" cy="52035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1CC5F07-5256-4691-97FF-2CDDBB239479}"/>
              </a:ext>
            </a:extLst>
          </p:cNvPr>
          <p:cNvSpPr txBox="1"/>
          <p:nvPr/>
        </p:nvSpPr>
        <p:spPr>
          <a:xfrm>
            <a:off x="1013336" y="1708657"/>
            <a:ext cx="5830442" cy="27002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60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高数期中复习</a:t>
            </a:r>
            <a:r>
              <a:rPr kumimoji="0" lang="zh-CN" altLang="en-US" sz="60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   </a:t>
            </a: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Light" panose="020B0300000000000000" pitchFamily="34" charset="-122"/>
                <a:ea typeface="思源黑体 CN Light" panose="020B0300000000000000" pitchFamily="34" charset="-122"/>
                <a:cs typeface="+mn-cs"/>
              </a:rPr>
              <a:t>致诚书院学长学姐带飞课</a:t>
            </a:r>
            <a:endParaRPr kumimoji="0" lang="en-US" altLang="zh-CN" sz="32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Chapter 10,</a:t>
            </a:r>
            <a:r>
              <a:rPr lang="zh-CN" altLang="en-US" sz="20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 </a:t>
            </a:r>
            <a:r>
              <a:rPr lang="en-US" altLang="zh-CN" sz="20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Chapter 11</a:t>
            </a:r>
            <a:endParaRPr kumimoji="0" lang="en-US" altLang="zh-CN" sz="20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01A5A4-38A1-453D-B59C-46BF1655E02A}"/>
              </a:ext>
            </a:extLst>
          </p:cNvPr>
          <p:cNvSpPr txBox="1"/>
          <p:nvPr/>
        </p:nvSpPr>
        <p:spPr>
          <a:xfrm>
            <a:off x="1032534" y="4995454"/>
            <a:ext cx="4762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4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By </a:t>
            </a:r>
            <a:r>
              <a:rPr lang="zh-CN" altLang="en-US" sz="14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苏宇鹏 </a:t>
            </a:r>
            <a:r>
              <a:rPr lang="en-US" altLang="zh-CN" sz="14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3.26 2023</a:t>
            </a:r>
            <a:endParaRPr kumimoji="0" lang="zh-CN" altLang="en-US" sz="14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1574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Ch10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无限数列与无穷级数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aseline="-25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三明治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重要极限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数列的形式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数列的性质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p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正项级数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比较判别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绝对收敛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ratio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root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条件收敛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莱布尼茨判别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收敛定理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积分敛散性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二次项级数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麦克劳林级数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泰勒展开求极限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间接法求泰勒级数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4334316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Ch11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参数方程与极坐标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求旋转体表面积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求扇形面积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</a:p>
        </p:txBody>
      </p:sp>
    </p:spTree>
    <p:extLst>
      <p:ext uri="{BB962C8B-B14F-4D97-AF65-F5344CB8AC3E}">
        <p14:creationId xmlns:p14="http://schemas.microsoft.com/office/powerpoint/2010/main" val="3126585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1C7F09F5-DDEF-4959-AD4B-F112F5A7F22C}"/>
              </a:ext>
            </a:extLst>
          </p:cNvPr>
          <p:cNvSpPr/>
          <p:nvPr/>
        </p:nvSpPr>
        <p:spPr>
          <a:xfrm>
            <a:off x="10171173" y="0"/>
            <a:ext cx="2020826" cy="6858000"/>
          </a:xfrm>
          <a:custGeom>
            <a:avLst/>
            <a:gdLst>
              <a:gd name="connsiteX0" fmla="*/ 108571 w 2020826"/>
              <a:gd name="connsiteY0" fmla="*/ 0 h 6858000"/>
              <a:gd name="connsiteX1" fmla="*/ 2020826 w 2020826"/>
              <a:gd name="connsiteY1" fmla="*/ 0 h 6858000"/>
              <a:gd name="connsiteX2" fmla="*/ 2020826 w 2020826"/>
              <a:gd name="connsiteY2" fmla="*/ 6858000 h 6858000"/>
              <a:gd name="connsiteX3" fmla="*/ 0 w 2020826"/>
              <a:gd name="connsiteY3" fmla="*/ 6858000 h 6858000"/>
              <a:gd name="connsiteX4" fmla="*/ 325674 w 2020826"/>
              <a:gd name="connsiteY4" fmla="*/ 5547360 h 6858000"/>
              <a:gd name="connsiteX5" fmla="*/ 1483914 w 2020826"/>
              <a:gd name="connsiteY5" fmla="*/ 5288280 h 6858000"/>
              <a:gd name="connsiteX6" fmla="*/ 920034 w 2020826"/>
              <a:gd name="connsiteY6" fmla="*/ 4130040 h 6858000"/>
              <a:gd name="connsiteX7" fmla="*/ 539034 w 2020826"/>
              <a:gd name="connsiteY7" fmla="*/ 1630680 h 6858000"/>
              <a:gd name="connsiteX8" fmla="*/ 1285794 w 2020826"/>
              <a:gd name="connsiteY8" fmla="*/ 563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0826" h="6858000">
                <a:moveTo>
                  <a:pt x="108571" y="0"/>
                </a:moveTo>
                <a:lnTo>
                  <a:pt x="2020826" y="0"/>
                </a:lnTo>
                <a:lnTo>
                  <a:pt x="2020826" y="6858000"/>
                </a:lnTo>
                <a:lnTo>
                  <a:pt x="0" y="6858000"/>
                </a:lnTo>
                <a:lnTo>
                  <a:pt x="325674" y="5547360"/>
                </a:lnTo>
                <a:lnTo>
                  <a:pt x="1483914" y="5288280"/>
                </a:lnTo>
                <a:lnTo>
                  <a:pt x="920034" y="4130040"/>
                </a:lnTo>
                <a:lnTo>
                  <a:pt x="539034" y="1630680"/>
                </a:lnTo>
                <a:lnTo>
                  <a:pt x="1285794" y="5638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41769EFA-D4C0-40D1-9587-DA975697F139}"/>
              </a:ext>
            </a:extLst>
          </p:cNvPr>
          <p:cNvSpPr/>
          <p:nvPr/>
        </p:nvSpPr>
        <p:spPr>
          <a:xfrm>
            <a:off x="1" y="0"/>
            <a:ext cx="1978765" cy="6858000"/>
          </a:xfrm>
          <a:custGeom>
            <a:avLst/>
            <a:gdLst>
              <a:gd name="connsiteX0" fmla="*/ 0 w 1978765"/>
              <a:gd name="connsiteY0" fmla="*/ 0 h 6858000"/>
              <a:gd name="connsiteX1" fmla="*/ 1978765 w 1978765"/>
              <a:gd name="connsiteY1" fmla="*/ 0 h 6858000"/>
              <a:gd name="connsiteX2" fmla="*/ 1765755 w 1978765"/>
              <a:gd name="connsiteY2" fmla="*/ 1158240 h 6858000"/>
              <a:gd name="connsiteX3" fmla="*/ 1095195 w 1978765"/>
              <a:gd name="connsiteY3" fmla="*/ 1402080 h 6858000"/>
              <a:gd name="connsiteX4" fmla="*/ 394155 w 1978765"/>
              <a:gd name="connsiteY4" fmla="*/ 2118360 h 6858000"/>
              <a:gd name="connsiteX5" fmla="*/ 1232355 w 1978765"/>
              <a:gd name="connsiteY5" fmla="*/ 3429000 h 6858000"/>
              <a:gd name="connsiteX6" fmla="*/ 1811475 w 1978765"/>
              <a:gd name="connsiteY6" fmla="*/ 3810000 h 6858000"/>
              <a:gd name="connsiteX7" fmla="*/ 1491435 w 1978765"/>
              <a:gd name="connsiteY7" fmla="*/ 6096000 h 6858000"/>
              <a:gd name="connsiteX8" fmla="*/ 1647507 w 1978765"/>
              <a:gd name="connsiteY8" fmla="*/ 6858000 h 6858000"/>
              <a:gd name="connsiteX9" fmla="*/ 0 w 197876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78765" h="6858000">
                <a:moveTo>
                  <a:pt x="0" y="0"/>
                </a:moveTo>
                <a:lnTo>
                  <a:pt x="1978765" y="0"/>
                </a:lnTo>
                <a:lnTo>
                  <a:pt x="1765755" y="1158240"/>
                </a:lnTo>
                <a:lnTo>
                  <a:pt x="1095195" y="1402080"/>
                </a:lnTo>
                <a:lnTo>
                  <a:pt x="394155" y="2118360"/>
                </a:lnTo>
                <a:lnTo>
                  <a:pt x="1232355" y="3429000"/>
                </a:lnTo>
                <a:lnTo>
                  <a:pt x="1811475" y="3810000"/>
                </a:lnTo>
                <a:lnTo>
                  <a:pt x="1491435" y="6096000"/>
                </a:lnTo>
                <a:lnTo>
                  <a:pt x="164750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pic>
        <p:nvPicPr>
          <p:cNvPr id="32" name="图形 31">
            <a:extLst>
              <a:ext uri="{FF2B5EF4-FFF2-40B4-BE49-F238E27FC236}">
                <a16:creationId xmlns:a16="http://schemas.microsoft.com/office/drawing/2014/main" id="{C243843B-3B54-432C-95C1-88BA29BB5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t="11692"/>
          <a:stretch>
            <a:fillRect/>
          </a:stretch>
        </p:blipFill>
        <p:spPr>
          <a:xfrm rot="3632646">
            <a:off x="7261466" y="544830"/>
            <a:ext cx="6859885" cy="6181200"/>
          </a:xfrm>
          <a:custGeom>
            <a:avLst/>
            <a:gdLst>
              <a:gd name="connsiteX0" fmla="*/ 0 w 6859885"/>
              <a:gd name="connsiteY0" fmla="*/ 1781723 h 6181200"/>
              <a:gd name="connsiteX1" fmla="*/ 1006241 w 6859885"/>
              <a:gd name="connsiteY1" fmla="*/ 0 h 6181200"/>
              <a:gd name="connsiteX2" fmla="*/ 6859885 w 6859885"/>
              <a:gd name="connsiteY2" fmla="*/ 3305888 h 6181200"/>
              <a:gd name="connsiteX3" fmla="*/ 6859885 w 6859885"/>
              <a:gd name="connsiteY3" fmla="*/ 3581120 h 6181200"/>
              <a:gd name="connsiteX4" fmla="*/ 5391471 w 6859885"/>
              <a:gd name="connsiteY4" fmla="*/ 6181200 h 6181200"/>
              <a:gd name="connsiteX5" fmla="*/ 0 w 6859885"/>
              <a:gd name="connsiteY5" fmla="*/ 6181200 h 61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59885" h="6181200">
                <a:moveTo>
                  <a:pt x="0" y="1781723"/>
                </a:moveTo>
                <a:lnTo>
                  <a:pt x="1006241" y="0"/>
                </a:lnTo>
                <a:lnTo>
                  <a:pt x="6859885" y="3305888"/>
                </a:lnTo>
                <a:lnTo>
                  <a:pt x="6859885" y="3581120"/>
                </a:lnTo>
                <a:lnTo>
                  <a:pt x="5391471" y="6181200"/>
                </a:lnTo>
                <a:lnTo>
                  <a:pt x="0" y="6181200"/>
                </a:lnTo>
                <a:close/>
              </a:path>
            </a:pathLst>
          </a:cu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3EBCFBD0-17C7-4754-9380-82E4CA0EB4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 t="7486"/>
          <a:stretch>
            <a:fillRect/>
          </a:stretch>
        </p:blipFill>
        <p:spPr>
          <a:xfrm rot="737125">
            <a:off x="-3613042" y="-848623"/>
            <a:ext cx="6759429" cy="9238303"/>
          </a:xfrm>
          <a:custGeom>
            <a:avLst/>
            <a:gdLst>
              <a:gd name="connsiteX0" fmla="*/ 0 w 6759429"/>
              <a:gd name="connsiteY0" fmla="*/ 6782788 h 9238303"/>
              <a:gd name="connsiteX1" fmla="*/ 534734 w 6759429"/>
              <a:gd name="connsiteY1" fmla="*/ 9238303 h 9238303"/>
              <a:gd name="connsiteX2" fmla="*/ 0 w 6759429"/>
              <a:gd name="connsiteY2" fmla="*/ 9238303 h 9238303"/>
              <a:gd name="connsiteX3" fmla="*/ 2827062 w 6759429"/>
              <a:gd name="connsiteY3" fmla="*/ 856346 h 9238303"/>
              <a:gd name="connsiteX4" fmla="*/ 6759429 w 6759429"/>
              <a:gd name="connsiteY4" fmla="*/ 0 h 9238303"/>
              <a:gd name="connsiteX5" fmla="*/ 6759429 w 6759429"/>
              <a:gd name="connsiteY5" fmla="*/ 7016773 h 9238303"/>
              <a:gd name="connsiteX6" fmla="*/ 4285912 w 6759429"/>
              <a:gd name="connsiteY6" fmla="*/ 7555427 h 923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59429" h="9238303">
                <a:moveTo>
                  <a:pt x="0" y="6782788"/>
                </a:moveTo>
                <a:lnTo>
                  <a:pt x="534734" y="9238303"/>
                </a:lnTo>
                <a:lnTo>
                  <a:pt x="0" y="9238303"/>
                </a:lnTo>
                <a:close/>
                <a:moveTo>
                  <a:pt x="2827062" y="856346"/>
                </a:moveTo>
                <a:lnTo>
                  <a:pt x="6759429" y="0"/>
                </a:lnTo>
                <a:lnTo>
                  <a:pt x="6759429" y="7016773"/>
                </a:lnTo>
                <a:lnTo>
                  <a:pt x="4285912" y="7555427"/>
                </a:lnTo>
                <a:close/>
              </a:path>
            </a:pathLst>
          </a:cu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1A46D14B-784F-4555-9678-457EDAE66B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680030" y="485484"/>
            <a:ext cx="2831940" cy="520356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B5E6D88A-4AE7-4D47-A542-489C55D14EE5}"/>
              </a:ext>
            </a:extLst>
          </p:cNvPr>
          <p:cNvGrpSpPr/>
          <p:nvPr/>
        </p:nvGrpSpPr>
        <p:grpSpPr>
          <a:xfrm>
            <a:off x="2400504" y="1984494"/>
            <a:ext cx="7455887" cy="2293865"/>
            <a:chOff x="-1410233" y="2289294"/>
            <a:chExt cx="7455887" cy="2293865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F3BCAF4-D11F-4A3D-AB13-4CE6658F4E6E}"/>
                </a:ext>
              </a:extLst>
            </p:cNvPr>
            <p:cNvSpPr txBox="1"/>
            <p:nvPr/>
          </p:nvSpPr>
          <p:spPr>
            <a:xfrm>
              <a:off x="-1410233" y="3567496"/>
              <a:ext cx="7455887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6000" spc="300" dirty="0">
                  <a:solidFill>
                    <a:srgbClr val="F2F2F2">
                      <a:lumMod val="25000"/>
                    </a:srgbClr>
                  </a:solidFill>
                  <a:latin typeface="思源黑体 CN Heavy" panose="020B0A00000000000000" pitchFamily="34" charset="-122"/>
                  <a:ea typeface="思源黑体 CN Heavy" panose="020B0A00000000000000" pitchFamily="34" charset="-122"/>
                </a:rPr>
                <a:t>无限数列与无穷级数</a:t>
              </a:r>
              <a:endParaRPr kumimoji="0" lang="zh-CN" altLang="en-US" sz="60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1D4DCA9-4813-4112-BD9C-4EAA5942E610}"/>
                </a:ext>
              </a:extLst>
            </p:cNvPr>
            <p:cNvSpPr/>
            <p:nvPr/>
          </p:nvSpPr>
          <p:spPr>
            <a:xfrm>
              <a:off x="472910" y="2289294"/>
              <a:ext cx="3624711" cy="101566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EBA123"/>
                      </a:gs>
                      <a:gs pos="100000">
                        <a:srgbClr val="E6551A"/>
                      </a:gs>
                    </a:gsLst>
                    <a:lin ang="2700000" scaled="0"/>
                  </a:gra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Chapter10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BA123"/>
                    </a:gs>
                    <a:gs pos="100000">
                      <a:srgbClr val="E6551A"/>
                    </a:gs>
                  </a:gsLst>
                  <a:lin ang="2700000" scaled="0"/>
                </a:gra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41231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Ch10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无限数列与无穷级数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数列极限定义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aseline="-25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数列极限计算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三明治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重要极限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数列的形式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迭代型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递归型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数列的性质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有界性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单调性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无穷级数定义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无穷级数计算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好求级数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p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正项级数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比较判别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绝对收敛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ratio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root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条件收敛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莱布尼茨判别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收敛定理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积分敛散性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二次项级数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麦克劳林级数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泰勒展开求极限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间接法求泰勒级数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4334316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Ch11 </a:t>
            </a:r>
            <a:r>
              <a:rPr lang="zh-CN" altLang="en-US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参数方程与极坐标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求旋转体表面积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求扇形面积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</a:p>
        </p:txBody>
      </p:sp>
    </p:spTree>
    <p:extLst>
      <p:ext uri="{BB962C8B-B14F-4D97-AF65-F5344CB8AC3E}">
        <p14:creationId xmlns:p14="http://schemas.microsoft.com/office/powerpoint/2010/main" val="513996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数列极限的定义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2B5F00D-2E83-C403-E99A-8EE691E2A7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6333" y="1088099"/>
            <a:ext cx="7091313" cy="199270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5653CF25-CBC0-B0B7-FA4C-987085DABBDF}"/>
              </a:ext>
            </a:extLst>
          </p:cNvPr>
          <p:cNvSpPr txBox="1"/>
          <p:nvPr/>
        </p:nvSpPr>
        <p:spPr>
          <a:xfrm>
            <a:off x="1760887" y="5219244"/>
            <a:ext cx="6562186" cy="1137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>
                <a:latin typeface="思源黑体 CN Light"/>
                <a:ea typeface="宋体" panose="02010600030101010101" pitchFamily="2" charset="-122"/>
              </a:rPr>
              <a:t>1. </a:t>
            </a:r>
            <a:r>
              <a:rPr lang="zh-CN" altLang="en-US" sz="2400" b="0" i="0" u="none" strike="noStrike" baseline="0" dirty="0">
                <a:latin typeface="思源黑体 CN Light"/>
                <a:ea typeface="宋体" panose="02010600030101010101" pitchFamily="2" charset="-122"/>
              </a:rPr>
              <a:t>数列极限的定义未给出求极限的方法； </a:t>
            </a:r>
          </a:p>
          <a:p>
            <a:pPr>
              <a:lnSpc>
                <a:spcPct val="150000"/>
              </a:lnSpc>
            </a:pPr>
            <a:r>
              <a:rPr lang="en-US" altLang="zh-CN" sz="2400" dirty="0">
                <a:latin typeface="思源黑体 CN Light"/>
                <a:ea typeface="宋体" panose="02010600030101010101" pitchFamily="2" charset="-122"/>
              </a:rPr>
              <a:t>2. </a:t>
            </a:r>
            <a:r>
              <a:rPr lang="zh-CN" altLang="en-US" sz="2400" b="0" i="0" u="none" strike="noStrike" baseline="0" dirty="0">
                <a:latin typeface="思源黑体 CN Light"/>
                <a:ea typeface="宋体" panose="02010600030101010101" pitchFamily="2" charset="-122"/>
              </a:rPr>
              <a:t>极限的精确定义不做要求。 </a:t>
            </a:r>
            <a:endParaRPr lang="zh-CN" altLang="en-US" sz="2400" dirty="0">
              <a:latin typeface="思源黑体 CN Light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20F4B5C-5B33-5AFA-A365-D6360881E1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6333" y="2982947"/>
            <a:ext cx="7064366" cy="2334151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AD07824-3C7B-2833-A26A-C863A3160A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4003" y="5360330"/>
            <a:ext cx="2674725" cy="854935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47A76D42-A0A2-CF1E-FA95-B7981D8AB4EA}"/>
              </a:ext>
            </a:extLst>
          </p:cNvPr>
          <p:cNvSpPr txBox="1"/>
          <p:nvPr/>
        </p:nvSpPr>
        <p:spPr>
          <a:xfrm>
            <a:off x="8874803" y="2786265"/>
            <a:ext cx="2789451" cy="58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思源黑体 CN Light"/>
                <a:ea typeface="宋体" panose="02010600030101010101" pitchFamily="2" charset="-122"/>
              </a:rPr>
              <a:t>极限与初始项无关！</a:t>
            </a:r>
            <a:endParaRPr lang="zh-CN" altLang="en-US" sz="2400" dirty="0">
              <a:latin typeface="思源黑体 CN Light"/>
            </a:endParaRPr>
          </a:p>
        </p:txBody>
      </p:sp>
    </p:spTree>
    <p:extLst>
      <p:ext uri="{BB962C8B-B14F-4D97-AF65-F5344CB8AC3E}">
        <p14:creationId xmlns:p14="http://schemas.microsoft.com/office/powerpoint/2010/main" val="33693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Ch10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无限数列与无穷级数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aseline="-25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数列极限计算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三明治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重要极限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数列的形式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迭代型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递归型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数列的性质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有界性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单调性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无穷级数定义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无穷级数计算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好求级数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p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正项级数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比较判别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绝对收敛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ratio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root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条件收敛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莱布尼茨判别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收敛定理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积分敛散性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二次项级数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麦克劳林级数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泰勒展开求极限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间接法求泰勒级数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4334316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Ch11 </a:t>
            </a:r>
            <a:r>
              <a:rPr lang="zh-CN" altLang="en-US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参数方程与极坐标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求旋转体表面积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求扇形面积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</a:p>
        </p:txBody>
      </p:sp>
    </p:spTree>
    <p:extLst>
      <p:ext uri="{BB962C8B-B14F-4D97-AF65-F5344CB8AC3E}">
        <p14:creationId xmlns:p14="http://schemas.microsoft.com/office/powerpoint/2010/main" val="2837894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685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数列极限的运算法则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253BAFC-1BB3-3C3A-00BC-1CC56B13DF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465" y="1241179"/>
            <a:ext cx="8843063" cy="360329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BF246CF-5EE0-745C-AB62-5FBFC55C99E1}"/>
              </a:ext>
            </a:extLst>
          </p:cNvPr>
          <p:cNvSpPr txBox="1"/>
          <p:nvPr/>
        </p:nvSpPr>
        <p:spPr>
          <a:xfrm>
            <a:off x="4302331" y="5055527"/>
            <a:ext cx="35873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数列极限 </a:t>
            </a:r>
            <a:r>
              <a:rPr lang="en-US" altLang="zh-CN" sz="2800" dirty="0"/>
              <a:t>VS </a:t>
            </a:r>
            <a:r>
              <a:rPr lang="zh-CN" altLang="en-US" sz="2800" dirty="0"/>
              <a:t>函数极限</a:t>
            </a:r>
          </a:p>
        </p:txBody>
      </p:sp>
    </p:spTree>
    <p:extLst>
      <p:ext uri="{BB962C8B-B14F-4D97-AF65-F5344CB8AC3E}">
        <p14:creationId xmlns:p14="http://schemas.microsoft.com/office/powerpoint/2010/main" val="3256843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5F1740-E220-4B17-BA76-357BEBA435BD}" type="datetime1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D6C00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2024/6/2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ED6C00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6C00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高数期中带飞课 苏宇鹏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ED6C00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12111212@mail.sustech.edu.cn Chapter2 Chapter3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ED6C00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B0C52-E6B8-495F-B49F-D5BF48EAD57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D6C00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ED6C00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685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函数极限的运算法则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 descr="表格&#10;&#10;描述已自动生成">
            <a:extLst>
              <a:ext uri="{FF2B5EF4-FFF2-40B4-BE49-F238E27FC236}">
                <a16:creationId xmlns:a16="http://schemas.microsoft.com/office/drawing/2014/main" id="{46572258-4951-0F7E-A89C-E60CF4DBF2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5" y="1366034"/>
            <a:ext cx="7793674" cy="499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91EB045-928D-4F0C-2C1A-F350C4BDA00C}"/>
              </a:ext>
            </a:extLst>
          </p:cNvPr>
          <p:cNvSpPr txBox="1"/>
          <p:nvPr/>
        </p:nvSpPr>
        <p:spPr>
          <a:xfrm>
            <a:off x="7978886" y="1768256"/>
            <a:ext cx="3368230" cy="33214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有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+ 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无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= 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无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ED6C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无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+ 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无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= 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不定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ED6C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有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* 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无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= 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不定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ED6C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无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* 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无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= 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不定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AE96BD-ADDD-D005-126E-2C12D9C3FABB}"/>
              </a:ext>
            </a:extLst>
          </p:cNvPr>
          <p:cNvSpPr/>
          <p:nvPr/>
        </p:nvSpPr>
        <p:spPr>
          <a:xfrm>
            <a:off x="838200" y="2415396"/>
            <a:ext cx="5933536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D6C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15B9CD-F0A7-2918-97C9-78CBADC2F71A}"/>
              </a:ext>
            </a:extLst>
          </p:cNvPr>
          <p:cNvSpPr/>
          <p:nvPr/>
        </p:nvSpPr>
        <p:spPr>
          <a:xfrm>
            <a:off x="844884" y="3632592"/>
            <a:ext cx="5933536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D6C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5582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500476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300"/>
              </a:spcAft>
              <a:defRPr/>
            </a:pP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Sandwich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 Theorem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5A70F6E-F427-6B47-29EA-5B00A369FE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836" y="1142720"/>
            <a:ext cx="10982325" cy="154305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4286796-B04E-D3B7-1F09-517DECB9B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61979" y="5049456"/>
            <a:ext cx="5944933" cy="87444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7D39AF4-F17A-A3C6-094C-767D0E6D6C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5372" y="2929218"/>
            <a:ext cx="2732689" cy="2786062"/>
          </a:xfrm>
          <a:prstGeom prst="rect">
            <a:avLst/>
          </a:prstGeom>
        </p:spPr>
      </p:pic>
      <p:pic>
        <p:nvPicPr>
          <p:cNvPr id="12" name="图片 11" descr="图表&#10;&#10;描述已自动生成">
            <a:extLst>
              <a:ext uri="{FF2B5EF4-FFF2-40B4-BE49-F238E27FC236}">
                <a16:creationId xmlns:a16="http://schemas.microsoft.com/office/drawing/2014/main" id="{CC7B9AE6-2045-CDBA-B7D3-FA506699313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031" y="2530263"/>
            <a:ext cx="3479689" cy="2409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803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10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185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数列与函数的关系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83466CD-FA41-D097-A831-D27C28D3B3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290" y="1116939"/>
            <a:ext cx="10934700" cy="15621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280F591-7618-A37E-7522-1B7C9EE30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57674" y="3162300"/>
            <a:ext cx="3676650" cy="5334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D914AD4-0DA9-C888-4056-B289F0EBB419}"/>
              </a:ext>
            </a:extLst>
          </p:cNvPr>
          <p:cNvSpPr txBox="1"/>
          <p:nvPr/>
        </p:nvSpPr>
        <p:spPr>
          <a:xfrm>
            <a:off x="2904035" y="2679039"/>
            <a:ext cx="66399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可以摆脱外函数的限制，直接求带 </a:t>
            </a:r>
            <a:r>
              <a:rPr lang="en-US" altLang="zh-CN" sz="2400" dirty="0"/>
              <a:t>n </a:t>
            </a:r>
            <a:r>
              <a:rPr lang="zh-CN" altLang="en-US" sz="2400" dirty="0"/>
              <a:t>项的极限。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C6E98222-7681-86E0-D9FD-74D2709932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174" y="3695700"/>
            <a:ext cx="10915650" cy="195262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1EC58DA9-74CB-4B03-916D-0F88158BA6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05344" y="5573712"/>
            <a:ext cx="2209800" cy="695325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D15048A1-4603-6DDB-6CB9-C866786068E5}"/>
              </a:ext>
            </a:extLst>
          </p:cNvPr>
          <p:cNvSpPr txBox="1"/>
          <p:nvPr/>
        </p:nvSpPr>
        <p:spPr>
          <a:xfrm>
            <a:off x="1464372" y="5720060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可以使用洛必达法则等求函数极限方法</a:t>
            </a:r>
          </a:p>
        </p:txBody>
      </p:sp>
    </p:spTree>
    <p:extLst>
      <p:ext uri="{BB962C8B-B14F-4D97-AF65-F5344CB8AC3E}">
        <p14:creationId xmlns:p14="http://schemas.microsoft.com/office/powerpoint/2010/main" val="140429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重要数列极限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2CFACF1-7087-06F8-FFCA-39A1EB1212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906" y="1261592"/>
            <a:ext cx="9691306" cy="3443525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4C3D505-61C3-383E-4E72-696949E8A8CD}"/>
              </a:ext>
            </a:extLst>
          </p:cNvPr>
          <p:cNvSpPr/>
          <p:nvPr/>
        </p:nvSpPr>
        <p:spPr>
          <a:xfrm>
            <a:off x="6492240" y="1938528"/>
            <a:ext cx="2377440" cy="7223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9E6C8C7-71E1-1709-F0BF-3F3377954FC7}"/>
              </a:ext>
            </a:extLst>
          </p:cNvPr>
          <p:cNvSpPr/>
          <p:nvPr/>
        </p:nvSpPr>
        <p:spPr>
          <a:xfrm>
            <a:off x="1478612" y="2622166"/>
            <a:ext cx="3770043" cy="7223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A1020F7-8FD4-D5C4-DF85-6406D6080F3A}"/>
              </a:ext>
            </a:extLst>
          </p:cNvPr>
          <p:cNvSpPr/>
          <p:nvPr/>
        </p:nvSpPr>
        <p:spPr>
          <a:xfrm>
            <a:off x="6333744" y="3374136"/>
            <a:ext cx="2377440" cy="72237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DD64773-2398-3921-078A-E420C7CA9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2107" y="5137373"/>
            <a:ext cx="1817090" cy="69677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87DF8473-99E4-F4D6-F14C-CB1CF8F681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88132" y="5177771"/>
            <a:ext cx="1700108" cy="615981"/>
          </a:xfrm>
          <a:prstGeom prst="rect">
            <a:avLst/>
          </a:prstGeom>
        </p:spPr>
      </p:pic>
      <p:pic>
        <p:nvPicPr>
          <p:cNvPr id="22" name="图片 21">
            <a:extLst>
              <a:ext uri="{FF2B5EF4-FFF2-40B4-BE49-F238E27FC236}">
                <a16:creationId xmlns:a16="http://schemas.microsoft.com/office/drawing/2014/main" id="{1AECCE3D-AF24-74FC-5CD2-686D8E1485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75525" y="5099075"/>
            <a:ext cx="1396365" cy="773371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0B2EB8B6-E9EB-7C6C-7D74-75F0DBBC314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0764" y="4970153"/>
            <a:ext cx="2162237" cy="112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638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12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38AB0D4-04FC-4248-3061-19B64D528B70}"/>
              </a:ext>
            </a:extLst>
          </p:cNvPr>
          <p:cNvSpPr txBox="1"/>
          <p:nvPr/>
        </p:nvSpPr>
        <p:spPr>
          <a:xfrm>
            <a:off x="602645" y="496389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斯特林公式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CC07820-C5AD-F40A-1E12-8443C6F6DD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408" y="1410780"/>
            <a:ext cx="9293352" cy="182752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FEABAD0-A104-C6A6-0CBA-79A445A920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996" y="3619692"/>
            <a:ext cx="5924550" cy="71437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9812A99-04D5-3240-F1D5-A672376BA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0029" y="4619357"/>
            <a:ext cx="8147304" cy="1451702"/>
          </a:xfrm>
          <a:prstGeom prst="rect">
            <a:avLst/>
          </a:prstGeom>
        </p:spPr>
      </p:pic>
      <p:sp>
        <p:nvSpPr>
          <p:cNvPr id="18" name="文本框 17">
            <a:extLst>
              <a:ext uri="{FF2B5EF4-FFF2-40B4-BE49-F238E27FC236}">
                <a16:creationId xmlns:a16="http://schemas.microsoft.com/office/drawing/2014/main" id="{C92D9EA6-2EF9-8A7E-1C96-47CE2443D4C6}"/>
              </a:ext>
            </a:extLst>
          </p:cNvPr>
          <p:cNvSpPr txBox="1"/>
          <p:nvPr/>
        </p:nvSpPr>
        <p:spPr>
          <a:xfrm>
            <a:off x="1359408" y="5185610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证明？</a:t>
            </a:r>
          </a:p>
        </p:txBody>
      </p:sp>
    </p:spTree>
    <p:extLst>
      <p:ext uri="{BB962C8B-B14F-4D97-AF65-F5344CB8AC3E}">
        <p14:creationId xmlns:p14="http://schemas.microsoft.com/office/powerpoint/2010/main" val="2839379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13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38AB0D4-04FC-4248-3061-19B64D528B70}"/>
              </a:ext>
            </a:extLst>
          </p:cNvPr>
          <p:cNvSpPr txBox="1"/>
          <p:nvPr/>
        </p:nvSpPr>
        <p:spPr>
          <a:xfrm>
            <a:off x="602645" y="496389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沃利斯公式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0CA12D0-8B65-E0C7-6334-D67EFF279B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058" y="4849909"/>
            <a:ext cx="5462812" cy="113279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E2DCA16-5A8E-5B6C-12DC-CFAFAF9027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320" y="1312697"/>
            <a:ext cx="8290555" cy="119657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21B98DA-4143-1D35-907F-B10BF7C9B2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270" y="2757617"/>
            <a:ext cx="7654387" cy="1905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843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5186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求数列极限（迭代型）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D43D5CF-D23E-8463-880D-AA93F57F8A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696" y="1293106"/>
            <a:ext cx="4238244" cy="92893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5F674E8-F568-FAB5-5846-B7DA31BE2E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696" y="2325657"/>
            <a:ext cx="4552672" cy="151995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677C0B8-6A95-62E7-C402-01F31BD79A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696" y="3962091"/>
            <a:ext cx="2663952" cy="80725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73A4A9B5-261F-85EF-08C7-A2AB29FDC1A6}"/>
              </a:ext>
            </a:extLst>
          </p:cNvPr>
          <p:cNvSpPr txBox="1"/>
          <p:nvPr/>
        </p:nvSpPr>
        <p:spPr>
          <a:xfrm>
            <a:off x="1097280" y="1387583"/>
            <a:ext cx="7409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1.</a:t>
            </a:r>
            <a:r>
              <a:rPr lang="zh-CN" altLang="en-US" sz="3200" dirty="0"/>
              <a:t>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2CD93C-A42A-F7F6-DAC1-58D2AAF2D576}"/>
              </a:ext>
            </a:extLst>
          </p:cNvPr>
          <p:cNvSpPr txBox="1"/>
          <p:nvPr/>
        </p:nvSpPr>
        <p:spPr>
          <a:xfrm>
            <a:off x="1073439" y="2294852"/>
            <a:ext cx="590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2.</a:t>
            </a:r>
            <a:r>
              <a:rPr lang="zh-CN" altLang="en-US" sz="3200" dirty="0"/>
              <a:t>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4EF27E-A2BD-0835-B510-0E6C67A0A626}"/>
              </a:ext>
            </a:extLst>
          </p:cNvPr>
          <p:cNvSpPr txBox="1"/>
          <p:nvPr/>
        </p:nvSpPr>
        <p:spPr>
          <a:xfrm>
            <a:off x="1125988" y="3980537"/>
            <a:ext cx="590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3.</a:t>
            </a:r>
            <a:r>
              <a:rPr lang="zh-CN" altLang="en-US" sz="3200" dirty="0"/>
              <a:t> 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1DDDD4B-A4A5-75C8-C721-FC9E64291B5C}"/>
              </a:ext>
            </a:extLst>
          </p:cNvPr>
          <p:cNvSpPr txBox="1"/>
          <p:nvPr/>
        </p:nvSpPr>
        <p:spPr>
          <a:xfrm>
            <a:off x="1112710" y="5021456"/>
            <a:ext cx="590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4.</a:t>
            </a:r>
            <a:r>
              <a:rPr lang="zh-CN" altLang="en-US" sz="3200" dirty="0"/>
              <a:t> 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9ACF1891-D145-1488-18A2-1AE281C491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8825" y="4987537"/>
            <a:ext cx="3105150" cy="112395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61CCC2D-E33B-8D53-88DD-5F375ACD75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5531" y="4930387"/>
            <a:ext cx="3257550" cy="1181100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D8843D15-F8B6-236A-A74C-C004452A5C7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41466" y="1927613"/>
            <a:ext cx="4981575" cy="1238250"/>
          </a:xfrm>
          <a:prstGeom prst="rect">
            <a:avLst/>
          </a:prstGeo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BA6F90B6-629D-27B6-0F34-DB415D2FAF7E}"/>
              </a:ext>
            </a:extLst>
          </p:cNvPr>
          <p:cNvSpPr txBox="1"/>
          <p:nvPr/>
        </p:nvSpPr>
        <p:spPr>
          <a:xfrm>
            <a:off x="6305090" y="2209181"/>
            <a:ext cx="590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5.</a:t>
            </a:r>
            <a:r>
              <a:rPr lang="zh-CN" altLang="en-US" sz="3200" dirty="0"/>
              <a:t> 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4B4A4EC7-6FB7-024D-D726-F02131909F2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3004" y="3641820"/>
            <a:ext cx="1028700" cy="723900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8D6F8532-1CB0-5CED-3555-A1FDADD58F20}"/>
              </a:ext>
            </a:extLst>
          </p:cNvPr>
          <p:cNvSpPr txBox="1"/>
          <p:nvPr/>
        </p:nvSpPr>
        <p:spPr>
          <a:xfrm>
            <a:off x="6373368" y="3675659"/>
            <a:ext cx="590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6.</a:t>
            </a:r>
            <a:r>
              <a:rPr lang="zh-CN" altLang="en-US" sz="32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4203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Ch10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无限数列与无穷级数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aseline="-25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三明治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重要极限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数列的形式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迭代型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递归型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数列的性质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有界性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单调性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无穷级数定义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无穷级数计算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好求级数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p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正项级数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比较判别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绝对收敛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ratio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root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条件收敛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莱布尼茨判别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收敛定理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积分敛散性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二次项级数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麦克劳林级数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泰勒展开求极限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间接法求泰勒级数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4334316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Ch11 </a:t>
            </a:r>
            <a:r>
              <a:rPr lang="zh-CN" altLang="en-US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参数方程与极坐标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求旋转体表面积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求扇形面积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</a:p>
        </p:txBody>
      </p:sp>
    </p:spTree>
    <p:extLst>
      <p:ext uri="{BB962C8B-B14F-4D97-AF65-F5344CB8AC3E}">
        <p14:creationId xmlns:p14="http://schemas.microsoft.com/office/powerpoint/2010/main" val="3274850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数列的形式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A263250-0530-4142-AB8B-2A5847BFE513}"/>
              </a:ext>
            </a:extLst>
          </p:cNvPr>
          <p:cNvSpPr txBox="1"/>
          <p:nvPr/>
        </p:nvSpPr>
        <p:spPr>
          <a:xfrm>
            <a:off x="1628782" y="1421241"/>
            <a:ext cx="3905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迭代形式 </a:t>
            </a:r>
            <a:r>
              <a:rPr lang="en-US" altLang="zh-CN" sz="2800" dirty="0"/>
              <a:t>(iterative form)</a:t>
            </a:r>
            <a:endParaRPr lang="zh-CN" altLang="en-US" sz="28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5E799B-0FDD-743C-2484-A4B25402CC60}"/>
              </a:ext>
            </a:extLst>
          </p:cNvPr>
          <p:cNvSpPr txBox="1"/>
          <p:nvPr/>
        </p:nvSpPr>
        <p:spPr>
          <a:xfrm>
            <a:off x="6536245" y="1431524"/>
            <a:ext cx="402270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递归形式 </a:t>
            </a:r>
            <a:r>
              <a:rPr lang="en-US" altLang="zh-CN" sz="2800" dirty="0"/>
              <a:t>(recursive form)</a:t>
            </a:r>
            <a:endParaRPr lang="zh-CN" altLang="en-US" sz="28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B3B9071-4729-97A1-9419-077663913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723" y="3844955"/>
            <a:ext cx="4570241" cy="56993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EE5A2663-A3D2-F90D-FE6D-40642113E8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7479" y="2459141"/>
            <a:ext cx="3359796" cy="40693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2481B57-FF44-3C49-C1AB-213DED39A22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504"/>
          <a:stretch/>
        </p:blipFill>
        <p:spPr>
          <a:xfrm>
            <a:off x="6447155" y="3225534"/>
            <a:ext cx="5520106" cy="406932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A97F0E87-8158-C081-30E8-052B78213B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04976" y="2035526"/>
            <a:ext cx="3629024" cy="4078565"/>
          </a:xfrm>
          <a:prstGeom prst="rect">
            <a:avLst/>
          </a:prstGeom>
        </p:spPr>
      </p:pic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0D4846C0-7DD0-2F80-3E7A-961137F4D84F}"/>
              </a:ext>
            </a:extLst>
          </p:cNvPr>
          <p:cNvCxnSpPr>
            <a:cxnSpLocks/>
          </p:cNvCxnSpPr>
          <p:nvPr/>
        </p:nvCxnSpPr>
        <p:spPr>
          <a:xfrm>
            <a:off x="5631553" y="1693489"/>
            <a:ext cx="875926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829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数列的有界性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283163A-819D-1897-96FC-1BA404B57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324" y="1279533"/>
            <a:ext cx="9277350" cy="347496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774A463-B6AF-853D-73AD-CAB814C4C4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8614"/>
          <a:stretch/>
        </p:blipFill>
        <p:spPr>
          <a:xfrm>
            <a:off x="8433895" y="4400016"/>
            <a:ext cx="3370994" cy="1956334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C640E39-1672-23D4-E703-AB4DA18C37E7}"/>
              </a:ext>
            </a:extLst>
          </p:cNvPr>
          <p:cNvSpPr txBox="1"/>
          <p:nvPr/>
        </p:nvSpPr>
        <p:spPr>
          <a:xfrm>
            <a:off x="2160232" y="5293814"/>
            <a:ext cx="55707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上界；下界；最小上界；最大上界</a:t>
            </a:r>
          </a:p>
        </p:txBody>
      </p:sp>
    </p:spTree>
    <p:extLst>
      <p:ext uri="{BB962C8B-B14F-4D97-AF65-F5344CB8AC3E}">
        <p14:creationId xmlns:p14="http://schemas.microsoft.com/office/powerpoint/2010/main" val="3677361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18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数列的单调性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6306DDD-C017-B7ED-63FD-F51433E851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026" y="1142720"/>
            <a:ext cx="9815561" cy="143320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8324F45-339C-87E2-EC6A-8E3782AF36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8219" y="2538865"/>
            <a:ext cx="9461794" cy="97997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DBFBDEF5-C822-E0BA-E8D9-2FACB95D84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3635" y="3222255"/>
            <a:ext cx="3379607" cy="2846443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2799CA66-440C-CD07-19F8-6034AB7884A5}"/>
              </a:ext>
            </a:extLst>
          </p:cNvPr>
          <p:cNvSpPr txBox="1"/>
          <p:nvPr/>
        </p:nvSpPr>
        <p:spPr>
          <a:xfrm>
            <a:off x="2195388" y="3426127"/>
            <a:ext cx="4839786" cy="16970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400" dirty="0"/>
              <a:t>单调有界推出一个数列收敛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400" dirty="0"/>
              <a:t>数列收敛不能推出单调或是有界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400" dirty="0"/>
              <a:t>单调增有上界，单调减有下界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D53E09E-80C4-0829-28CA-C81E1249D08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0730" y="5226072"/>
            <a:ext cx="7269102" cy="1130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733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19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5186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求数列极限（递归型）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3A4A9B5-261F-85EF-08C7-A2AB29FDC1A6}"/>
              </a:ext>
            </a:extLst>
          </p:cNvPr>
          <p:cNvSpPr txBox="1"/>
          <p:nvPr/>
        </p:nvSpPr>
        <p:spPr>
          <a:xfrm>
            <a:off x="1782673" y="1454188"/>
            <a:ext cx="590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1.</a:t>
            </a:r>
            <a:r>
              <a:rPr lang="zh-CN" altLang="en-US" sz="3200" dirty="0"/>
              <a:t>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42CD93C-A42A-F7F6-DAC1-58D2AAF2D576}"/>
              </a:ext>
            </a:extLst>
          </p:cNvPr>
          <p:cNvSpPr txBox="1"/>
          <p:nvPr/>
        </p:nvSpPr>
        <p:spPr>
          <a:xfrm>
            <a:off x="1782673" y="2716638"/>
            <a:ext cx="59022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2.</a:t>
            </a:r>
            <a:r>
              <a:rPr lang="zh-CN" altLang="en-US" sz="3200" dirty="0"/>
              <a:t> 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B4EF27E-A2BD-0835-B510-0E6C67A0A626}"/>
              </a:ext>
            </a:extLst>
          </p:cNvPr>
          <p:cNvSpPr txBox="1"/>
          <p:nvPr/>
        </p:nvSpPr>
        <p:spPr>
          <a:xfrm>
            <a:off x="1782673" y="3807638"/>
            <a:ext cx="6399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/>
              <a:t>3.</a:t>
            </a:r>
            <a:r>
              <a:rPr lang="zh-CN" altLang="en-US" sz="3600" dirty="0"/>
              <a:t>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D3A152A-D39B-C47A-8FF7-3B27AD89B7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581" y="1317908"/>
            <a:ext cx="8591063" cy="101469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1CDD064-1EB8-E977-D80A-5AFD6F897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1389" y="2704617"/>
            <a:ext cx="9205203" cy="66364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FA103979-4D27-0954-BCB8-456FD0B704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1389" y="3814948"/>
            <a:ext cx="9409583" cy="639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278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20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Ch10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无限数列与无穷级数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aseline="-25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三明治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重要极限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数列的形式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数列的性质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无穷级数定义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无穷级数计算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好求级数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p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正项级数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比较判别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绝对收敛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ratio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root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条件收敛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莱布尼茨判别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收敛定理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积分敛散性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二次项级数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麦克劳林级数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泰勒展开求极限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间接法求泰勒级数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4334316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Ch11 </a:t>
            </a:r>
            <a:r>
              <a:rPr lang="zh-CN" altLang="en-US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参数方程与极坐标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求旋转体表面积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求扇形面积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</a:p>
        </p:txBody>
      </p:sp>
    </p:spTree>
    <p:extLst>
      <p:ext uri="{BB962C8B-B14F-4D97-AF65-F5344CB8AC3E}">
        <p14:creationId xmlns:p14="http://schemas.microsoft.com/office/powerpoint/2010/main" val="814822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无穷级数的定义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3B4385B-5176-3DFA-B4B1-FF1C8BA75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972" y="1196849"/>
            <a:ext cx="6683509" cy="510537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F0F1AB4-64D7-29BC-50AC-5D172EEC243D}"/>
              </a:ext>
            </a:extLst>
          </p:cNvPr>
          <p:cNvSpPr txBox="1"/>
          <p:nvPr/>
        </p:nvSpPr>
        <p:spPr>
          <a:xfrm>
            <a:off x="8473439" y="2682750"/>
            <a:ext cx="31406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0" i="0" u="none" strike="noStrike" baseline="0" dirty="0"/>
              <a:t>常数项级数收敛</a:t>
            </a:r>
            <a:r>
              <a:rPr lang="en-US" altLang="zh-CN" sz="2400" b="0" i="0" u="none" strike="noStrike" baseline="0" dirty="0"/>
              <a:t>(</a:t>
            </a:r>
            <a:r>
              <a:rPr lang="zh-CN" altLang="en-US" sz="2400" b="0" i="0" u="none" strike="noStrike" baseline="0" dirty="0"/>
              <a:t>发散</a:t>
            </a:r>
            <a:r>
              <a:rPr lang="en-US" altLang="zh-CN" sz="2400" b="0" i="0" u="none" strike="noStrike" baseline="0" dirty="0"/>
              <a:t>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4448C72-E267-708D-EDE4-A41090FB8B2B}"/>
                  </a:ext>
                </a:extLst>
              </p:cNvPr>
              <p:cNvSpPr txBox="1"/>
              <p:nvPr/>
            </p:nvSpPr>
            <p:spPr>
              <a:xfrm>
                <a:off x="8473439" y="4427799"/>
                <a:ext cx="330054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pt-BR" altLang="zh-CN" sz="24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pt-BR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pt-BR" altLang="zh-CN" sz="2400" i="0" smtClean="0"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pt-BR" altLang="zh-CN" sz="240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altLang="zh-CN" sz="2400" i="1" smtClean="0"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sz="2400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sub>
                        </m:s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func>
                  </m:oMath>
                </a14:m>
                <a:r>
                  <a:rPr lang="zh-CN" altLang="en-US" sz="2400" dirty="0"/>
                  <a:t>存在</a:t>
                </a:r>
                <a:r>
                  <a:rPr lang="en-US" altLang="zh-CN" sz="2400" dirty="0"/>
                  <a:t>(</a:t>
                </a:r>
                <a:r>
                  <a:rPr lang="zh-CN" altLang="en-US" sz="2400" dirty="0"/>
                  <a:t>不存在</a:t>
                </a:r>
                <a:r>
                  <a:rPr lang="en-US" altLang="zh-CN" sz="2400" dirty="0"/>
                  <a:t>) </a:t>
                </a:r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4448C72-E267-708D-EDE4-A41090FB8B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3439" y="4427799"/>
                <a:ext cx="3300549" cy="461665"/>
              </a:xfrm>
              <a:prstGeom prst="rect">
                <a:avLst/>
              </a:prstGeom>
              <a:blipFill>
                <a:blip r:embed="rId3"/>
                <a:stretch>
                  <a:fillRect l="-555" t="-15789" r="-3697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C8F1307D-2F28-8831-B5F7-CAB052DFB4D2}"/>
              </a:ext>
            </a:extLst>
          </p:cNvPr>
          <p:cNvCxnSpPr>
            <a:cxnSpLocks/>
          </p:cNvCxnSpPr>
          <p:nvPr/>
        </p:nvCxnSpPr>
        <p:spPr>
          <a:xfrm>
            <a:off x="9937059" y="3323818"/>
            <a:ext cx="0" cy="8659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B9D89A3-BEFD-F876-4603-F70DB8DB5A2E}"/>
              </a:ext>
            </a:extLst>
          </p:cNvPr>
          <p:cNvCxnSpPr>
            <a:cxnSpLocks/>
          </p:cNvCxnSpPr>
          <p:nvPr/>
        </p:nvCxnSpPr>
        <p:spPr>
          <a:xfrm flipV="1">
            <a:off x="10123713" y="3316537"/>
            <a:ext cx="0" cy="865993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04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Ch10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无限数列与无穷级数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aseline="-25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三明治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重要极限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数列的形式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数列的性质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无穷级数计算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好求级数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几何级数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p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正项级数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比较判别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绝对收敛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ratio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root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条件收敛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莱布尼茨判别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收敛定理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积分敛散性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二次项级数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麦克劳林级数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泰勒展开求极限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间接法求泰勒级数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4334316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Ch11 </a:t>
            </a:r>
            <a:r>
              <a:rPr lang="zh-CN" altLang="en-US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参数方程与极坐标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求旋转体表面积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求扇形面积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</a:p>
        </p:txBody>
      </p:sp>
    </p:spTree>
    <p:extLst>
      <p:ext uri="{BB962C8B-B14F-4D97-AF65-F5344CB8AC3E}">
        <p14:creationId xmlns:p14="http://schemas.microsoft.com/office/powerpoint/2010/main" val="359211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23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56781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好求级数（直接判别法）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6B10B9E-3501-B59B-4995-4CB769DF43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247" y="1243137"/>
            <a:ext cx="7091525" cy="143474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2CF26C3-5A0E-0291-4888-62F3E0D87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8813" y="2720413"/>
            <a:ext cx="7502392" cy="192252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8F4BEA7-BF57-D3DE-4FBC-106350D9D009}"/>
              </a:ext>
            </a:extLst>
          </p:cNvPr>
          <p:cNvSpPr txBox="1"/>
          <p:nvPr/>
        </p:nvSpPr>
        <p:spPr>
          <a:xfrm>
            <a:off x="553483" y="277830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几何级数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F0D1EDB-FA01-0D3E-DBAF-74FB3C567BC1}"/>
              </a:ext>
            </a:extLst>
          </p:cNvPr>
          <p:cNvSpPr txBox="1"/>
          <p:nvPr/>
        </p:nvSpPr>
        <p:spPr>
          <a:xfrm>
            <a:off x="245706" y="5085288"/>
            <a:ext cx="20313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“裂项”级数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83C82BD9-4709-55CA-4517-129CCCF58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0598" y="4873207"/>
            <a:ext cx="4343400" cy="88582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C672E7E-42B4-B574-A8C5-348AC32F10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8424" y="4863682"/>
            <a:ext cx="2847975" cy="895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40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2" y="6356349"/>
            <a:ext cx="2743200" cy="365125"/>
          </a:xfrm>
        </p:spPr>
        <p:txBody>
          <a:bodyPr/>
          <a:lstStyle/>
          <a:p>
            <a:fld id="{4FDB0C52-E6B8-495F-B49F-D5BF48EAD57E}" type="slidenum">
              <a:rPr lang="zh-CN" altLang="en-US" smtClean="0"/>
              <a:t>24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718658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级数收敛的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必要条件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3C3C3C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（排除法）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3C3C3C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948222E-9A65-705C-E789-DBC6BB65AD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83839"/>
            <a:ext cx="7843839" cy="85675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7D67ACF-6DB4-EFB6-24A6-428AC89ECD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295" y="2313145"/>
            <a:ext cx="5927953" cy="869771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86574405-B450-56C0-8D91-F3C9B3AFEA38}"/>
              </a:ext>
            </a:extLst>
          </p:cNvPr>
          <p:cNvSpPr txBox="1"/>
          <p:nvPr/>
        </p:nvSpPr>
        <p:spPr>
          <a:xfrm>
            <a:off x="1343107" y="3338462"/>
            <a:ext cx="6096000" cy="1137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4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如果级数的一般项不趋于零</a:t>
            </a:r>
            <a:r>
              <a:rPr lang="en-US" altLang="zh-CN" sz="24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4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则级数发散</a:t>
            </a:r>
            <a:r>
              <a:rPr lang="en-US" altLang="zh-CN" sz="24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; </a:t>
            </a:r>
          </a:p>
          <a:p>
            <a:pPr>
              <a:lnSpc>
                <a:spcPct val="150000"/>
              </a:lnSpc>
            </a:pPr>
            <a:r>
              <a:rPr lang="en-US" altLang="zh-CN" sz="24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4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必要条件不充分</a:t>
            </a:r>
            <a:r>
              <a:rPr lang="en-US" altLang="zh-CN" sz="24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endParaRPr lang="zh-CN" altLang="en-US" sz="24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2D44EB8-F7B9-44D1-0D4D-D82ED84E16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343" y="1922810"/>
            <a:ext cx="4365444" cy="88538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A327CFC-9F28-9EA3-E26C-883CAD1139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525" y="4745685"/>
            <a:ext cx="9306862" cy="1282881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8D2809B1-B01A-1750-DD34-6BAB4303019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9107" y="3102620"/>
            <a:ext cx="4780923" cy="2371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018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685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数列级数的运算法则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D56BA62-1CCB-2FD7-8575-F547E06D2D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" y="1411787"/>
            <a:ext cx="9931813" cy="215872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6B698D93-8CC5-9E76-B3AB-417920A501EE}"/>
              </a:ext>
            </a:extLst>
          </p:cNvPr>
          <p:cNvSpPr txBox="1"/>
          <p:nvPr/>
        </p:nvSpPr>
        <p:spPr>
          <a:xfrm>
            <a:off x="4310050" y="3502165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只会用到加减和数乘！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15CD887-08D9-9A50-76CA-4EF82CD240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406" y="3981267"/>
            <a:ext cx="8490857" cy="1464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0512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5F1740-E220-4B17-BA76-357BEBA435BD}" type="datetime1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D6C00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2024/6/2</a:t>
            </a:fld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rgbClr val="ED6C00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ED6C00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高数期中带飞课 苏宇鹏 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ED6C00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12111212@mail.sustech.edu.cn Chapter2 Chapter3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rgbClr val="ED6C00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DB0C52-E6B8-495F-B49F-D5BF48EAD57E}" type="slidenum">
              <a:rPr kumimoji="0" lang="zh-CN" altLang="en-US" sz="1600" b="0" i="0" u="none" strike="noStrike" kern="1200" cap="none" spc="0" normalizeH="0" baseline="0" noProof="0" smtClean="0">
                <a:ln>
                  <a:noFill/>
                </a:ln>
                <a:solidFill>
                  <a:srgbClr val="ED6C00">
                    <a:tint val="75000"/>
                  </a:srgbClr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ED6C00">
                  <a:tint val="75000"/>
                </a:srgbClr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68589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函数极限的运算法则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 descr="表格&#10;&#10;描述已自动生成">
            <a:extLst>
              <a:ext uri="{FF2B5EF4-FFF2-40B4-BE49-F238E27FC236}">
                <a16:creationId xmlns:a16="http://schemas.microsoft.com/office/drawing/2014/main" id="{46572258-4951-0F7E-A89C-E60CF4DBF2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645" y="1366034"/>
            <a:ext cx="7793674" cy="499031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91EB045-928D-4F0C-2C1A-F350C4BDA00C}"/>
              </a:ext>
            </a:extLst>
          </p:cNvPr>
          <p:cNvSpPr txBox="1"/>
          <p:nvPr/>
        </p:nvSpPr>
        <p:spPr>
          <a:xfrm>
            <a:off x="7978886" y="1768256"/>
            <a:ext cx="3368230" cy="33214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有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+ 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无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= 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无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ED6C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无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+ 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无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= 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不定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ED6C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有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* 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无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= 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不定</a:t>
            </a:r>
            <a:endParaRPr kumimoji="0" lang="en-US" altLang="zh-CN" sz="3600" b="0" i="0" u="none" strike="noStrike" kern="1200" cap="none" spc="0" normalizeH="0" baseline="0" noProof="0" dirty="0">
              <a:ln>
                <a:noFill/>
              </a:ln>
              <a:solidFill>
                <a:srgbClr val="ED6C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  <a:p>
            <a:pPr marL="457200" marR="0" lvl="0" indent="-4572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无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* 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无 </a:t>
            </a:r>
            <a:r>
              <a:rPr kumimoji="0" lang="en-US" altLang="zh-CN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= </a:t>
            </a:r>
            <a:r>
              <a:rPr kumimoji="0" lang="zh-CN" altLang="en-US" sz="36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不定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1AE96BD-ADDD-D005-126E-2C12D9C3FABB}"/>
              </a:ext>
            </a:extLst>
          </p:cNvPr>
          <p:cNvSpPr/>
          <p:nvPr/>
        </p:nvSpPr>
        <p:spPr>
          <a:xfrm>
            <a:off x="838200" y="2415396"/>
            <a:ext cx="5933536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D6C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715B9CD-F0A7-2918-97C9-78CBADC2F71A}"/>
              </a:ext>
            </a:extLst>
          </p:cNvPr>
          <p:cNvSpPr/>
          <p:nvPr/>
        </p:nvSpPr>
        <p:spPr>
          <a:xfrm>
            <a:off x="844884" y="3632592"/>
            <a:ext cx="5933536" cy="457200"/>
          </a:xfrm>
          <a:prstGeom prst="rect">
            <a:avLst/>
          </a:prstGeom>
          <a:noFill/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ED6C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B874A69-6A71-9947-C72B-B646BCC414AE}"/>
              </a:ext>
            </a:extLst>
          </p:cNvPr>
          <p:cNvSpPr/>
          <p:nvPr/>
        </p:nvSpPr>
        <p:spPr>
          <a:xfrm>
            <a:off x="7863840" y="1881051"/>
            <a:ext cx="3587931" cy="164592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733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2899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加减项与重建索引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2CADF259-7952-1ED2-43BC-50023E503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06" y="4423601"/>
            <a:ext cx="8449272" cy="184455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CC05E91-E60C-E199-B01D-2A0628419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0006" y="1196868"/>
            <a:ext cx="8371986" cy="313854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70800B24-7069-CF62-C13B-0B09C792CB2E}"/>
              </a:ext>
            </a:extLst>
          </p:cNvPr>
          <p:cNvSpPr txBox="1"/>
          <p:nvPr/>
        </p:nvSpPr>
        <p:spPr>
          <a:xfrm>
            <a:off x="8274039" y="2569464"/>
            <a:ext cx="34163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/>
              <a:t>加减有限的项</a:t>
            </a:r>
            <a:endParaRPr lang="en-US" altLang="zh-CN" sz="2800" dirty="0"/>
          </a:p>
          <a:p>
            <a:pPr algn="ctr"/>
            <a:r>
              <a:rPr lang="zh-CN" altLang="en-US" sz="2800" dirty="0"/>
              <a:t>不会改变级数敛散性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1A6A00-D17D-25DF-F764-C882646823C9}"/>
              </a:ext>
            </a:extLst>
          </p:cNvPr>
          <p:cNvSpPr txBox="1"/>
          <p:nvPr/>
        </p:nvSpPr>
        <p:spPr>
          <a:xfrm>
            <a:off x="8274040" y="4758387"/>
            <a:ext cx="3416320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2800" dirty="0"/>
              <a:t>项的次序不变</a:t>
            </a:r>
            <a:endParaRPr lang="en-US" altLang="zh-CN" sz="2800" dirty="0"/>
          </a:p>
          <a:p>
            <a:pPr algn="ctr"/>
            <a:r>
              <a:rPr lang="zh-CN" altLang="en-US" sz="2800" dirty="0"/>
              <a:t>不会改变级数敛散性</a:t>
            </a:r>
          </a:p>
        </p:txBody>
      </p:sp>
    </p:spTree>
    <p:extLst>
      <p:ext uri="{BB962C8B-B14F-4D97-AF65-F5344CB8AC3E}">
        <p14:creationId xmlns:p14="http://schemas.microsoft.com/office/powerpoint/2010/main" val="2574729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28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Ch10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无限数列与无穷级数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aseline="-25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三明治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重要极限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数列的形式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数列的性质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p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正项级数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直接判别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积分判别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比较判别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绝对收敛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ratio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root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条件收敛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莱布尼茨判别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收敛定理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积分敛散性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二次项级数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麦克劳林级数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泰勒展开求极限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间接法求泰勒级数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4334316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Ch11 </a:t>
            </a:r>
            <a:r>
              <a:rPr lang="zh-CN" altLang="en-US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参数方程与极坐标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求旋转体表面积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求扇形面积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</a:p>
        </p:txBody>
      </p:sp>
    </p:spTree>
    <p:extLst>
      <p:ext uri="{BB962C8B-B14F-4D97-AF65-F5344CB8AC3E}">
        <p14:creationId xmlns:p14="http://schemas.microsoft.com/office/powerpoint/2010/main" val="1878063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29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6773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积分判别法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209CF8D-F3FA-1854-14C6-2EF3987845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043" y="1175001"/>
            <a:ext cx="9955911" cy="1891451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30DE987-F666-790E-A6E5-67EFE72B7E69}"/>
              </a:ext>
            </a:extLst>
          </p:cNvPr>
          <p:cNvSpPr txBox="1"/>
          <p:nvPr/>
        </p:nvSpPr>
        <p:spPr>
          <a:xfrm>
            <a:off x="2608505" y="2923269"/>
            <a:ext cx="6974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数列级数敛散性  </a:t>
            </a:r>
            <a:r>
              <a:rPr lang="en-US" altLang="zh-CN" sz="2800" dirty="0">
                <a:sym typeface="Wingdings" panose="05000000000000000000" pitchFamily="2" charset="2"/>
              </a:rPr>
              <a:t>&lt;==&gt; </a:t>
            </a:r>
            <a:r>
              <a:rPr lang="en-US" altLang="zh-CN" sz="2800" dirty="0"/>
              <a:t> </a:t>
            </a:r>
            <a:r>
              <a:rPr lang="zh-CN" altLang="en-US" sz="2800" dirty="0"/>
              <a:t>函数广义积分敛散性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848E529-A6D4-9B18-81C3-DE0B1B9E7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313" y="3399171"/>
            <a:ext cx="3488817" cy="228171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6D4414E-963F-9591-9F06-C1B32BB913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016" y="3446489"/>
            <a:ext cx="3488817" cy="200005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B9F4300-577C-B33C-F771-D89A1173A1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198" y="5394325"/>
            <a:ext cx="6705600" cy="96202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BBE14F6-90FC-F5D5-AB08-EDCF9ACD9F7A}"/>
              </a:ext>
            </a:extLst>
          </p:cNvPr>
          <p:cNvSpPr/>
          <p:nvPr/>
        </p:nvSpPr>
        <p:spPr>
          <a:xfrm>
            <a:off x="5724144" y="1746504"/>
            <a:ext cx="3611880" cy="3383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E143D74-48B1-4218-22A6-C9FD73C44C85}"/>
              </a:ext>
            </a:extLst>
          </p:cNvPr>
          <p:cNvSpPr txBox="1"/>
          <p:nvPr/>
        </p:nvSpPr>
        <p:spPr>
          <a:xfrm>
            <a:off x="679429" y="4184906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证明？</a:t>
            </a:r>
          </a:p>
        </p:txBody>
      </p:sp>
    </p:spTree>
    <p:extLst>
      <p:ext uri="{BB962C8B-B14F-4D97-AF65-F5344CB8AC3E}">
        <p14:creationId xmlns:p14="http://schemas.microsoft.com/office/powerpoint/2010/main" val="1962272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5" grpId="0" animBg="1"/>
      <p:bldP spid="17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30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15055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P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级数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9D17B9-3B96-C339-229C-A2FE586F4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911" y="1355217"/>
            <a:ext cx="9272565" cy="189217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3E3DF68-559D-7416-57D4-B4877017BD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4875022"/>
            <a:ext cx="4229100" cy="885825"/>
          </a:xfrm>
          <a:prstGeom prst="rect">
            <a:avLst/>
          </a:prstGeom>
        </p:spPr>
      </p:pic>
      <p:pic>
        <p:nvPicPr>
          <p:cNvPr id="11" name="图片 10" descr="卡通人物&#10;&#10;中度可信度描述已自动生成">
            <a:extLst>
              <a:ext uri="{FF2B5EF4-FFF2-40B4-BE49-F238E27FC236}">
                <a16:creationId xmlns:a16="http://schemas.microsoft.com/office/drawing/2014/main" id="{4BE856B1-0211-7460-5FB4-F5FF4176E4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6415" y="3429000"/>
            <a:ext cx="9373238" cy="124469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F83485AD-9996-CD96-3A2F-16B18684479D}"/>
              </a:ext>
            </a:extLst>
          </p:cNvPr>
          <p:cNvSpPr txBox="1"/>
          <p:nvPr/>
        </p:nvSpPr>
        <p:spPr>
          <a:xfrm>
            <a:off x="2788920" y="4991804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证明？</a:t>
            </a:r>
          </a:p>
        </p:txBody>
      </p:sp>
    </p:spTree>
    <p:extLst>
      <p:ext uri="{BB962C8B-B14F-4D97-AF65-F5344CB8AC3E}">
        <p14:creationId xmlns:p14="http://schemas.microsoft.com/office/powerpoint/2010/main" val="40884731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余数的界限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E50B3A3-7C0F-D51E-8885-34CDA6725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6" y="1142720"/>
            <a:ext cx="9877425" cy="27432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3A52290-143C-EAB9-EE88-F3F9BBE2BD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7938" y="3885920"/>
            <a:ext cx="3665952" cy="229122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621283A-079E-C272-996B-28BF1CA287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1955" y="3862551"/>
            <a:ext cx="3665952" cy="232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070475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直接比较判别法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5E96BEB-6927-2675-2F45-442D2142C3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6294" y="1142720"/>
            <a:ext cx="8999410" cy="232595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2E661CE-DECE-B8A1-BCB6-2D79D08E2858}"/>
              </a:ext>
            </a:extLst>
          </p:cNvPr>
          <p:cNvSpPr txBox="1"/>
          <p:nvPr/>
        </p:nvSpPr>
        <p:spPr>
          <a:xfrm>
            <a:off x="683436" y="4544151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证明？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C21C213C-F285-CFA7-0F47-586D55E19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5320" y="3719846"/>
            <a:ext cx="5963325" cy="119266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43C8E025-CA69-53BB-4AB6-29922CB19B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7397" y="4912511"/>
            <a:ext cx="6329363" cy="134831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58A660BB-5C60-39CB-9D72-D8D2E7D022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9565" y="3359618"/>
            <a:ext cx="1724235" cy="104603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87370D6E-9BA6-99F1-3E4D-A6915DA79E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83682" y="4647599"/>
            <a:ext cx="1415999" cy="933023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2BA9C7E0-5C0D-61EA-F662-D52E3B26FA80}"/>
              </a:ext>
            </a:extLst>
          </p:cNvPr>
          <p:cNvSpPr/>
          <p:nvPr/>
        </p:nvSpPr>
        <p:spPr>
          <a:xfrm>
            <a:off x="1945320" y="1670180"/>
            <a:ext cx="2038851" cy="29684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051268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9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33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极限比较判别法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0780CCA-0E67-9BB2-C9B2-F31F23AF3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3818" y="1168972"/>
            <a:ext cx="8871013" cy="3252448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ED92A80-0A31-EEEC-9C4E-2717BB238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4949166"/>
            <a:ext cx="3718130" cy="87943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CB20BF27-292D-926A-E41D-B8C994CE3D3E}"/>
              </a:ext>
            </a:extLst>
          </p:cNvPr>
          <p:cNvSpPr txBox="1"/>
          <p:nvPr/>
        </p:nvSpPr>
        <p:spPr>
          <a:xfrm>
            <a:off x="2000314" y="4395168"/>
            <a:ext cx="276550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几何级数</a:t>
            </a:r>
            <a:r>
              <a:rPr lang="en-US" altLang="zh-CN" sz="2400" dirty="0"/>
              <a:t>/</a:t>
            </a:r>
            <a:r>
              <a:rPr lang="zh-CN" altLang="en-US" sz="2400" dirty="0"/>
              <a:t>等比级数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F5FF96D-B8AF-D9FC-351A-6C5A54CCED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9325" y="4940022"/>
            <a:ext cx="5162550" cy="80962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E7CAB14-8D94-397A-1CEB-BD4E8F3F9FF7}"/>
              </a:ext>
            </a:extLst>
          </p:cNvPr>
          <p:cNvSpPr txBox="1"/>
          <p:nvPr/>
        </p:nvSpPr>
        <p:spPr>
          <a:xfrm>
            <a:off x="7404419" y="4395168"/>
            <a:ext cx="28680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/>
              <a:t>P</a:t>
            </a:r>
            <a:r>
              <a:rPr lang="zh-CN" altLang="en-US" sz="2400" dirty="0"/>
              <a:t>级数（或 </a:t>
            </a:r>
            <a:r>
              <a:rPr lang="en-US" altLang="zh-CN" sz="2400" dirty="0"/>
              <a:t>ln </a:t>
            </a:r>
            <a:r>
              <a:rPr lang="zh-CN" altLang="en-US" sz="2400" dirty="0"/>
              <a:t>形式）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A3ABE94A-FC6F-0C32-CF35-14CB3FBA8B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6556" y="3196180"/>
            <a:ext cx="2876550" cy="79057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7FFC9840-46CF-59EC-4647-1CBF064C9D05}"/>
              </a:ext>
            </a:extLst>
          </p:cNvPr>
          <p:cNvSpPr/>
          <p:nvPr/>
        </p:nvSpPr>
        <p:spPr>
          <a:xfrm>
            <a:off x="7726680" y="1316736"/>
            <a:ext cx="2029968" cy="32004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7085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148967-5E48-F162-F483-B7744E44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0CEF-D420-455D-80D5-7DAE87FAC7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7741B0-C76C-5095-B949-ADEB40C0C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高数期末带飞课 苏宇鹏 </a:t>
            </a:r>
            <a:r>
              <a:rPr lang="en-US" altLang="zh-CN" dirty="0"/>
              <a:t>12111212@mail.sustech.edu.cn Chapter8 Chapter9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5160A7-598E-F1CB-8ED8-99F2EE9F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34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139B63C-6199-09D7-2B0D-CCA1DBC61A9E}"/>
              </a:ext>
            </a:extLst>
          </p:cNvPr>
          <p:cNvSpPr txBox="1"/>
          <p:nvPr/>
        </p:nvSpPr>
        <p:spPr>
          <a:xfrm>
            <a:off x="602645" y="496389"/>
            <a:ext cx="310854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敛散性判别 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*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93F7EFF-D4F9-94C9-3F29-CC577FE6F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42720"/>
            <a:ext cx="7327447" cy="230220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3B9683B8-CBFA-7E38-DD39-F56716EF91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429000"/>
            <a:ext cx="7395656" cy="270237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53DD2AF-6378-8A27-E15B-901686FEC8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093" y="4014787"/>
            <a:ext cx="4459826" cy="2302204"/>
          </a:xfrm>
          <a:prstGeom prst="rect">
            <a:avLst/>
          </a:prstGeom>
        </p:spPr>
      </p:pic>
      <p:pic>
        <p:nvPicPr>
          <p:cNvPr id="13" name="图片 12" descr="文本, 信件&#10;&#10;描述已自动生成">
            <a:extLst>
              <a:ext uri="{FF2B5EF4-FFF2-40B4-BE49-F238E27FC236}">
                <a16:creationId xmlns:a16="http://schemas.microsoft.com/office/drawing/2014/main" id="{C3345C25-B85A-FE1B-2A99-042D15D2BB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6945" y="1788324"/>
            <a:ext cx="4580319" cy="177022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2E0E7856-7223-8FD5-3B55-847D968FEFBC}"/>
              </a:ext>
            </a:extLst>
          </p:cNvPr>
          <p:cNvSpPr txBox="1"/>
          <p:nvPr/>
        </p:nvSpPr>
        <p:spPr>
          <a:xfrm>
            <a:off x="8333392" y="3552684"/>
            <a:ext cx="34243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用</a:t>
            </a:r>
            <a:r>
              <a:rPr lang="en-US" altLang="zh-CN" sz="2400" dirty="0"/>
              <a:t>p</a:t>
            </a:r>
            <a:r>
              <a:rPr lang="zh-CN" altLang="en-US" sz="2400" dirty="0"/>
              <a:t>级数比较非常重要！</a:t>
            </a:r>
          </a:p>
        </p:txBody>
      </p:sp>
    </p:spTree>
    <p:extLst>
      <p:ext uri="{BB962C8B-B14F-4D97-AF65-F5344CB8AC3E}">
        <p14:creationId xmlns:p14="http://schemas.microsoft.com/office/powerpoint/2010/main" val="14077934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66864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判别级数敛散性（比较审敛）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FAFFED-7BCD-E38A-D2A8-6F87EAC18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9544" y="1363277"/>
            <a:ext cx="5318026" cy="11586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8DC8744-A2CB-F3C7-78A1-4128019D2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5083" y="2660374"/>
            <a:ext cx="3286125" cy="127635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5DB1DE6-F9ED-E106-4585-E12D550689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800" y="4103379"/>
            <a:ext cx="2819400" cy="15335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7D8B6A8-04A8-5CD7-2418-0B0F90D62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5999" y="4075144"/>
            <a:ext cx="3000375" cy="145732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C9540E1-F343-970D-B4D2-630DA4995D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4383" y="2588936"/>
            <a:ext cx="5438775" cy="141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8819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Ch10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无限数列与无穷级数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aseline="-25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三明治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重要极限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数列的形式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数列的性质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p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正项级数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比较判别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绝对收敛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ratio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root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条件收敛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莱布尼茨判别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收敛定理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积分敛散性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二次项级数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麦克劳林级数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泰勒展开求极限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间接法求泰勒级数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4334316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Ch11 </a:t>
            </a:r>
            <a:r>
              <a:rPr lang="zh-CN" altLang="en-US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参数方程与极坐标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求旋转体表面积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求扇形面积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</a:p>
        </p:txBody>
      </p:sp>
    </p:spTree>
    <p:extLst>
      <p:ext uri="{BB962C8B-B14F-4D97-AF65-F5344CB8AC3E}">
        <p14:creationId xmlns:p14="http://schemas.microsoft.com/office/powerpoint/2010/main" val="283911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64597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级数绝对收敛 </a:t>
            </a: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(Absolutely)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AD3C1C-F383-88F5-891C-9D6E0E4EDE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286" y="1768477"/>
            <a:ext cx="9877425" cy="10953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A496F6D-FE6C-F1BA-C5A0-81AB3AC51A91}"/>
              </a:ext>
            </a:extLst>
          </p:cNvPr>
          <p:cNvSpPr txBox="1"/>
          <p:nvPr/>
        </p:nvSpPr>
        <p:spPr>
          <a:xfrm>
            <a:off x="2801336" y="1362381"/>
            <a:ext cx="26468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只含非负项的级数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8B452902-3867-8110-B924-B2326F8223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660" y="2967038"/>
            <a:ext cx="9972675" cy="1095375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E07BBBD-515F-6480-0991-047E2E9FD0D8}"/>
              </a:ext>
            </a:extLst>
          </p:cNvPr>
          <p:cNvSpPr txBox="1"/>
          <p:nvPr/>
        </p:nvSpPr>
        <p:spPr>
          <a:xfrm>
            <a:off x="3768599" y="4031797"/>
            <a:ext cx="38619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级数绝对收敛 </a:t>
            </a:r>
            <a:r>
              <a:rPr lang="en-US" altLang="zh-CN" sz="2400" dirty="0"/>
              <a:t>==&gt; </a:t>
            </a:r>
            <a:r>
              <a:rPr lang="zh-CN" altLang="en-US" sz="2400" dirty="0"/>
              <a:t>级数收敛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1D3843CB-99BA-4E4E-B028-4BE5F849AE90}"/>
              </a:ext>
            </a:extLst>
          </p:cNvPr>
          <p:cNvSpPr txBox="1"/>
          <p:nvPr/>
        </p:nvSpPr>
        <p:spPr>
          <a:xfrm>
            <a:off x="6566492" y="1370635"/>
            <a:ext cx="264687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6C00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具有正负项的级数</a:t>
            </a:r>
            <a:endParaRPr lang="zh-CN" altLang="en-US" dirty="0"/>
          </a:p>
        </p:txBody>
      </p:sp>
      <p:sp>
        <p:nvSpPr>
          <p:cNvPr id="20" name="箭头: 右 19">
            <a:extLst>
              <a:ext uri="{FF2B5EF4-FFF2-40B4-BE49-F238E27FC236}">
                <a16:creationId xmlns:a16="http://schemas.microsoft.com/office/drawing/2014/main" id="{2761FBB0-A037-92FA-DB3A-49DE66B6EA1E}"/>
              </a:ext>
            </a:extLst>
          </p:cNvPr>
          <p:cNvSpPr/>
          <p:nvPr/>
        </p:nvSpPr>
        <p:spPr>
          <a:xfrm>
            <a:off x="5558492" y="1517831"/>
            <a:ext cx="897722" cy="132702"/>
          </a:xfrm>
          <a:prstGeom prst="rightArrow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554CDE2-5D5E-C6DA-E9DE-05E2C3F9B948}"/>
              </a:ext>
            </a:extLst>
          </p:cNvPr>
          <p:cNvSpPr txBox="1"/>
          <p:nvPr/>
        </p:nvSpPr>
        <p:spPr>
          <a:xfrm>
            <a:off x="1602896" y="5234009"/>
            <a:ext cx="12618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证明？</a:t>
            </a:r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2EA07637-E776-3989-6E33-40B8616AF2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8629" y="4920911"/>
            <a:ext cx="7610475" cy="107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79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9" grpId="0"/>
      <p:bldP spid="20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38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6221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Ratio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判别法与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Root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判别法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620B4CF-5123-52D3-4272-FF6752666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4475" y="1073920"/>
            <a:ext cx="7643050" cy="2173240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70425C8-75A6-EB13-326E-A0D42F25EC3A}"/>
              </a:ext>
            </a:extLst>
          </p:cNvPr>
          <p:cNvSpPr txBox="1"/>
          <p:nvPr/>
        </p:nvSpPr>
        <p:spPr>
          <a:xfrm>
            <a:off x="3025615" y="4887929"/>
            <a:ext cx="689191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zh-CN" altLang="en-US" sz="2000" b="0" i="0" u="none" strike="noStrike" baseline="0" dirty="0">
                <a:latin typeface="新宋体" panose="02010609030101010101" pitchFamily="49" charset="-122"/>
                <a:ea typeface="新宋体" panose="02010609030101010101" pitchFamily="49" charset="-122"/>
              </a:rPr>
              <a:t>更适用于带有阶乘，</a:t>
            </a:r>
            <a:r>
              <a:rPr lang="en-US" altLang="zh-CN" sz="2000" b="0" i="0" u="none" strike="noStrike" baseline="0" dirty="0">
                <a:latin typeface="新宋体" panose="02010609030101010101" pitchFamily="49" charset="-122"/>
                <a:ea typeface="新宋体" panose="02010609030101010101" pitchFamily="49" charset="-122"/>
              </a:rPr>
              <a:t>n </a:t>
            </a:r>
            <a:r>
              <a:rPr lang="zh-CN" altLang="en-US" sz="2000" b="0" i="0" u="none" strike="noStrike" baseline="0" dirty="0">
                <a:latin typeface="新宋体" panose="02010609030101010101" pitchFamily="49" charset="-122"/>
                <a:ea typeface="新宋体" panose="02010609030101010101" pitchFamily="49" charset="-122"/>
              </a:rPr>
              <a:t>次方或者连乘号的级数</a:t>
            </a:r>
            <a:endParaRPr lang="en-US" altLang="zh-CN" sz="2000" b="0" i="0" u="none" strike="noStrike" baseline="0" dirty="0">
              <a:latin typeface="新宋体" panose="02010609030101010101" pitchFamily="49" charset="-122"/>
              <a:ea typeface="新宋体" panose="02010609030101010101" pitchFamily="49" charset="-122"/>
            </a:endParaRPr>
          </a:p>
          <a:p>
            <a:pPr marL="457200" indent="-457200">
              <a:buAutoNum type="arabicPeriod"/>
            </a:pPr>
            <a:r>
              <a:rPr lang="zh-CN" altLang="en-US" sz="2000" b="0" i="0" u="none" strike="noStrike" baseline="0" dirty="0">
                <a:latin typeface="新宋体" panose="02010609030101010101" pitchFamily="49" charset="-122"/>
                <a:ea typeface="新宋体" panose="02010609030101010101" pitchFamily="49" charset="-122"/>
              </a:rPr>
              <a:t>不必找参考级数</a:t>
            </a:r>
            <a:endParaRPr lang="zh-CN" altLang="en-US" sz="20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5397EF0-A77E-D2EA-5EF1-2EF695FAAF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9150" y="3192296"/>
            <a:ext cx="7643050" cy="1598159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7281805B-48F1-8A28-9597-18CC441C3B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24817" y="5500567"/>
            <a:ext cx="6891910" cy="920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455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39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Ch10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无限数列与无穷级数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aseline="-25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三明治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重要极限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数列的形式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数列的性质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p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正项级数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比较判别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绝对收敛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ratio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root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条件收敛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莱布尼茨判别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收敛定理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积分敛散性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二次项级数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麦克劳林级数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泰勒展开求极限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间接法求泰勒级数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4334316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Ch11 </a:t>
            </a:r>
            <a:r>
              <a:rPr lang="zh-CN" altLang="en-US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参数方程与极坐标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求旋转体表面积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求扇形面积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</a:p>
        </p:txBody>
      </p:sp>
    </p:spTree>
    <p:extLst>
      <p:ext uri="{BB962C8B-B14F-4D97-AF65-F5344CB8AC3E}">
        <p14:creationId xmlns:p14="http://schemas.microsoft.com/office/powerpoint/2010/main" val="4259582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40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交替级数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F4CF9C0-FFB0-2BA3-F102-AA498C6DE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706" y="1273348"/>
            <a:ext cx="8132581" cy="373501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E158891-BC44-3F8B-3C61-D72B119BDE31}"/>
              </a:ext>
            </a:extLst>
          </p:cNvPr>
          <p:cNvSpPr txBox="1"/>
          <p:nvPr/>
        </p:nvSpPr>
        <p:spPr>
          <a:xfrm>
            <a:off x="4157005" y="5253615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正负交替的级数为交替级数</a:t>
            </a:r>
          </a:p>
        </p:txBody>
      </p:sp>
    </p:spTree>
    <p:extLst>
      <p:ext uri="{BB962C8B-B14F-4D97-AF65-F5344CB8AC3E}">
        <p14:creationId xmlns:p14="http://schemas.microsoft.com/office/powerpoint/2010/main" val="274216218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莱布尼茨判别法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AB11CB0-1050-20D2-DE3E-D34FF801F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756" y="1142720"/>
            <a:ext cx="7041597" cy="278484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F4851D40-514E-AC7E-519D-163AA1701C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0789" y="3849272"/>
            <a:ext cx="7135532" cy="250707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388100C-D37E-523B-5CDA-6A3906060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721865"/>
            <a:ext cx="3245646" cy="1804242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AD47BCA-7CD0-9903-8942-32869F72C1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8073" y="5102811"/>
            <a:ext cx="1790700" cy="962025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15747654-5BD3-596A-2526-A7E194B806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8073" y="4020084"/>
            <a:ext cx="1719263" cy="98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68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20063" y="435429"/>
            <a:ext cx="7167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级数条件收敛 </a:t>
            </a: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(Conditionally)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9DF865A-FDA3-A094-EF9B-F4D8D0B9F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595" y="1124857"/>
            <a:ext cx="9586808" cy="1130217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70E851AA-42D3-14D4-1C78-3E99A6FFDAD6}"/>
              </a:ext>
            </a:extLst>
          </p:cNvPr>
          <p:cNvSpPr txBox="1"/>
          <p:nvPr/>
        </p:nvSpPr>
        <p:spPr>
          <a:xfrm>
            <a:off x="3420256" y="2108369"/>
            <a:ext cx="47145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级数绝对收敛 </a:t>
            </a:r>
            <a:r>
              <a:rPr lang="en-US" altLang="zh-CN" sz="2400" dirty="0"/>
              <a:t>VS. </a:t>
            </a:r>
            <a:r>
              <a:rPr lang="zh-CN" altLang="en-US" sz="2400" dirty="0"/>
              <a:t>级数条件收敛？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E212BA2-C35B-AE17-3167-8AD7DAF5A756}"/>
              </a:ext>
            </a:extLst>
          </p:cNvPr>
          <p:cNvSpPr txBox="1"/>
          <p:nvPr/>
        </p:nvSpPr>
        <p:spPr>
          <a:xfrm>
            <a:off x="1663576" y="2651928"/>
            <a:ext cx="44935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本质区别：是否满足重排定理。</a:t>
            </a:r>
            <a:endParaRPr lang="en-US" altLang="zh-CN" sz="24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AB3587EE-C338-E2F3-1548-8155A76FF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873" y="3067814"/>
            <a:ext cx="8808003" cy="213549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046FD0C-E6E0-5706-5636-BDCE5542D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804" y="5247226"/>
            <a:ext cx="5859474" cy="1000002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76049D19-6848-C17C-509D-51043B9EF6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1332" y="5257324"/>
            <a:ext cx="5270863" cy="1022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84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43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20063" y="435429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敛散性判别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0D512EA5-ABFA-3D17-6822-BC4A54253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359" y="1196377"/>
            <a:ext cx="8725281" cy="1549490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8D489C2-160E-0679-DE2D-6BD1A6360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785231"/>
            <a:ext cx="5791200" cy="1247775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A551C2F-85C1-93C2-9CFA-A030FB3EDD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7632" y="3127171"/>
            <a:ext cx="9145714" cy="118981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45D50E3-FDD7-E84B-4542-24F15694F82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582"/>
          <a:stretch/>
        </p:blipFill>
        <p:spPr>
          <a:xfrm>
            <a:off x="6709029" y="4522089"/>
            <a:ext cx="4705193" cy="151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9695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Ch10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无限数列与无穷级数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aseline="-25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三明治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重要极限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数列的形式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数列的性质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p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正项级数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比较判别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绝对收敛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ratio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root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条件收敛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莱布尼茨判别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收敛定理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积分敛散性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二次项级数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麦克劳林级数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泰勒展开求极限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间接法求泰勒级数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4334316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Ch11 </a:t>
            </a:r>
            <a:r>
              <a:rPr lang="zh-CN" altLang="en-US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参数方程与极坐标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求旋转体表面积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求扇形面积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</a:p>
        </p:txBody>
      </p:sp>
    </p:spTree>
    <p:extLst>
      <p:ext uri="{BB962C8B-B14F-4D97-AF65-F5344CB8AC3E}">
        <p14:creationId xmlns:p14="http://schemas.microsoft.com/office/powerpoint/2010/main" val="2074977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1685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幂级数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A3098982-8042-0585-B950-D9C32540D93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439"/>
          <a:stretch/>
        </p:blipFill>
        <p:spPr>
          <a:xfrm>
            <a:off x="8276094" y="3484381"/>
            <a:ext cx="3915906" cy="287196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EA277836-9ADA-29E7-FD93-EF8EC6686E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5348" y="4718873"/>
            <a:ext cx="5438775" cy="9810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C56BB22-4C9B-7BA1-D5BA-9A43E550AD02}"/>
              </a:ext>
            </a:extLst>
          </p:cNvPr>
          <p:cNvSpPr txBox="1"/>
          <p:nvPr/>
        </p:nvSpPr>
        <p:spPr>
          <a:xfrm>
            <a:off x="986711" y="4978577"/>
            <a:ext cx="17235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几何级数：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078D8B5-C17B-D4FB-4AEA-3731D8B855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0960" y="1225911"/>
            <a:ext cx="8488079" cy="3150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411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幂级数收敛定理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28BEED8-4500-17CD-DAB3-02C148AF27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133" y="1340387"/>
            <a:ext cx="7856970" cy="178477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DE43AB0-C51F-C07C-AF51-01FBB8D10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3475" y="1792324"/>
            <a:ext cx="3768634" cy="123486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2E0E891-4957-9B21-7EF4-A7B08FD45D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133" y="3125164"/>
            <a:ext cx="7208944" cy="2590116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41D4476-9452-5555-AB94-0B4C0FC7B569}"/>
              </a:ext>
            </a:extLst>
          </p:cNvPr>
          <p:cNvSpPr txBox="1"/>
          <p:nvPr/>
        </p:nvSpPr>
        <p:spPr>
          <a:xfrm>
            <a:off x="7723408" y="3368327"/>
            <a:ext cx="4517583" cy="1886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000" dirty="0"/>
              <a:t>用判断方法划定收敛范围（找到</a:t>
            </a:r>
            <a:r>
              <a:rPr lang="en-US" altLang="zh-CN" sz="2000" dirty="0"/>
              <a:t>R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 dirty="0"/>
              <a:t>|R|</a:t>
            </a:r>
            <a:r>
              <a:rPr lang="zh-CN" altLang="en-US" sz="2000" dirty="0"/>
              <a:t>内部</a:t>
            </a:r>
            <a:r>
              <a:rPr lang="zh-CN" altLang="en-US" sz="2000" b="1" dirty="0"/>
              <a:t>绝对收敛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 dirty="0"/>
              <a:t>|R|</a:t>
            </a:r>
            <a:r>
              <a:rPr lang="zh-CN" altLang="en-US" sz="2000" dirty="0"/>
              <a:t>外部</a:t>
            </a:r>
            <a:r>
              <a:rPr lang="zh-CN" altLang="en-US" sz="2000" b="1" dirty="0"/>
              <a:t>发散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000" dirty="0"/>
              <a:t>对于</a:t>
            </a:r>
            <a:r>
              <a:rPr lang="en-US" altLang="zh-CN" sz="2000" dirty="0"/>
              <a:t>R</a:t>
            </a:r>
            <a:r>
              <a:rPr lang="zh-CN" altLang="en-US" sz="2000" dirty="0"/>
              <a:t>点（端点值）单独判断</a:t>
            </a:r>
          </a:p>
        </p:txBody>
      </p:sp>
    </p:spTree>
    <p:extLst>
      <p:ext uri="{BB962C8B-B14F-4D97-AF65-F5344CB8AC3E}">
        <p14:creationId xmlns:p14="http://schemas.microsoft.com/office/powerpoint/2010/main" val="249497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68562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幂级数收敛定理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DE43AB0-C51F-C07C-AF51-01FBB8D10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3475" y="1792324"/>
            <a:ext cx="3768634" cy="123486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141D4476-9452-5555-AB94-0B4C0FC7B569}"/>
              </a:ext>
            </a:extLst>
          </p:cNvPr>
          <p:cNvSpPr txBox="1"/>
          <p:nvPr/>
        </p:nvSpPr>
        <p:spPr>
          <a:xfrm>
            <a:off x="7723408" y="3368327"/>
            <a:ext cx="4517583" cy="18862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000" dirty="0"/>
              <a:t>用判断方法划定收敛范围（找到</a:t>
            </a:r>
            <a:r>
              <a:rPr lang="en-US" altLang="zh-CN" sz="2000" dirty="0"/>
              <a:t>R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 dirty="0"/>
              <a:t>|R|</a:t>
            </a:r>
            <a:r>
              <a:rPr lang="zh-CN" altLang="en-US" sz="2000" dirty="0"/>
              <a:t>内部</a:t>
            </a:r>
            <a:r>
              <a:rPr lang="zh-CN" altLang="en-US" sz="2000" b="1" dirty="0"/>
              <a:t>绝对收敛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2000" dirty="0"/>
              <a:t>|R|</a:t>
            </a:r>
            <a:r>
              <a:rPr lang="zh-CN" altLang="en-US" sz="2000" dirty="0"/>
              <a:t>外部</a:t>
            </a:r>
            <a:r>
              <a:rPr lang="zh-CN" altLang="en-US" sz="2000" b="1" dirty="0"/>
              <a:t>发散</a:t>
            </a:r>
            <a:endParaRPr lang="en-US" altLang="zh-CN" sz="2000" b="1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zh-CN" altLang="en-US" sz="2000" dirty="0"/>
              <a:t>对于</a:t>
            </a:r>
            <a:r>
              <a:rPr lang="en-US" altLang="zh-CN" sz="2000" dirty="0"/>
              <a:t>R</a:t>
            </a:r>
            <a:r>
              <a:rPr lang="zh-CN" altLang="en-US" sz="2000" dirty="0"/>
              <a:t>点（端点值）单独判断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850E4D5-A637-DAB4-7F0E-E33442F10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6" y="1656466"/>
            <a:ext cx="7611280" cy="354506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1A0EF89E-17E3-382E-5158-3C7114858146}"/>
              </a:ext>
            </a:extLst>
          </p:cNvPr>
          <p:cNvSpPr/>
          <p:nvPr/>
        </p:nvSpPr>
        <p:spPr>
          <a:xfrm>
            <a:off x="1541417" y="2133600"/>
            <a:ext cx="2246812" cy="33963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69DE6BB-0BC3-1189-E3A4-B59D57A97AC2}"/>
              </a:ext>
            </a:extLst>
          </p:cNvPr>
          <p:cNvSpPr/>
          <p:nvPr/>
        </p:nvSpPr>
        <p:spPr>
          <a:xfrm>
            <a:off x="5638800" y="3618412"/>
            <a:ext cx="1911531" cy="33963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475D3B-5DFD-642D-16F6-BF3D522E5977}"/>
              </a:ext>
            </a:extLst>
          </p:cNvPr>
          <p:cNvSpPr/>
          <p:nvPr/>
        </p:nvSpPr>
        <p:spPr>
          <a:xfrm>
            <a:off x="753292" y="3884023"/>
            <a:ext cx="3792582" cy="33963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5F58411D-F7E4-1D2B-E725-A197985E63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1417" y="5254613"/>
            <a:ext cx="4291149" cy="1007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00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日期占位符 3">
                <a:extLst>
                  <a:ext uri="{FF2B5EF4-FFF2-40B4-BE49-F238E27FC236}">
                    <a16:creationId xmlns:a16="http://schemas.microsoft.com/office/drawing/2014/main" id="{E569FB85-122D-4E69-A147-FE87FDF1ADAD}"/>
                  </a:ext>
                </a:extLst>
              </p:cNvPr>
              <p:cNvSpPr>
                <a:spLocks noGrp="1"/>
              </p:cNvSpPr>
              <p:nvPr>
                <p:ph type="dt" sz="half" idx="10"/>
              </p:nvPr>
            </p:nvSpPr>
            <p:spPr>
              <a:xfrm>
                <a:off x="2440249" y="2446626"/>
                <a:ext cx="7311500" cy="881239"/>
              </a:xfrm>
            </p:spPr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zh-CN" altLang="zh-CN" i="1" smtClean="0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1800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800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3C3C3C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rgbClr val="3C3C3C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rgbClr val="3C3C3C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zh-CN" altLang="zh-CN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1800">
                          <a:solidFill>
                            <a:srgbClr val="3C3C3C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±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1800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800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3C3C3C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rgbClr val="3C3C3C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rgbClr val="3C3C3C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zh-CN" altLang="zh-CN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1800">
                          <a:solidFill>
                            <a:srgbClr val="3C3C3C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CN" altLang="zh-CN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altLang="zh-CN" sz="1800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sz="1800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i="1">
                                  <a:solidFill>
                                    <a:srgbClr val="3C3C3C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800" i="1">
                                  <a:solidFill>
                                    <a:srgbClr val="3C3C3C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CN" sz="1800" i="1">
                                  <a:solidFill>
                                    <a:srgbClr val="3C3C3C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宋体" panose="0201060003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zh-CN" altLang="zh-CN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altLang="zh-CN" sz="1800" i="1">
                          <a:solidFill>
                            <a:srgbClr val="3C3C3C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 </m:t>
                      </m:r>
                      <m:r>
                        <a:rPr lang="en-US" altLang="zh-CN" sz="1800" i="1">
                          <a:solidFill>
                            <a:srgbClr val="3C3C3C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𝑥</m:t>
                      </m:r>
                      <m:r>
                        <a:rPr lang="en-US" altLang="zh-CN" sz="1800">
                          <a:solidFill>
                            <a:srgbClr val="3C3C3C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∈</m:t>
                      </m:r>
                      <m:d>
                        <m:dPr>
                          <m:ctrlPr>
                            <a:rPr lang="zh-CN" altLang="zh-CN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  <m:r>
                            <a:rPr lang="en-US" altLang="zh-CN" sz="1800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</m:d>
                      <m:r>
                        <a:rPr lang="en-US" altLang="zh-CN" sz="1800" i="1">
                          <a:solidFill>
                            <a:srgbClr val="3C3C3C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 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800">
                          <a:solidFill>
                            <a:srgbClr val="3C3C3C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CN" sz="1800">
                          <a:solidFill>
                            <a:srgbClr val="3C3C3C"/>
                          </a:solidFill>
                          <a:effectLst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±</m:t>
                      </m:r>
                      <m:sSub>
                        <m:sSubPr>
                          <m:ctrlPr>
                            <a:rPr lang="zh-CN" altLang="zh-CN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CN" sz="1800" i="1">
                              <a:solidFill>
                                <a:srgbClr val="3C3C3C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zh-CN" altLang="en-US" dirty="0">
                  <a:solidFill>
                    <a:srgbClr val="3C3C3C"/>
                  </a:solidFill>
                </a:endParaRPr>
              </a:p>
            </p:txBody>
          </p:sp>
        </mc:Choice>
        <mc:Fallback xmlns="">
          <p:sp>
            <p:nvSpPr>
              <p:cNvPr id="4" name="日期占位符 3">
                <a:extLst>
                  <a:ext uri="{FF2B5EF4-FFF2-40B4-BE49-F238E27FC236}">
                    <a16:creationId xmlns:a16="http://schemas.microsoft.com/office/drawing/2014/main" id="{E569FB85-122D-4E69-A147-FE87FDF1ADA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dt" sz="half" idx="10"/>
              </p:nvPr>
            </p:nvSpPr>
            <p:spPr>
              <a:xfrm>
                <a:off x="2440249" y="2446626"/>
                <a:ext cx="7311500" cy="88123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48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185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幂级数的运算法则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BD909E8-8235-5851-5377-9E5424B2949F}"/>
                  </a:ext>
                </a:extLst>
              </p:cNvPr>
              <p:cNvSpPr txBox="1"/>
              <p:nvPr/>
            </p:nvSpPr>
            <p:spPr>
              <a:xfrm>
                <a:off x="1158240" y="1384663"/>
                <a:ext cx="97223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400" dirty="0">
                    <a:solidFill>
                      <a:srgbClr val="3C3C3C"/>
                    </a:solidFill>
                    <a:latin typeface="思源黑体 CN Medium"/>
                  </a:rPr>
                  <a:t>设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zh-CN" altLang="en-US" sz="2400" i="1" smtClean="0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altLang="zh-CN" sz="2400" i="1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400" b="0" i="1" smtClean="0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i="1" smtClean="0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b="0" i="1" smtClean="0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b="0" i="1" smtClean="0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  <m:r>
                      <a:rPr lang="zh-CN" altLang="en-US" sz="2400" i="1">
                        <a:solidFill>
                          <a:srgbClr val="3C3C3C"/>
                        </a:solidFill>
                        <a:latin typeface="Cambria Math" panose="02040503050406030204" pitchFamily="18" charset="0"/>
                      </a:rPr>
                      <m:t>和</m:t>
                    </m:r>
                    <m:nary>
                      <m:naryPr>
                        <m:chr m:val="∑"/>
                        <m:ctrlPr>
                          <a:rPr lang="zh-CN" altLang="en-US" sz="2400" i="1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sty m:val="p"/>
                            <m:brk m:alnAt="23"/>
                          </m:rPr>
                          <a:rPr lang="en-US" altLang="zh-CN" sz="2400" i="1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  <m:r>
                          <a:rPr lang="en-US" altLang="zh-CN" sz="2400" i="1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altLang="zh-CN" sz="2400" i="1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2400" i="1" smtClean="0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400" i="1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400" i="1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altLang="zh-CN" sz="2400" i="1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nary>
                  </m:oMath>
                </a14:m>
                <a:r>
                  <a:rPr lang="zh-CN" altLang="en-US" sz="2400" dirty="0">
                    <a:solidFill>
                      <a:srgbClr val="3C3C3C"/>
                    </a:solidFill>
                    <a:latin typeface="思源黑体 CN Medium"/>
                  </a:rPr>
                  <a:t> 的收敛半径各为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 smtClean="0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i="1" dirty="0" smtClean="0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3C3C3C"/>
                    </a:solidFill>
                    <a:latin typeface="思源黑体 CN Medium"/>
                  </a:rPr>
                  <a:t> </a:t>
                </a:r>
                <a:r>
                  <a:rPr lang="zh-CN" altLang="en-US" sz="2400" dirty="0">
                    <a:solidFill>
                      <a:srgbClr val="3C3C3C"/>
                    </a:solidFill>
                    <a:latin typeface="思源黑体 CN Medium"/>
                  </a:rPr>
                  <a:t>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400" i="1" dirty="0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dirty="0">
                    <a:solidFill>
                      <a:srgbClr val="3C3C3C"/>
                    </a:solidFill>
                    <a:latin typeface="思源黑体 CN Medium"/>
                  </a:rPr>
                  <a:t> </a:t>
                </a:r>
                <a:r>
                  <a:rPr lang="zh-CN" altLang="en-US" sz="2400" dirty="0">
                    <a:solidFill>
                      <a:srgbClr val="3C3C3C"/>
                    </a:solidFill>
                    <a:latin typeface="思源黑体 CN Medium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3C3C3C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altLang="zh-CN" sz="2400" i="1" dirty="0" smtClean="0">
                        <a:solidFill>
                          <a:srgbClr val="3C3C3C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sz="2400" i="1" dirty="0" smtClean="0">
                        <a:solidFill>
                          <a:srgbClr val="3C3C3C"/>
                        </a:solidFill>
                        <a:latin typeface="Cambria Math" panose="02040503050406030204" pitchFamily="18" charset="0"/>
                      </a:rPr>
                      <m:t>𝑚𝑖𝑛</m:t>
                    </m:r>
                    <m:r>
                      <a:rPr lang="en-US" altLang="zh-CN" sz="2400" i="1" dirty="0" smtClean="0">
                        <a:solidFill>
                          <a:srgbClr val="3C3C3C"/>
                        </a:solidFill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"/>
                        <m:endChr m:val=""/>
                        <m:ctrlPr>
                          <a:rPr lang="en-US" altLang="zh-CN" sz="2400" i="1" dirty="0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lit/>
                          </m:rPr>
                          <a:rPr lang="en-US" altLang="zh-CN" sz="2400" i="1" dirty="0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400" i="1" dirty="0">
                            <a:solidFill>
                              <a:srgbClr val="3C3C3C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zh-CN" sz="2400" i="1" dirty="0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 dirty="0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2400" i="1" dirty="0">
                                <a:solidFill>
                                  <a:srgbClr val="3C3C3C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lit/>
                      </m:rPr>
                      <a:rPr lang="en-US" altLang="zh-CN" sz="2400" i="1" dirty="0">
                        <a:solidFill>
                          <a:srgbClr val="3C3C3C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zh-CN" altLang="en-US" sz="2400" dirty="0">
                  <a:solidFill>
                    <a:srgbClr val="3C3C3C"/>
                  </a:solidFill>
                  <a:latin typeface="思源黑体 CN Medium"/>
                </a:endParaRP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BD909E8-8235-5851-5377-9E5424B29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8240" y="1384663"/>
                <a:ext cx="9722342" cy="461665"/>
              </a:xfrm>
              <a:prstGeom prst="rect">
                <a:avLst/>
              </a:prstGeom>
              <a:blipFill>
                <a:blip r:embed="rId3"/>
                <a:stretch>
                  <a:fillRect l="-1003" t="-128947" b="-1960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03831F06-17CA-BFE8-C32C-C0470ECEE22A}"/>
              </a:ext>
            </a:extLst>
          </p:cNvPr>
          <p:cNvSpPr txBox="1"/>
          <p:nvPr/>
        </p:nvSpPr>
        <p:spPr>
          <a:xfrm>
            <a:off x="1290973" y="2088271"/>
            <a:ext cx="1404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3C3C3C"/>
                </a:solidFill>
                <a:latin typeface="思源黑体" panose="020B0500000000090000" pitchFamily="34" charset="-122"/>
                <a:ea typeface="思源黑体 CN Heavy" panose="020B0A00000000000000"/>
              </a:rPr>
              <a:t>(1) </a:t>
            </a:r>
            <a:r>
              <a:rPr lang="zh-CN" altLang="en-US" sz="2000" dirty="0">
                <a:solidFill>
                  <a:srgbClr val="3C3C3C"/>
                </a:solidFill>
                <a:latin typeface="思源黑体" panose="020B0500000000090000" pitchFamily="34" charset="-122"/>
                <a:ea typeface="思源黑体 CN Heavy" panose="020B0A00000000000000"/>
              </a:rPr>
              <a:t>加减法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45BE40B9-0C83-7244-77D8-C3E2B86CB5AD}"/>
              </a:ext>
            </a:extLst>
          </p:cNvPr>
          <p:cNvSpPr txBox="1"/>
          <p:nvPr/>
        </p:nvSpPr>
        <p:spPr>
          <a:xfrm>
            <a:off x="1290973" y="3402458"/>
            <a:ext cx="116410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3C3C3C"/>
                </a:solidFill>
                <a:latin typeface="思源黑体" panose="020B0500000000090000" pitchFamily="34" charset="-122"/>
                <a:ea typeface="思源黑体 CN Heavy" panose="020B0A00000000000000"/>
              </a:rPr>
              <a:t>(2) </a:t>
            </a:r>
            <a:r>
              <a:rPr lang="zh-CN" altLang="en-US" sz="2000" dirty="0">
                <a:solidFill>
                  <a:srgbClr val="3C3C3C"/>
                </a:solidFill>
                <a:latin typeface="思源黑体" panose="020B0500000000090000" pitchFamily="34" charset="-122"/>
                <a:ea typeface="思源黑体 CN Heavy" panose="020B0A00000000000000"/>
              </a:rPr>
              <a:t>乘法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A520A0A2-4B01-EBF4-4EAE-FBC098E1ED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7566" y="3686220"/>
            <a:ext cx="7224183" cy="2549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3614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37907" y="6355033"/>
            <a:ext cx="6234741" cy="365125"/>
          </a:xfrm>
        </p:spPr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49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5686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幂级数的衍生函数敛散性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B228595-5442-A45A-EEBC-E4F025702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648" y="1142719"/>
            <a:ext cx="8620737" cy="10411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CBE5077-8023-324D-08D8-14EAFA30C0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04206"/>
            <a:ext cx="6234740" cy="321316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BC28F26-B3BA-28A0-7944-E70CF492449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268"/>
          <a:stretch/>
        </p:blipFill>
        <p:spPr>
          <a:xfrm>
            <a:off x="5957259" y="2263955"/>
            <a:ext cx="6234741" cy="317955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3BADC670-1444-2C2C-BEB4-5071072B39DF}"/>
              </a:ext>
            </a:extLst>
          </p:cNvPr>
          <p:cNvSpPr txBox="1"/>
          <p:nvPr/>
        </p:nvSpPr>
        <p:spPr>
          <a:xfrm>
            <a:off x="1411742" y="5591231"/>
            <a:ext cx="94870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幂级数逐项求导后，收敛半径不变，但它的收敛域的端点可能改变（越求导越小）。 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275523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50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求幂级数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03D74AB-B168-BFA1-C87C-7997F9CD2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251" y="1356105"/>
            <a:ext cx="4473597" cy="130479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249D971-6BB7-E4A0-A423-900DCB6D10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224" y="2874289"/>
            <a:ext cx="8791575" cy="1447800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BCAA548-EDB7-2E90-4BC4-3914C7250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9344" y="4392473"/>
            <a:ext cx="9266491" cy="1529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9602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Ch10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无限数列与无穷级数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aseline="-25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三明治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重要极限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数列的形式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数列的性质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p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正项级数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比较判别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绝对收敛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ratio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root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条件收敛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莱布尼茨判别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收敛定理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积分敛散性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二次项级数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麦克劳林级数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泰勒展开求极限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间接法求泰勒级数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4334316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Ch11 </a:t>
            </a:r>
            <a:r>
              <a:rPr lang="zh-CN" altLang="en-US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参数方程与极坐标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求旋转体表面积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求扇形面积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</a:p>
        </p:txBody>
      </p:sp>
    </p:spTree>
    <p:extLst>
      <p:ext uri="{BB962C8B-B14F-4D97-AF65-F5344CB8AC3E}">
        <p14:creationId xmlns:p14="http://schemas.microsoft.com/office/powerpoint/2010/main" val="1443636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568617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泰勒</a:t>
            </a: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级数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及麦克劳林级数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5F6479F-779F-7FCD-FB06-4D3443C000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029" y="1272312"/>
            <a:ext cx="8226171" cy="43133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D0E619D-5EB5-B746-2597-1AA448DDDE2B}"/>
              </a:ext>
            </a:extLst>
          </p:cNvPr>
          <p:cNvSpPr txBox="1"/>
          <p:nvPr/>
        </p:nvSpPr>
        <p:spPr>
          <a:xfrm>
            <a:off x="3089346" y="5571054"/>
            <a:ext cx="555953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麦克劳林级数就是在 </a:t>
            </a:r>
            <a:r>
              <a:rPr lang="en-US" altLang="zh-CN" sz="2400" dirty="0"/>
              <a:t>x = 0 </a:t>
            </a:r>
            <a:r>
              <a:rPr lang="zh-CN" altLang="en-US" sz="2400" dirty="0"/>
              <a:t>处的泰勒级数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CBAB48-33E1-4A92-10D3-C38DCDD4282D}"/>
              </a:ext>
            </a:extLst>
          </p:cNvPr>
          <p:cNvSpPr txBox="1"/>
          <p:nvPr/>
        </p:nvSpPr>
        <p:spPr>
          <a:xfrm>
            <a:off x="9625492" y="5062467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敛散性？</a:t>
            </a:r>
          </a:p>
        </p:txBody>
      </p:sp>
    </p:spTree>
    <p:extLst>
      <p:ext uri="{BB962C8B-B14F-4D97-AF65-F5344CB8AC3E}">
        <p14:creationId xmlns:p14="http://schemas.microsoft.com/office/powerpoint/2010/main" val="1630224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93569FD9-F4E4-5433-1EDA-45499CBD74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3658254"/>
            <a:ext cx="8108232" cy="2874608"/>
          </a:xfrm>
          <a:prstGeom prst="rect">
            <a:avLst/>
          </a:prstGeom>
        </p:spPr>
      </p:pic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53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518603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泰勒多项式与泰勒定理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8444F1C-4DC2-0FB3-7B81-7BD3273225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329" y="1100401"/>
            <a:ext cx="7833031" cy="273436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0DD8E54-C8C3-E5AE-038B-5B7E3DB91058}"/>
              </a:ext>
            </a:extLst>
          </p:cNvPr>
          <p:cNvSpPr txBox="1"/>
          <p:nvPr/>
        </p:nvSpPr>
        <p:spPr>
          <a:xfrm>
            <a:off x="8610600" y="2467583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缺少后面项的泰勒级数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9D5A913-D712-CA36-5F13-ED4772F7D358}"/>
              </a:ext>
            </a:extLst>
          </p:cNvPr>
          <p:cNvSpPr txBox="1"/>
          <p:nvPr/>
        </p:nvSpPr>
        <p:spPr>
          <a:xfrm>
            <a:off x="8211123" y="5213949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将后面项用一个残差项替代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ACD2FC-DE63-05F1-D550-05F1462915D5}"/>
              </a:ext>
            </a:extLst>
          </p:cNvPr>
          <p:cNvSpPr/>
          <p:nvPr/>
        </p:nvSpPr>
        <p:spPr>
          <a:xfrm>
            <a:off x="5605272" y="5675614"/>
            <a:ext cx="2203704" cy="717005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2846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185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泰勒公式与残差项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E5CCFEA-B1C3-D67B-C6A8-3AF735866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61" y="1142720"/>
            <a:ext cx="7783190" cy="356644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A5F24C9E-50C2-E36B-25B0-DE77B114B7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31" y="4709160"/>
            <a:ext cx="7511969" cy="1506323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48CFF75-EA6E-6DA9-267D-949B9EFE0539}"/>
              </a:ext>
            </a:extLst>
          </p:cNvPr>
          <p:cNvSpPr txBox="1"/>
          <p:nvPr/>
        </p:nvSpPr>
        <p:spPr>
          <a:xfrm>
            <a:off x="7751461" y="2313432"/>
            <a:ext cx="44614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泰勒公式 </a:t>
            </a:r>
            <a:r>
              <a:rPr lang="en-US" altLang="zh-CN" sz="2400" dirty="0"/>
              <a:t>= </a:t>
            </a:r>
            <a:r>
              <a:rPr lang="zh-CN" altLang="en-US" sz="2400" dirty="0"/>
              <a:t>泰勒多项式 </a:t>
            </a:r>
            <a:r>
              <a:rPr lang="en-US" altLang="zh-CN" sz="2400" dirty="0"/>
              <a:t>+ </a:t>
            </a:r>
            <a:r>
              <a:rPr lang="zh-CN" altLang="en-US" sz="2400" dirty="0"/>
              <a:t>残差项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2276E80-E080-5D84-FC72-6EA22C21F156}"/>
              </a:ext>
            </a:extLst>
          </p:cNvPr>
          <p:cNvSpPr txBox="1"/>
          <p:nvPr/>
        </p:nvSpPr>
        <p:spPr>
          <a:xfrm>
            <a:off x="7751461" y="5418207"/>
            <a:ext cx="41857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残差项趋于零，泰勒级数收敛</a:t>
            </a:r>
          </a:p>
        </p:txBody>
      </p:sp>
    </p:spTree>
    <p:extLst>
      <p:ext uri="{BB962C8B-B14F-4D97-AF65-F5344CB8AC3E}">
        <p14:creationId xmlns:p14="http://schemas.microsoft.com/office/powerpoint/2010/main" val="77927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估算残差项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7745480-24EC-19E8-893E-D2863F4614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7909" y="1266571"/>
            <a:ext cx="8996177" cy="292844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BE8CDD5C-7E76-277B-1A3D-2EC5F6255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4086" y="4943729"/>
            <a:ext cx="7743825" cy="6477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45A31074-921E-7A15-9408-32D84611531F}"/>
              </a:ext>
            </a:extLst>
          </p:cNvPr>
          <p:cNvSpPr/>
          <p:nvPr/>
        </p:nvSpPr>
        <p:spPr>
          <a:xfrm>
            <a:off x="3703320" y="1700784"/>
            <a:ext cx="2267712" cy="39319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DB1AD732-9344-9A4D-3509-72AC692C2CF4}"/>
              </a:ext>
            </a:extLst>
          </p:cNvPr>
          <p:cNvSpPr/>
          <p:nvPr/>
        </p:nvSpPr>
        <p:spPr>
          <a:xfrm>
            <a:off x="3703320" y="3325368"/>
            <a:ext cx="1847088" cy="39319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700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Ch10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无限数列与无穷级数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aseline="-25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三明治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重要极限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数列的形式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数列的性质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p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正项级数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比较判别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绝对收敛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ratio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root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条件收敛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莱布尼茨判别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收敛定理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积分敛散性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二次项级数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麦克劳林级数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泰勒展开求极限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间接法求泰勒级数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4334316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Ch11 </a:t>
            </a:r>
            <a:r>
              <a:rPr lang="zh-CN" altLang="en-US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参数方程与极坐标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求旋转体表面积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求扇形面积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</a:p>
        </p:txBody>
      </p:sp>
    </p:spTree>
    <p:extLst>
      <p:ext uri="{BB962C8B-B14F-4D97-AF65-F5344CB8AC3E}">
        <p14:creationId xmlns:p14="http://schemas.microsoft.com/office/powerpoint/2010/main" val="26800335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二次项级数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203542B-A0AE-73CB-8FB2-6FABD319A8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7203" y="1142720"/>
            <a:ext cx="8269525" cy="399620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626B368-6064-62DA-261D-F6E70413F06D}"/>
              </a:ext>
            </a:extLst>
          </p:cNvPr>
          <p:cNvSpPr txBox="1"/>
          <p:nvPr/>
        </p:nvSpPr>
        <p:spPr>
          <a:xfrm>
            <a:off x="2322425" y="5484447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记住这个形式，很多时候可以直接展开来解决很多问题！</a:t>
            </a:r>
          </a:p>
        </p:txBody>
      </p:sp>
    </p:spTree>
    <p:extLst>
      <p:ext uri="{BB962C8B-B14F-4D97-AF65-F5344CB8AC3E}">
        <p14:creationId xmlns:p14="http://schemas.microsoft.com/office/powerpoint/2010/main" val="769753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58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Ch10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无限数列与无穷级数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aseline="-25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三明治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重要极限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数列的形式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数列的性质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p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正项级数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比较判别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绝对收敛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ratio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root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条件收敛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莱布尼茨判别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收敛定理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积分敛散性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二次项级数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麦克劳林级数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泰勒展开求极限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间接法求泰勒级数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4334316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Ch11 </a:t>
            </a:r>
            <a:r>
              <a:rPr lang="zh-CN" altLang="en-US" sz="2000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参数方程与极坐标</a:t>
            </a:r>
            <a:endParaRPr lang="en-US" altLang="zh-CN" sz="2000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求旋转体表面积</a:t>
            </a:r>
            <a:endParaRPr lang="en-US" altLang="zh-CN" dirty="0" smtClean="0">
              <a:solidFill>
                <a:schemeClr val="bg1">
                  <a:lumMod val="6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求扇形面积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</a:p>
        </p:txBody>
      </p:sp>
    </p:spTree>
    <p:extLst>
      <p:ext uri="{BB962C8B-B14F-4D97-AF65-F5344CB8AC3E}">
        <p14:creationId xmlns:p14="http://schemas.microsoft.com/office/powerpoint/2010/main" val="47798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59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6260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泰勒级数应用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——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近似计算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D1D6A9D-736C-C527-7AFB-C0D554C33B79}"/>
              </a:ext>
            </a:extLst>
          </p:cNvPr>
          <p:cNvSpPr txBox="1"/>
          <p:nvPr/>
        </p:nvSpPr>
        <p:spPr>
          <a:xfrm>
            <a:off x="1469136" y="2589024"/>
            <a:ext cx="68922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+mj-ea"/>
                <a:ea typeface="+mj-ea"/>
              </a:rPr>
              <a:t>关键</a:t>
            </a:r>
            <a:r>
              <a:rPr lang="en-US" altLang="zh-CN" sz="2800" b="0" i="0" u="none" strike="noStrike" baseline="0" dirty="0">
                <a:latin typeface="+mj-ea"/>
                <a:ea typeface="+mj-ea"/>
              </a:rPr>
              <a:t>: </a:t>
            </a:r>
            <a:r>
              <a:rPr lang="zh-CN" altLang="en-US" sz="2800" b="0" i="0" u="none" strike="noStrike" baseline="0" dirty="0">
                <a:latin typeface="+mj-ea"/>
                <a:ea typeface="+mj-ea"/>
              </a:rPr>
              <a:t>通过</a:t>
            </a:r>
            <a:r>
              <a:rPr lang="zh-CN" altLang="en-US" sz="2800" b="1" i="0" u="none" strike="noStrike" baseline="0" dirty="0">
                <a:latin typeface="+mj-ea"/>
                <a:ea typeface="+mj-ea"/>
              </a:rPr>
              <a:t>估计余项</a:t>
            </a:r>
            <a:r>
              <a:rPr lang="en-US" altLang="zh-CN" sz="2800" b="1" i="0" u="none" strike="noStrike" baseline="0" dirty="0">
                <a:latin typeface="+mj-ea"/>
                <a:ea typeface="+mj-ea"/>
              </a:rPr>
              <a:t>, </a:t>
            </a:r>
            <a:r>
              <a:rPr lang="zh-CN" altLang="en-US" sz="2800" b="0" i="0" u="none" strike="noStrike" baseline="0" dirty="0">
                <a:latin typeface="+mj-ea"/>
                <a:ea typeface="+mj-ea"/>
              </a:rPr>
              <a:t>确定精度或项数</a:t>
            </a:r>
            <a:r>
              <a:rPr lang="en-US" altLang="zh-CN" sz="2800" b="1" i="0" u="none" strike="noStrike" baseline="0" dirty="0">
                <a:latin typeface="+mj-ea"/>
                <a:ea typeface="+mj-ea"/>
              </a:rPr>
              <a:t>. 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DB38693-1F8D-AA13-7EEE-21708A28FEC1}"/>
              </a:ext>
            </a:extLst>
          </p:cNvPr>
          <p:cNvSpPr txBox="1"/>
          <p:nvPr/>
        </p:nvSpPr>
        <p:spPr>
          <a:xfrm>
            <a:off x="1469136" y="1133296"/>
            <a:ext cx="9982200" cy="12840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i="0" u="none" strike="noStrike" baseline="0" dirty="0">
                <a:latin typeface="+mj-ea"/>
                <a:ea typeface="+mj-ea"/>
              </a:rPr>
              <a:t>两类问题</a:t>
            </a:r>
            <a:r>
              <a:rPr lang="en-US" altLang="zh-CN" sz="2800" i="0" u="none" strike="noStrike" baseline="0" dirty="0">
                <a:latin typeface="+mj-ea"/>
                <a:ea typeface="+mj-ea"/>
              </a:rPr>
              <a:t>: </a:t>
            </a:r>
          </a:p>
          <a:p>
            <a:pPr>
              <a:lnSpc>
                <a:spcPct val="150000"/>
              </a:lnSpc>
            </a:pPr>
            <a:r>
              <a:rPr lang="en-US" altLang="zh-CN" sz="2800" b="1" i="0" u="none" strike="noStrike" baseline="0" dirty="0">
                <a:latin typeface="+mj-ea"/>
                <a:ea typeface="+mj-ea"/>
              </a:rPr>
              <a:t>1.</a:t>
            </a:r>
            <a:r>
              <a:rPr lang="zh-CN" altLang="en-US" sz="2800" b="0" i="0" u="none" strike="noStrike" baseline="0" dirty="0">
                <a:latin typeface="+mj-ea"/>
                <a:ea typeface="+mj-ea"/>
              </a:rPr>
              <a:t>给定项数</a:t>
            </a:r>
            <a:r>
              <a:rPr lang="en-US" altLang="zh-CN" sz="2800" b="1" i="0" u="none" strike="noStrike" baseline="0" dirty="0">
                <a:latin typeface="+mj-ea"/>
                <a:ea typeface="+mj-ea"/>
              </a:rPr>
              <a:t>, </a:t>
            </a:r>
            <a:r>
              <a:rPr lang="zh-CN" altLang="en-US" sz="2800" b="0" i="0" u="none" strike="noStrike" baseline="0" dirty="0">
                <a:latin typeface="+mj-ea"/>
                <a:ea typeface="+mj-ea"/>
              </a:rPr>
              <a:t>求近似值并估计精度</a:t>
            </a:r>
            <a:r>
              <a:rPr lang="en-US" altLang="zh-CN" sz="2800" b="1" i="0" u="none" strike="noStrike" baseline="0" dirty="0">
                <a:latin typeface="+mj-ea"/>
                <a:ea typeface="+mj-ea"/>
              </a:rPr>
              <a:t>; 2.</a:t>
            </a:r>
            <a:r>
              <a:rPr lang="zh-CN" altLang="en-US" sz="2800" b="0" i="0" u="none" strike="noStrike" baseline="0" dirty="0">
                <a:latin typeface="+mj-ea"/>
                <a:ea typeface="+mj-ea"/>
              </a:rPr>
              <a:t>给出精度</a:t>
            </a:r>
            <a:r>
              <a:rPr lang="en-US" altLang="zh-CN" sz="2800" b="1" i="0" u="none" strike="noStrike" baseline="0" dirty="0">
                <a:latin typeface="+mj-ea"/>
                <a:ea typeface="+mj-ea"/>
              </a:rPr>
              <a:t>, </a:t>
            </a:r>
            <a:r>
              <a:rPr lang="zh-CN" altLang="en-US" sz="2800" b="0" i="0" u="none" strike="noStrike" baseline="0" dirty="0">
                <a:latin typeface="+mj-ea"/>
                <a:ea typeface="+mj-ea"/>
              </a:rPr>
              <a:t>确定项数</a:t>
            </a:r>
            <a:r>
              <a:rPr lang="en-US" altLang="zh-CN" sz="2800" b="1" i="0" u="none" strike="noStrike" baseline="0" dirty="0">
                <a:latin typeface="+mj-ea"/>
                <a:ea typeface="+mj-ea"/>
              </a:rPr>
              <a:t>. </a:t>
            </a:r>
            <a:endParaRPr lang="zh-CN" altLang="en-US" sz="2800" b="0" i="0" u="none" strike="noStrike" baseline="0" dirty="0">
              <a:latin typeface="+mj-ea"/>
              <a:ea typeface="+mj-ea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4A6EA4AA-2086-4CA0-967D-36743031D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9136" y="3429000"/>
            <a:ext cx="5009692" cy="234829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2FC995AD-ACC1-0831-1CA6-6F9647A3F9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978" y="3792999"/>
            <a:ext cx="303847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4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60</a:t>
            </a:fld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C3C470A-93E4-EE36-756B-2B35C24D7389}"/>
              </a:ext>
            </a:extLst>
          </p:cNvPr>
          <p:cNvSpPr txBox="1"/>
          <p:nvPr/>
        </p:nvSpPr>
        <p:spPr>
          <a:xfrm>
            <a:off x="602645" y="496389"/>
            <a:ext cx="57599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泰勒级数应用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——</a:t>
            </a: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求极限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C26FA29-FB7D-B905-9A2D-05692544C679}"/>
              </a:ext>
            </a:extLst>
          </p:cNvPr>
          <p:cNvSpPr txBox="1"/>
          <p:nvPr/>
        </p:nvSpPr>
        <p:spPr>
          <a:xfrm>
            <a:off x="2432669" y="5906888"/>
            <a:ext cx="73266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0" i="0" u="none" strike="noStrike" baseline="0" dirty="0">
                <a:latin typeface="Times New Roman" panose="02020603050405020304" pitchFamily="18" charset="0"/>
              </a:rPr>
              <a:t>Taylor</a:t>
            </a:r>
            <a:r>
              <a:rPr lang="zh-CN" altLang="en-US" sz="24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展开、洛必达法则为求极限最</a:t>
            </a:r>
            <a:r>
              <a:rPr lang="en-US" altLang="zh-CN" sz="2400" b="0" i="0" u="none" strike="noStrike" baseline="0" dirty="0">
                <a:latin typeface="Times New Roman" panose="02020603050405020304" pitchFamily="18" charset="0"/>
                <a:ea typeface="宋体" panose="02010600030101010101" pitchFamily="2" charset="-122"/>
              </a:rPr>
              <a:t>powerful</a:t>
            </a:r>
            <a:r>
              <a:rPr lang="zh-CN" altLang="en-US" sz="2400" b="0" i="0" u="none" strike="noStrike" baseline="0" dirty="0">
                <a:latin typeface="宋体" panose="02010600030101010101" pitchFamily="2" charset="-122"/>
                <a:ea typeface="宋体" panose="02010600030101010101" pitchFamily="2" charset="-122"/>
              </a:rPr>
              <a:t>的工具 </a:t>
            </a:r>
            <a:endParaRPr lang="zh-CN" altLang="en-US" sz="2400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2135777D-395B-DF8F-BBAD-A4EF07BA1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2214" y="1701154"/>
            <a:ext cx="2324100" cy="96202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30D068F-1B3E-B482-5F05-4594E2A85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3370" y="2962275"/>
            <a:ext cx="2676525" cy="93345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D74F3C33-19AA-408F-E359-E2E7BF3DBB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7025" y="4624882"/>
            <a:ext cx="1514475" cy="704850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D6CF9C25-79BB-A876-545A-16129D051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47235" y="1174196"/>
            <a:ext cx="7532554" cy="470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844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676018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欧拉公式</a:t>
            </a:r>
            <a:r>
              <a:rPr kumimoji="0" lang="en-US" altLang="zh-CN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——</a:t>
            </a: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数学最美的公式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225253A-E050-CEA0-2FE3-4BE251D10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6464" y="1465849"/>
            <a:ext cx="9620250" cy="1292400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1B79B4F-E506-1B3E-936C-542EE7C70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3999" y="2945320"/>
            <a:ext cx="1524000" cy="638175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6933BC8D-F340-D123-F0F4-2F4BA5B55D7E}"/>
              </a:ext>
            </a:extLst>
          </p:cNvPr>
          <p:cNvSpPr txBox="1"/>
          <p:nvPr/>
        </p:nvSpPr>
        <p:spPr>
          <a:xfrm>
            <a:off x="2772012" y="3913844"/>
            <a:ext cx="6647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集两个自然常数，无理数与有理数为一体的公式</a:t>
            </a:r>
          </a:p>
        </p:txBody>
      </p:sp>
    </p:spTree>
    <p:extLst>
      <p:ext uri="{BB962C8B-B14F-4D97-AF65-F5344CB8AC3E}">
        <p14:creationId xmlns:p14="http://schemas.microsoft.com/office/powerpoint/2010/main" val="6767152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62</a:t>
            </a:fld>
            <a:endParaRPr lang="zh-CN" altLang="en-US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072C35-C6D0-5B31-E9BD-943DEA01CC61}"/>
              </a:ext>
            </a:extLst>
          </p:cNvPr>
          <p:cNvSpPr txBox="1"/>
          <p:nvPr/>
        </p:nvSpPr>
        <p:spPr>
          <a:xfrm>
            <a:off x="602645" y="496389"/>
            <a:ext cx="4185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间接法求泰勒级数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F364B14-B8FB-7EB7-74F3-E1C4665B9331}"/>
              </a:ext>
            </a:extLst>
          </p:cNvPr>
          <p:cNvSpPr txBox="1"/>
          <p:nvPr/>
        </p:nvSpPr>
        <p:spPr>
          <a:xfrm>
            <a:off x="2131313" y="1366022"/>
            <a:ext cx="832027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0" i="0" u="none" strike="noStrike" baseline="0" dirty="0">
                <a:solidFill>
                  <a:srgbClr val="3C3C3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变量代换</a:t>
            </a:r>
            <a:r>
              <a:rPr lang="en-US" altLang="zh-CN" sz="2800" b="1" i="0" u="none" strike="noStrike" baseline="0" dirty="0">
                <a:solidFill>
                  <a:srgbClr val="3C3C3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0" i="0" u="none" strike="noStrike" baseline="0" dirty="0">
                <a:solidFill>
                  <a:srgbClr val="3C3C3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四则运算</a:t>
            </a:r>
            <a:r>
              <a:rPr lang="en-US" altLang="zh-CN" sz="2800" b="1" i="0" u="none" strike="noStrike" baseline="0" dirty="0">
                <a:solidFill>
                  <a:srgbClr val="3C3C3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0" i="0" u="none" strike="noStrike" baseline="0" dirty="0">
                <a:solidFill>
                  <a:srgbClr val="3C3C3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恒等变形</a:t>
            </a:r>
            <a:r>
              <a:rPr lang="en-US" altLang="zh-CN" sz="2800" b="1" i="0" u="none" strike="noStrike" baseline="0" dirty="0">
                <a:solidFill>
                  <a:srgbClr val="3C3C3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0" i="0" u="none" strike="noStrike" baseline="0" dirty="0">
                <a:solidFill>
                  <a:srgbClr val="3C3C3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逐项求导</a:t>
            </a:r>
            <a:r>
              <a:rPr lang="en-US" altLang="zh-CN" sz="2800" b="1" i="0" u="none" strike="noStrike" baseline="0" dirty="0">
                <a:solidFill>
                  <a:srgbClr val="3C3C3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, </a:t>
            </a:r>
            <a:r>
              <a:rPr lang="zh-CN" altLang="en-US" sz="2800" b="0" i="0" u="none" strike="noStrike" baseline="0" dirty="0">
                <a:solidFill>
                  <a:srgbClr val="3C3C3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逐项积分</a:t>
            </a:r>
            <a:endParaRPr lang="zh-CN" altLang="en-US" sz="2800" dirty="0">
              <a:solidFill>
                <a:srgbClr val="3C3C3C"/>
              </a:solidFill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FC5ADD7B-71EB-4013-8807-61D64E4BC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4925" y="2131391"/>
            <a:ext cx="2698435" cy="510515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F42B10A-2954-7758-0EC2-043C894C4E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3757" y="2815043"/>
            <a:ext cx="3146491" cy="90315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63352E8D-2BDA-6DC1-2A3C-85F330ACF2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3658" y="3741386"/>
            <a:ext cx="3064195" cy="93522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1B56D37-C88C-F30E-66B2-1CAEFE29A8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3187" y="2037248"/>
            <a:ext cx="6150862" cy="750666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D28C7CFE-F4DF-0D4E-D8B1-1FFE8AAAE5D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84526" y="2777172"/>
            <a:ext cx="6349693" cy="903159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46419861-9664-719D-D986-C00D1AEE41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70248" y="4045060"/>
            <a:ext cx="7822311" cy="1737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388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1C7F09F5-DDEF-4959-AD4B-F112F5A7F22C}"/>
              </a:ext>
            </a:extLst>
          </p:cNvPr>
          <p:cNvSpPr/>
          <p:nvPr/>
        </p:nvSpPr>
        <p:spPr>
          <a:xfrm>
            <a:off x="10171173" y="0"/>
            <a:ext cx="2020826" cy="6858000"/>
          </a:xfrm>
          <a:custGeom>
            <a:avLst/>
            <a:gdLst>
              <a:gd name="connsiteX0" fmla="*/ 108571 w 2020826"/>
              <a:gd name="connsiteY0" fmla="*/ 0 h 6858000"/>
              <a:gd name="connsiteX1" fmla="*/ 2020826 w 2020826"/>
              <a:gd name="connsiteY1" fmla="*/ 0 h 6858000"/>
              <a:gd name="connsiteX2" fmla="*/ 2020826 w 2020826"/>
              <a:gd name="connsiteY2" fmla="*/ 6858000 h 6858000"/>
              <a:gd name="connsiteX3" fmla="*/ 0 w 2020826"/>
              <a:gd name="connsiteY3" fmla="*/ 6858000 h 6858000"/>
              <a:gd name="connsiteX4" fmla="*/ 325674 w 2020826"/>
              <a:gd name="connsiteY4" fmla="*/ 5547360 h 6858000"/>
              <a:gd name="connsiteX5" fmla="*/ 1483914 w 2020826"/>
              <a:gd name="connsiteY5" fmla="*/ 5288280 h 6858000"/>
              <a:gd name="connsiteX6" fmla="*/ 920034 w 2020826"/>
              <a:gd name="connsiteY6" fmla="*/ 4130040 h 6858000"/>
              <a:gd name="connsiteX7" fmla="*/ 539034 w 2020826"/>
              <a:gd name="connsiteY7" fmla="*/ 1630680 h 6858000"/>
              <a:gd name="connsiteX8" fmla="*/ 1285794 w 2020826"/>
              <a:gd name="connsiteY8" fmla="*/ 563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20826" h="6858000">
                <a:moveTo>
                  <a:pt x="108571" y="0"/>
                </a:moveTo>
                <a:lnTo>
                  <a:pt x="2020826" y="0"/>
                </a:lnTo>
                <a:lnTo>
                  <a:pt x="2020826" y="6858000"/>
                </a:lnTo>
                <a:lnTo>
                  <a:pt x="0" y="6858000"/>
                </a:lnTo>
                <a:lnTo>
                  <a:pt x="325674" y="5547360"/>
                </a:lnTo>
                <a:lnTo>
                  <a:pt x="1483914" y="5288280"/>
                </a:lnTo>
                <a:lnTo>
                  <a:pt x="920034" y="4130040"/>
                </a:lnTo>
                <a:lnTo>
                  <a:pt x="539034" y="1630680"/>
                </a:lnTo>
                <a:lnTo>
                  <a:pt x="1285794" y="56388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41769EFA-D4C0-40D1-9587-DA975697F139}"/>
              </a:ext>
            </a:extLst>
          </p:cNvPr>
          <p:cNvSpPr/>
          <p:nvPr/>
        </p:nvSpPr>
        <p:spPr>
          <a:xfrm>
            <a:off x="1" y="0"/>
            <a:ext cx="1978765" cy="6858000"/>
          </a:xfrm>
          <a:custGeom>
            <a:avLst/>
            <a:gdLst>
              <a:gd name="connsiteX0" fmla="*/ 0 w 1978765"/>
              <a:gd name="connsiteY0" fmla="*/ 0 h 6858000"/>
              <a:gd name="connsiteX1" fmla="*/ 1978765 w 1978765"/>
              <a:gd name="connsiteY1" fmla="*/ 0 h 6858000"/>
              <a:gd name="connsiteX2" fmla="*/ 1765755 w 1978765"/>
              <a:gd name="connsiteY2" fmla="*/ 1158240 h 6858000"/>
              <a:gd name="connsiteX3" fmla="*/ 1095195 w 1978765"/>
              <a:gd name="connsiteY3" fmla="*/ 1402080 h 6858000"/>
              <a:gd name="connsiteX4" fmla="*/ 394155 w 1978765"/>
              <a:gd name="connsiteY4" fmla="*/ 2118360 h 6858000"/>
              <a:gd name="connsiteX5" fmla="*/ 1232355 w 1978765"/>
              <a:gd name="connsiteY5" fmla="*/ 3429000 h 6858000"/>
              <a:gd name="connsiteX6" fmla="*/ 1811475 w 1978765"/>
              <a:gd name="connsiteY6" fmla="*/ 3810000 h 6858000"/>
              <a:gd name="connsiteX7" fmla="*/ 1491435 w 1978765"/>
              <a:gd name="connsiteY7" fmla="*/ 6096000 h 6858000"/>
              <a:gd name="connsiteX8" fmla="*/ 1647507 w 1978765"/>
              <a:gd name="connsiteY8" fmla="*/ 6858000 h 6858000"/>
              <a:gd name="connsiteX9" fmla="*/ 0 w 1978765"/>
              <a:gd name="connsiteY9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78765" h="6858000">
                <a:moveTo>
                  <a:pt x="0" y="0"/>
                </a:moveTo>
                <a:lnTo>
                  <a:pt x="1978765" y="0"/>
                </a:lnTo>
                <a:lnTo>
                  <a:pt x="1765755" y="1158240"/>
                </a:lnTo>
                <a:lnTo>
                  <a:pt x="1095195" y="1402080"/>
                </a:lnTo>
                <a:lnTo>
                  <a:pt x="394155" y="2118360"/>
                </a:lnTo>
                <a:lnTo>
                  <a:pt x="1232355" y="3429000"/>
                </a:lnTo>
                <a:lnTo>
                  <a:pt x="1811475" y="3810000"/>
                </a:lnTo>
                <a:lnTo>
                  <a:pt x="1491435" y="6096000"/>
                </a:lnTo>
                <a:lnTo>
                  <a:pt x="164750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>
              <a:solidFill>
                <a:srgbClr val="FFFFFF"/>
              </a:solidFill>
              <a:latin typeface="等线" panose="020F0502020204030204"/>
              <a:ea typeface="等线" panose="02010600030101010101" pitchFamily="2" charset="-122"/>
            </a:endParaRPr>
          </a:p>
        </p:txBody>
      </p:sp>
      <p:pic>
        <p:nvPicPr>
          <p:cNvPr id="32" name="图形 31">
            <a:extLst>
              <a:ext uri="{FF2B5EF4-FFF2-40B4-BE49-F238E27FC236}">
                <a16:creationId xmlns:a16="http://schemas.microsoft.com/office/drawing/2014/main" id="{C243843B-3B54-432C-95C1-88BA29BB5C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rcRect t="11692"/>
          <a:stretch>
            <a:fillRect/>
          </a:stretch>
        </p:blipFill>
        <p:spPr>
          <a:xfrm rot="3632646">
            <a:off x="7261466" y="544830"/>
            <a:ext cx="6859885" cy="6181200"/>
          </a:xfrm>
          <a:custGeom>
            <a:avLst/>
            <a:gdLst>
              <a:gd name="connsiteX0" fmla="*/ 0 w 6859885"/>
              <a:gd name="connsiteY0" fmla="*/ 1781723 h 6181200"/>
              <a:gd name="connsiteX1" fmla="*/ 1006241 w 6859885"/>
              <a:gd name="connsiteY1" fmla="*/ 0 h 6181200"/>
              <a:gd name="connsiteX2" fmla="*/ 6859885 w 6859885"/>
              <a:gd name="connsiteY2" fmla="*/ 3305888 h 6181200"/>
              <a:gd name="connsiteX3" fmla="*/ 6859885 w 6859885"/>
              <a:gd name="connsiteY3" fmla="*/ 3581120 h 6181200"/>
              <a:gd name="connsiteX4" fmla="*/ 5391471 w 6859885"/>
              <a:gd name="connsiteY4" fmla="*/ 6181200 h 6181200"/>
              <a:gd name="connsiteX5" fmla="*/ 0 w 6859885"/>
              <a:gd name="connsiteY5" fmla="*/ 6181200 h 618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859885" h="6181200">
                <a:moveTo>
                  <a:pt x="0" y="1781723"/>
                </a:moveTo>
                <a:lnTo>
                  <a:pt x="1006241" y="0"/>
                </a:lnTo>
                <a:lnTo>
                  <a:pt x="6859885" y="3305888"/>
                </a:lnTo>
                <a:lnTo>
                  <a:pt x="6859885" y="3581120"/>
                </a:lnTo>
                <a:lnTo>
                  <a:pt x="5391471" y="6181200"/>
                </a:lnTo>
                <a:lnTo>
                  <a:pt x="0" y="6181200"/>
                </a:lnTo>
                <a:close/>
              </a:path>
            </a:pathLst>
          </a:custGeom>
        </p:spPr>
      </p:pic>
      <p:pic>
        <p:nvPicPr>
          <p:cNvPr id="18" name="图形 17">
            <a:extLst>
              <a:ext uri="{FF2B5EF4-FFF2-40B4-BE49-F238E27FC236}">
                <a16:creationId xmlns:a16="http://schemas.microsoft.com/office/drawing/2014/main" id="{3EBCFBD0-17C7-4754-9380-82E4CA0EB4B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rcRect t="7486"/>
          <a:stretch>
            <a:fillRect/>
          </a:stretch>
        </p:blipFill>
        <p:spPr>
          <a:xfrm rot="737125">
            <a:off x="-3613042" y="-848623"/>
            <a:ext cx="6759429" cy="9238303"/>
          </a:xfrm>
          <a:custGeom>
            <a:avLst/>
            <a:gdLst>
              <a:gd name="connsiteX0" fmla="*/ 0 w 6759429"/>
              <a:gd name="connsiteY0" fmla="*/ 6782788 h 9238303"/>
              <a:gd name="connsiteX1" fmla="*/ 534734 w 6759429"/>
              <a:gd name="connsiteY1" fmla="*/ 9238303 h 9238303"/>
              <a:gd name="connsiteX2" fmla="*/ 0 w 6759429"/>
              <a:gd name="connsiteY2" fmla="*/ 9238303 h 9238303"/>
              <a:gd name="connsiteX3" fmla="*/ 2827062 w 6759429"/>
              <a:gd name="connsiteY3" fmla="*/ 856346 h 9238303"/>
              <a:gd name="connsiteX4" fmla="*/ 6759429 w 6759429"/>
              <a:gd name="connsiteY4" fmla="*/ 0 h 9238303"/>
              <a:gd name="connsiteX5" fmla="*/ 6759429 w 6759429"/>
              <a:gd name="connsiteY5" fmla="*/ 7016773 h 9238303"/>
              <a:gd name="connsiteX6" fmla="*/ 4285912 w 6759429"/>
              <a:gd name="connsiteY6" fmla="*/ 7555427 h 9238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59429" h="9238303">
                <a:moveTo>
                  <a:pt x="0" y="6782788"/>
                </a:moveTo>
                <a:lnTo>
                  <a:pt x="534734" y="9238303"/>
                </a:lnTo>
                <a:lnTo>
                  <a:pt x="0" y="9238303"/>
                </a:lnTo>
                <a:close/>
                <a:moveTo>
                  <a:pt x="2827062" y="856346"/>
                </a:moveTo>
                <a:lnTo>
                  <a:pt x="6759429" y="0"/>
                </a:lnTo>
                <a:lnTo>
                  <a:pt x="6759429" y="7016773"/>
                </a:lnTo>
                <a:lnTo>
                  <a:pt x="4285912" y="7555427"/>
                </a:lnTo>
                <a:close/>
              </a:path>
            </a:pathLst>
          </a:custGeom>
        </p:spPr>
      </p:pic>
      <p:pic>
        <p:nvPicPr>
          <p:cNvPr id="6" name="图形 5">
            <a:extLst>
              <a:ext uri="{FF2B5EF4-FFF2-40B4-BE49-F238E27FC236}">
                <a16:creationId xmlns:a16="http://schemas.microsoft.com/office/drawing/2014/main" id="{1A46D14B-784F-4555-9678-457EDAE66BE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4680030" y="485484"/>
            <a:ext cx="2831940" cy="520356"/>
          </a:xfrm>
          <a:prstGeom prst="rect">
            <a:avLst/>
          </a:prstGeom>
        </p:spPr>
      </p:pic>
      <p:grpSp>
        <p:nvGrpSpPr>
          <p:cNvPr id="10" name="组合 9">
            <a:extLst>
              <a:ext uri="{FF2B5EF4-FFF2-40B4-BE49-F238E27FC236}">
                <a16:creationId xmlns:a16="http://schemas.microsoft.com/office/drawing/2014/main" id="{B5E6D88A-4AE7-4D47-A542-489C55D14EE5}"/>
              </a:ext>
            </a:extLst>
          </p:cNvPr>
          <p:cNvGrpSpPr/>
          <p:nvPr/>
        </p:nvGrpSpPr>
        <p:grpSpPr>
          <a:xfrm>
            <a:off x="2804463" y="1984494"/>
            <a:ext cx="6647974" cy="2293865"/>
            <a:chOff x="-1006274" y="2289294"/>
            <a:chExt cx="6647974" cy="2293865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1F3BCAF4-D11F-4A3D-AB13-4CE6658F4E6E}"/>
                </a:ext>
              </a:extLst>
            </p:cNvPr>
            <p:cNvSpPr txBox="1"/>
            <p:nvPr/>
          </p:nvSpPr>
          <p:spPr>
            <a:xfrm>
              <a:off x="-1006274" y="3567496"/>
              <a:ext cx="6647974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6000" b="0" i="0" u="none" strike="noStrike" kern="1200" cap="none" spc="300" normalizeH="0" baseline="0" noProof="0" dirty="0">
                  <a:ln>
                    <a:noFill/>
                  </a:ln>
                  <a:solidFill>
                    <a:srgbClr val="F2F2F2">
                      <a:lumMod val="25000"/>
                    </a:srgbClr>
                  </a:solidFill>
                  <a:effectLst/>
                  <a:uLnTx/>
                  <a:uFillTx/>
                  <a:latin typeface="思源黑体 CN Heavy" panose="020B0A00000000000000" pitchFamily="34" charset="-122"/>
                  <a:ea typeface="思源黑体 CN Heavy" panose="020B0A00000000000000" pitchFamily="34" charset="-122"/>
                  <a:cs typeface="+mn-cs"/>
                </a:rPr>
                <a:t>参数方程与极坐标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A1D4DCA9-4813-4112-BD9C-4EAA5942E610}"/>
                </a:ext>
              </a:extLst>
            </p:cNvPr>
            <p:cNvSpPr/>
            <p:nvPr/>
          </p:nvSpPr>
          <p:spPr>
            <a:xfrm>
              <a:off x="472910" y="2289294"/>
              <a:ext cx="3624711" cy="1015663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6000" b="0" i="0" u="none" strike="noStrike" kern="120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srgbClr val="EBA123"/>
                      </a:gs>
                      <a:gs pos="100000">
                        <a:srgbClr val="E6551A"/>
                      </a:gs>
                    </a:gsLst>
                    <a:lin ang="2700000" scaled="0"/>
                  </a:gra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rPr>
                <a:t>Chapter11</a:t>
              </a:r>
              <a:endParaRPr kumimoji="0" lang="zh-CN" altLang="en-US" sz="6000" b="0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0">
                      <a:srgbClr val="EBA123"/>
                    </a:gs>
                    <a:gs pos="100000">
                      <a:srgbClr val="E6551A"/>
                    </a:gs>
                  </a:gsLst>
                  <a:lin ang="2700000" scaled="0"/>
                </a:gradFill>
                <a:effectLst/>
                <a:uLnTx/>
                <a:uFillTx/>
                <a:latin typeface="等线" panose="020F0502020204030204"/>
                <a:ea typeface="等线" panose="02010600030101010101" pitchFamily="2" charset="-122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0148382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Ch10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无限数列与无穷级数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aseline="-25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三明治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重要极限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数列的形式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数列的性质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p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正项级数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比较判别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绝对收敛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ratio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root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条件收敛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莱布尼茨判别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收敛定理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积分敛散性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二次项级数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麦克劳林级数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泰勒展开求极限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间接法求泰勒级数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4334316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Ch11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参数方程与极坐标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求旋转体表面积</a:t>
            </a:r>
            <a:endParaRPr lang="en-US" altLang="zh-CN" dirty="0" smtClean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求扇形面积 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</a:p>
        </p:txBody>
      </p:sp>
    </p:spTree>
    <p:extLst>
      <p:ext uri="{BB962C8B-B14F-4D97-AF65-F5344CB8AC3E}">
        <p14:creationId xmlns:p14="http://schemas.microsoft.com/office/powerpoint/2010/main" val="1121957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参数方程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7DC5F57-B680-CD60-D3B3-DA94B19D3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983" y="1142720"/>
            <a:ext cx="10310817" cy="254833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918D9658-3DD2-FE9E-2A1E-DE4D4ED723D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33828"/>
          <a:stretch/>
        </p:blipFill>
        <p:spPr>
          <a:xfrm>
            <a:off x="1421096" y="3459988"/>
            <a:ext cx="3643603" cy="254833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D09BEDD-BA80-1C03-E08D-57A6FEE49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999" y="3429000"/>
            <a:ext cx="3261436" cy="2778611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0C1F2711-44B0-ABBC-9741-998A078FE1C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72942"/>
          <a:stretch/>
        </p:blipFill>
        <p:spPr>
          <a:xfrm>
            <a:off x="9480309" y="3917749"/>
            <a:ext cx="1657160" cy="5143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CE0BA39-F291-0BF5-09F3-1F1E5B2A887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378" r="35717"/>
          <a:stretch/>
        </p:blipFill>
        <p:spPr>
          <a:xfrm>
            <a:off x="9357435" y="4620006"/>
            <a:ext cx="1892809" cy="514350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A55C4797-0CA1-A53E-99D4-4137BE80013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7511"/>
          <a:stretch/>
        </p:blipFill>
        <p:spPr>
          <a:xfrm>
            <a:off x="9229126" y="5322263"/>
            <a:ext cx="1989830" cy="514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491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31854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600" b="0" i="0" u="none" strike="noStrike" kern="1200" cap="none" spc="300" normalizeH="0" baseline="0" noProof="0" dirty="0">
                <a:ln>
                  <a:noFill/>
                </a:ln>
                <a:solidFill>
                  <a:srgbClr val="F2F2F2">
                    <a:lumMod val="25000"/>
                  </a:srgbClr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cs"/>
              </a:rPr>
              <a:t>参数方程微分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2FC2BA7-85F1-7F2E-E4D8-FCA57A3C3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2426" y="1142720"/>
            <a:ext cx="8407146" cy="180679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2F7EBC9-FEB8-C5BD-2C5C-72B0066C03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426" y="2949519"/>
            <a:ext cx="8348702" cy="207053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F2E83ECB-24C8-C0BC-58DF-32EEE8A6D3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502" y="5618362"/>
            <a:ext cx="6686550" cy="55245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7E271F24-73F5-E8A5-E00D-2182C6BF2940}"/>
              </a:ext>
            </a:extLst>
          </p:cNvPr>
          <p:cNvSpPr txBox="1"/>
          <p:nvPr/>
        </p:nvSpPr>
        <p:spPr>
          <a:xfrm>
            <a:off x="4744675" y="4939782"/>
            <a:ext cx="3262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/>
              <a:t>注意两公式的“联动”</a:t>
            </a:r>
          </a:p>
        </p:txBody>
      </p:sp>
    </p:spTree>
    <p:extLst>
      <p:ext uri="{BB962C8B-B14F-4D97-AF65-F5344CB8AC3E}">
        <p14:creationId xmlns:p14="http://schemas.microsoft.com/office/powerpoint/2010/main" val="204276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67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75213" y="505533"/>
            <a:ext cx="5139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弧长公式 </a:t>
            </a:r>
            <a:r>
              <a:rPr lang="en-US" altLang="zh-CN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Arc Length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5DFEB71-11BC-4C9A-6A0A-7AD71BA207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732" y="1309544"/>
            <a:ext cx="8713852" cy="225914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3816E1C-7BFE-CB40-C17A-7404180C1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118" y="3568691"/>
            <a:ext cx="3433763" cy="95184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80D7BAC9-CF76-04EF-E0D2-6FBD35A2FE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4579" y="5404504"/>
            <a:ext cx="5438775" cy="666750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04606FA6-562E-78CD-5C37-06E64DBC0F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4579" y="4991373"/>
            <a:ext cx="3115085" cy="424083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CB0F7D9-D92A-3E1E-FE0E-6D916374BB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0730" y="5301957"/>
            <a:ext cx="3243070" cy="911845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FEBD99F5-96D7-22E3-170F-796BB8E453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81420" y="4968140"/>
            <a:ext cx="3115086" cy="436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965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148967-5E48-F162-F483-B7744E44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0CEF-D420-455D-80D5-7DAE87FAC7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7741B0-C76C-5095-B949-ADEB40C0C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高数期末带飞课 苏宇鹏 </a:t>
            </a:r>
            <a:r>
              <a:rPr lang="en-US" altLang="zh-CN"/>
              <a:t>12111212@mail.sustech.edu.cn Chapter6 Chapter7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5160A7-598E-F1CB-8ED8-99F2EE9F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68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82976F7-F7AB-032D-40FB-2CCC67FA7A4E}"/>
              </a:ext>
            </a:extLst>
          </p:cNvPr>
          <p:cNvSpPr txBox="1"/>
          <p:nvPr/>
        </p:nvSpPr>
        <p:spPr>
          <a:xfrm>
            <a:off x="602645" y="496389"/>
            <a:ext cx="210826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求弧长 </a:t>
            </a:r>
            <a:r>
              <a:rPr lang="en-US" altLang="zh-CN" sz="3600" spc="300" dirty="0">
                <a:solidFill>
                  <a:srgbClr val="FF0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*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7B6F0AE-435E-70EA-FE95-9CEDA9E91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029" y="1230210"/>
            <a:ext cx="8997171" cy="219879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4A7F22F-6713-A589-C829-838D57A1D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2588" y="3516490"/>
            <a:ext cx="8604141" cy="200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9581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69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185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旋转体表面积公式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0E6C9C3-A906-31B3-187A-ADC54ADEAA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674" y="1530306"/>
            <a:ext cx="8858651" cy="4212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74199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0148967-5E48-F162-F483-B7744E441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700CEF-D420-455D-80D5-7DAE87FAC7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87741B0-C76C-5095-B949-ADEB40C0C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高数期末带飞课 苏宇鹏 </a:t>
            </a:r>
            <a:r>
              <a:rPr lang="en-US" altLang="zh-CN"/>
              <a:t>12111212@mail.sustech.edu.cn Chapter6 Chapter7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5160A7-598E-F1CB-8ED8-99F2EE9F4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70</a:t>
            </a:fld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F62D8D1-D7D1-05C9-4C8D-EC7941066BCC}"/>
              </a:ext>
            </a:extLst>
          </p:cNvPr>
          <p:cNvSpPr txBox="1"/>
          <p:nvPr/>
        </p:nvSpPr>
        <p:spPr>
          <a:xfrm>
            <a:off x="602645" y="496389"/>
            <a:ext cx="46089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求旋转体的表面积 </a:t>
            </a:r>
            <a:r>
              <a:rPr lang="en-US" altLang="zh-CN" sz="3600" spc="300" dirty="0">
                <a:solidFill>
                  <a:srgbClr val="FF0000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*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1A5CEEB-A13D-E1C4-E194-0F1362521E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299" y="1372478"/>
            <a:ext cx="8133900" cy="205652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FC52A080-C21A-AD6D-D337-E27E991CCF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8299" y="3658758"/>
            <a:ext cx="8259074" cy="208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308906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71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Ch10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无限数列与无穷级数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aseline="-25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三明治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重要极限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数列的形式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数列的性质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p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正项级数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比较判别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绝对收敛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ratio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root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条件收敛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莱布尼茨判别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收敛定理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积分敛散性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二次项级数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麦克劳林级数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泰勒展开求极限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间接法求泰勒级数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4334316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Ch11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参数方程与极坐标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求旋转体表面积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求扇形面积 </a:t>
            </a:r>
            <a:r>
              <a:rPr lang="en-US" altLang="zh-CN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</a:p>
        </p:txBody>
      </p:sp>
    </p:spTree>
    <p:extLst>
      <p:ext uri="{BB962C8B-B14F-4D97-AF65-F5344CB8AC3E}">
        <p14:creationId xmlns:p14="http://schemas.microsoft.com/office/powerpoint/2010/main" val="1540715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72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168507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极坐标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162C3B8-9A79-2E06-D04B-F1E28ECA34F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38443"/>
          <a:stretch/>
        </p:blipFill>
        <p:spPr>
          <a:xfrm>
            <a:off x="1628339" y="1387932"/>
            <a:ext cx="3423341" cy="1490472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CAD1E4F-C619-4287-C702-0498BCE9A8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100" y="2878404"/>
            <a:ext cx="4499818" cy="131053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FE6982C-DFE5-AD4D-BB7F-30C23120C7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5183" y="4439221"/>
            <a:ext cx="10067925" cy="1381125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25EB3DF-F231-181F-0B18-EDBD5227A2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3482" y="1185829"/>
            <a:ext cx="3978783" cy="3253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51354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73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6853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极坐标微分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159C06D-2349-0AE2-EC68-450C62CEF0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641" y="1425435"/>
            <a:ext cx="10629900" cy="2324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3894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74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41857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扇形区域面积公式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D9AC52C6-AB7E-68C6-701C-90CE9288A5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312" y="1261776"/>
            <a:ext cx="8845676" cy="2996664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09C3416-90B7-308C-2669-50C502EF43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3161" y="4718923"/>
            <a:ext cx="8848878" cy="1425845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0DF1651-07A9-46B4-4D13-524FA58DB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0187" y="1821544"/>
            <a:ext cx="3444026" cy="2757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33890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高数期中带飞课 苏宇鹏 </a:t>
            </a:r>
            <a:r>
              <a:rPr lang="en-US" altLang="zh-CN"/>
              <a:t>12111212@mail.sustech.edu.cn Chapter10 Chapter11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75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602645" y="496389"/>
            <a:ext cx="2185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6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弧长公式</a:t>
            </a:r>
            <a:endParaRPr kumimoji="0" lang="en-US" altLang="zh-CN" sz="36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47612DC-74AB-FF44-2C1B-FF1E03CF9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05770"/>
            <a:ext cx="8738425" cy="250880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17AA74E-8860-82F3-F6E5-92A90C838D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1848" y="3814571"/>
            <a:ext cx="2743200" cy="242617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7B820A03-71C0-EA93-4C48-0174C2AD2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235" y="4701274"/>
            <a:ext cx="6360612" cy="72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120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569FB85-122D-4E69-A147-FE87FDF1A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5F1740-E220-4B17-BA76-357BEBA435BD}" type="datetime1">
              <a:rPr lang="zh-CN" altLang="en-US" smtClean="0"/>
              <a:t>2024/6/2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E294173-36E1-BF1C-5983-6AB333301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高</a:t>
            </a:r>
            <a:r>
              <a:rPr lang="zh-CN" altLang="en-US" dirty="0" smtClean="0"/>
              <a:t>数带</a:t>
            </a:r>
            <a:r>
              <a:rPr lang="zh-CN" altLang="en-US" dirty="0"/>
              <a:t>飞课 苏宇鹏 </a:t>
            </a:r>
            <a:r>
              <a:rPr lang="en-US" altLang="zh-CN" dirty="0" smtClean="0"/>
              <a:t>12111212@mail.sustech.edu.cn</a:t>
            </a:r>
            <a:endParaRPr lang="zh-CN" altLang="en-US" dirty="0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06AC696-BCBA-BEF2-2378-0A8A828CC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DB0C52-E6B8-495F-B49F-D5BF48EAD57E}" type="slidenum">
              <a:rPr lang="zh-CN" altLang="en-US" smtClean="0"/>
              <a:t>76</a:t>
            </a:fld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A6E4A8B-B893-5DA2-9C1D-CEB2A50B3C36}"/>
              </a:ext>
            </a:extLst>
          </p:cNvPr>
          <p:cNvSpPr txBox="1"/>
          <p:nvPr/>
        </p:nvSpPr>
        <p:spPr>
          <a:xfrm>
            <a:off x="593767" y="265570"/>
            <a:ext cx="65882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800" spc="300" noProof="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高</a:t>
            </a:r>
            <a:r>
              <a:rPr lang="zh-CN" altLang="en-US" sz="2800" spc="300" noProof="0" dirty="0" smtClean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数带飞课提纲一览（复习专用）</a:t>
            </a:r>
            <a:endParaRPr kumimoji="0" lang="en-US" altLang="zh-CN" sz="2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4806" y="871830"/>
            <a:ext cx="10422385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Ch10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无限数列与无穷级数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en-US" altLang="zh-CN" baseline="-25000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数列极限计算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三明治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重要极限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数列的形式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迭代型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递归型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数列的性质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有界性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单调性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无穷级数定义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en-US" altLang="zh-CN" baseline="-25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无穷级数计算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好求级数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几何级数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p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正项级数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直接判别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必要条件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比较判别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级数敛散性判别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</a:t>
            </a:r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绝对收敛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ratio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root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判别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条件收敛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莱布尼茨判别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幂级数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收敛定理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运算法则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积分敛散性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 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二次项级数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麦克劳林级数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泰勒展开求极限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间接法求泰勒级数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dirty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84806" y="4334316"/>
            <a:ext cx="989268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Ch11 </a:t>
            </a:r>
            <a:r>
              <a:rPr lang="zh-CN" altLang="en-US" sz="2000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参数方程与极坐标</a:t>
            </a:r>
            <a:endParaRPr lang="en-US" altLang="zh-CN" sz="2000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参数方程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求旋转体表面积</a:t>
            </a:r>
            <a:endParaRPr lang="en-US" altLang="zh-CN" dirty="0" smtClean="0">
              <a:solidFill>
                <a:srgbClr val="3C3C3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极坐标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@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定义</a:t>
            </a:r>
            <a:r>
              <a:rPr lang="en-US" altLang="zh-CN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微积分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求扇形面积 </a:t>
            </a:r>
            <a:r>
              <a:rPr lang="en-US" altLang="zh-CN" dirty="0" smtClean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 </a:t>
            </a:r>
            <a:r>
              <a:rPr lang="zh-CN" altLang="en-US" dirty="0">
                <a:solidFill>
                  <a:srgbClr val="3C3C3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求弧长 </a:t>
            </a:r>
          </a:p>
        </p:txBody>
      </p:sp>
    </p:spTree>
    <p:extLst>
      <p:ext uri="{BB962C8B-B14F-4D97-AF65-F5344CB8AC3E}">
        <p14:creationId xmlns:p14="http://schemas.microsoft.com/office/powerpoint/2010/main" val="2725978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B726794-7B26-4759-BB19-EBCA93CBA512}"/>
              </a:ext>
            </a:extLst>
          </p:cNvPr>
          <p:cNvSpPr txBox="1"/>
          <p:nvPr/>
        </p:nvSpPr>
        <p:spPr>
          <a:xfrm>
            <a:off x="4841498" y="2532601"/>
            <a:ext cx="5416868" cy="17927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6000" spc="300" dirty="0">
                <a:solidFill>
                  <a:srgbClr val="F2F2F2">
                    <a:lumMod val="25000"/>
                  </a:srgbClr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</a:rPr>
              <a:t>Q&amp;A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800" spc="300" dirty="0">
                <a:solidFill>
                  <a:srgbClr val="F2F2F2">
                    <a:lumMod val="25000"/>
                  </a:srgbClr>
                </a:solidFill>
                <a:latin typeface="思源黑体 CN Light" panose="020B0300000000000000" pitchFamily="34" charset="-122"/>
                <a:ea typeface="思源黑体 CN Light" panose="020B0300000000000000" pitchFamily="34" charset="-122"/>
              </a:rPr>
              <a:t>祝大家期中顺利！</a:t>
            </a:r>
            <a:endParaRPr kumimoji="0" lang="zh-CN" altLang="en-US" sz="4800" b="0" i="0" u="none" strike="noStrike" kern="1200" cap="none" spc="300" normalizeH="0" baseline="0" noProof="0" dirty="0">
              <a:ln>
                <a:noFill/>
              </a:ln>
              <a:solidFill>
                <a:srgbClr val="F2F2F2">
                  <a:lumMod val="25000"/>
                </a:srgbClr>
              </a:solidFill>
              <a:effectLst/>
              <a:uLnTx/>
              <a:uFillTx/>
              <a:latin typeface="思源黑体 CN Light" panose="020B0300000000000000" pitchFamily="34" charset="-122"/>
              <a:ea typeface="思源黑体 CN Light" panose="020B0300000000000000" pitchFamily="34" charset="-122"/>
              <a:cs typeface="+mn-cs"/>
            </a:endParaRP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D5080B2D-97AA-420D-A094-796E1C388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8844123" y="485484"/>
            <a:ext cx="2831940" cy="520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4671543"/>
      </p:ext>
    </p:extLst>
  </p:cSld>
  <p:clrMapOvr>
    <a:masterClrMapping/>
  </p:clrMapOvr>
</p:sld>
</file>

<file path=ppt/theme/theme1.xml><?xml version="1.0" encoding="utf-8"?>
<a:theme xmlns:a="http://schemas.openxmlformats.org/drawingml/2006/main" name="已停用母版样式">
  <a:themeElements>
    <a:clrScheme name="南方科技大学专属配色方案 01">
      <a:dk1>
        <a:srgbClr val="ED6C00"/>
      </a:dk1>
      <a:lt1>
        <a:srgbClr val="FFFFFF"/>
      </a:lt1>
      <a:dk2>
        <a:srgbClr val="01605A"/>
      </a:dk2>
      <a:lt2>
        <a:srgbClr val="F2F2F2"/>
      </a:lt2>
      <a:accent1>
        <a:srgbClr val="003F43"/>
      </a:accent1>
      <a:accent2>
        <a:srgbClr val="ED6C00"/>
      </a:accent2>
      <a:accent3>
        <a:srgbClr val="2BB7B3"/>
      </a:accent3>
      <a:accent4>
        <a:srgbClr val="01605A"/>
      </a:accent4>
      <a:accent5>
        <a:srgbClr val="77D3D2"/>
      </a:accent5>
      <a:accent6>
        <a:srgbClr val="DBF6EF"/>
      </a:accent6>
      <a:hlink>
        <a:srgbClr val="2BB7B3"/>
      </a:hlink>
      <a:folHlink>
        <a:srgbClr val="01605A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5133</TotalTime>
  <Words>5152</Words>
  <Application>Microsoft Office PowerPoint</Application>
  <PresentationFormat>宽屏</PresentationFormat>
  <Paragraphs>574</Paragraphs>
  <Slides>77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77</vt:i4>
      </vt:variant>
    </vt:vector>
  </HeadingPairs>
  <TitlesOfParts>
    <vt:vector size="91" baseType="lpstr">
      <vt:lpstr>等线</vt:lpstr>
      <vt:lpstr>思源黑体</vt:lpstr>
      <vt:lpstr>思源黑体 CN Heavy</vt:lpstr>
      <vt:lpstr>思源黑体 CN Light</vt:lpstr>
      <vt:lpstr>思源黑体 CN Medium</vt:lpstr>
      <vt:lpstr>宋体</vt:lpstr>
      <vt:lpstr>微软雅黑</vt:lpstr>
      <vt:lpstr>新宋体</vt:lpstr>
      <vt:lpstr>Arial</vt:lpstr>
      <vt:lpstr>Calibri</vt:lpstr>
      <vt:lpstr>Cambria Math</vt:lpstr>
      <vt:lpstr>Times New Roman</vt:lpstr>
      <vt:lpstr>Wingdings</vt:lpstr>
      <vt:lpstr>已停用母版样式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Yaojia Zhang</dc:creator>
  <cp:lastModifiedBy>Windows8</cp:lastModifiedBy>
  <cp:revision>63</cp:revision>
  <cp:lastPrinted>2023-03-26T03:59:10Z</cp:lastPrinted>
  <dcterms:created xsi:type="dcterms:W3CDTF">2019-12-04T07:19:48Z</dcterms:created>
  <dcterms:modified xsi:type="dcterms:W3CDTF">2024-06-02T09:10:01Z</dcterms:modified>
</cp:coreProperties>
</file>