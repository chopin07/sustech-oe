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9"/>
  </p:notesMasterIdLst>
  <p:handoutMasterIdLst>
    <p:handoutMasterId r:id="rId10"/>
  </p:handoutMasterIdLst>
  <p:sldIdLst>
    <p:sldId id="267" r:id="rId5"/>
    <p:sldId id="278" r:id="rId6"/>
    <p:sldId id="283" r:id="rId7"/>
    <p:sldId id="272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599" autoAdjust="0"/>
  </p:normalViewPr>
  <p:slideViewPr>
    <p:cSldViewPr>
      <p:cViewPr varScale="1">
        <p:scale>
          <a:sx n="114" d="100"/>
          <a:sy n="114" d="100"/>
        </p:scale>
        <p:origin x="414" y="10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6E22E-288A-414B-A8DE-E4DBD03D5FC0}" type="datetimeFigureOut">
              <a:rPr lang="en-US"/>
              <a:t>12/1/2024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14579-D02A-4B51-B5DF-8EC449F77AC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9AE7E-E0F9-4C51-AD9A-F4C3A6E23BBF}" type="datetimeFigureOut">
              <a:rPr lang="en-US"/>
              <a:t>12/1/2024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74690-7256-4BB9-AC0F-97AEAE8CDEC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6792" y="1905003"/>
            <a:ext cx="9435241" cy="1625599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2103" y="3657123"/>
            <a:ext cx="9429931" cy="99107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1218882" y="1600200"/>
            <a:ext cx="9739746" cy="73152"/>
            <a:chOff x="914400" y="1200150"/>
            <a:chExt cx="7306712" cy="54864"/>
          </a:xfrm>
        </p:grpSpPr>
        <p:sp>
          <p:nvSpPr>
            <p:cNvPr id="8" name="Oval 7"/>
            <p:cNvSpPr/>
            <p:nvPr/>
          </p:nvSpPr>
          <p:spPr>
            <a:xfrm>
              <a:off x="8166248" y="12001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Oval 8"/>
            <p:cNvSpPr/>
            <p:nvPr/>
          </p:nvSpPr>
          <p:spPr>
            <a:xfrm>
              <a:off x="914400" y="12001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1036847" y="1207626"/>
              <a:ext cx="7074290" cy="38998"/>
              <a:chOff x="2141408" y="1752956"/>
              <a:chExt cx="7315200" cy="38998"/>
            </a:xfrm>
            <a:solidFill>
              <a:schemeClr val="tx2"/>
            </a:solidFill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2141408" y="1752956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2141408" y="1791954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/>
          <p:cNvGrpSpPr/>
          <p:nvPr/>
        </p:nvGrpSpPr>
        <p:grpSpPr>
          <a:xfrm>
            <a:off x="1218882" y="4851400"/>
            <a:ext cx="9739746" cy="73152"/>
            <a:chOff x="914400" y="3638550"/>
            <a:chExt cx="7306712" cy="54864"/>
          </a:xfrm>
        </p:grpSpPr>
        <p:sp>
          <p:nvSpPr>
            <p:cNvPr id="14" name="Oval 13"/>
            <p:cNvSpPr/>
            <p:nvPr/>
          </p:nvSpPr>
          <p:spPr>
            <a:xfrm>
              <a:off x="8166248" y="36385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914400" y="36385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1036847" y="3646026"/>
              <a:ext cx="7074290" cy="38998"/>
              <a:chOff x="2141408" y="1752956"/>
              <a:chExt cx="7315200" cy="38998"/>
            </a:xfrm>
            <a:solidFill>
              <a:schemeClr val="tx2"/>
            </a:solidFill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141408" y="1752956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141408" y="1791954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43764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906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030" y="990599"/>
            <a:ext cx="9344765" cy="2235203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8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030" y="3733800"/>
            <a:ext cx="9344765" cy="1219200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3273781" y="3475736"/>
            <a:ext cx="5641265" cy="54864"/>
            <a:chOff x="2455975" y="2588441"/>
            <a:chExt cx="4232051" cy="41148"/>
          </a:xfrm>
        </p:grpSpPr>
        <p:sp>
          <p:nvSpPr>
            <p:cNvPr id="14" name="Oval 13"/>
            <p:cNvSpPr/>
            <p:nvPr/>
          </p:nvSpPr>
          <p:spPr>
            <a:xfrm>
              <a:off x="6642306" y="2588441"/>
              <a:ext cx="45720" cy="41148"/>
            </a:xfrm>
            <a:prstGeom prst="ellipse">
              <a:avLst/>
            </a:prstGeom>
            <a:solidFill>
              <a:schemeClr val="tx1"/>
            </a:solidFill>
            <a:ln w="264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455975" y="2588441"/>
              <a:ext cx="45720" cy="41148"/>
            </a:xfrm>
            <a:prstGeom prst="ellipse">
              <a:avLst/>
            </a:prstGeom>
            <a:solidFill>
              <a:schemeClr val="tx1"/>
            </a:solidFill>
            <a:ln w="264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563229" y="2594391"/>
              <a:ext cx="4023360" cy="29249"/>
              <a:chOff x="2550323" y="3458731"/>
              <a:chExt cx="4023360" cy="3899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550323" y="3458731"/>
                <a:ext cx="402336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550323" y="3497729"/>
                <a:ext cx="402336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55262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803400"/>
            <a:ext cx="4773956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803400"/>
            <a:ext cx="4773956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77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2945" y="1803400"/>
            <a:ext cx="4769806" cy="7112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514600"/>
            <a:ext cx="4773956" cy="35560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0049" y="1803400"/>
            <a:ext cx="4769806" cy="7112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5986" y="2514600"/>
            <a:ext cx="4773956" cy="35560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58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93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28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803400"/>
            <a:ext cx="6602281" cy="4267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0"/>
            <a:ext cx="2844060" cy="4267201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864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8883" y="1803400"/>
            <a:ext cx="6602280" cy="426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38739" y="1925320"/>
            <a:ext cx="6362567" cy="402336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1"/>
            <a:ext cx="2844060" cy="41656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505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322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34563" y="434975"/>
            <a:ext cx="1168400" cy="5661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434975"/>
            <a:ext cx="8413750" cy="566102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570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304721" y="301752"/>
            <a:ext cx="11579384" cy="6254496"/>
          </a:xfrm>
          <a:prstGeom prst="roundRect">
            <a:avLst>
              <a:gd name="adj" fmla="val 2341"/>
            </a:avLst>
          </a:prstGeom>
          <a:solidFill>
            <a:srgbClr val="FFFFFF"/>
          </a:solidFill>
          <a:ln>
            <a:noFill/>
          </a:ln>
          <a:effectLst>
            <a:innerShdw blurRad="508000">
              <a:srgbClr val="FFD14B">
                <a:alpha val="69804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431800"/>
            <a:ext cx="9751060" cy="1168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803400"/>
            <a:ext cx="975106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2" y="6172200"/>
            <a:ext cx="741487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12/1/2024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58928" y="6172200"/>
            <a:ext cx="711015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722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53896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English III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Argumentative Essay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54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information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class – 60 minutes</a:t>
            </a:r>
          </a:p>
          <a:p>
            <a:r>
              <a:rPr lang="en-US" dirty="0" smtClean="0"/>
              <a:t>Handwritten, no technology</a:t>
            </a:r>
          </a:p>
          <a:p>
            <a:r>
              <a:rPr lang="en-US" dirty="0" smtClean="0"/>
              <a:t>5 paragraphs (500-700 words)</a:t>
            </a:r>
          </a:p>
          <a:p>
            <a:r>
              <a:rPr lang="en-US" dirty="0" smtClean="0"/>
              <a:t>Outline (now!)</a:t>
            </a:r>
            <a:endParaRPr lang="en-US" dirty="0"/>
          </a:p>
          <a:p>
            <a:r>
              <a:rPr lang="en-US" dirty="0" smtClean="0"/>
              <a:t>First Draft – Week 14 Day 1</a:t>
            </a:r>
          </a:p>
          <a:p>
            <a:r>
              <a:rPr lang="en-US" dirty="0" smtClean="0"/>
              <a:t>Peer Review – Week 14 Day 1</a:t>
            </a:r>
          </a:p>
          <a:p>
            <a:r>
              <a:rPr lang="en-US" dirty="0" smtClean="0"/>
              <a:t>Second Draft – Week 14 Day 2</a:t>
            </a:r>
          </a:p>
          <a:p>
            <a:r>
              <a:rPr lang="en-US" dirty="0" smtClean="0"/>
              <a:t>20 points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46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2" y="304799"/>
            <a:ext cx="7010400" cy="6248401"/>
          </a:xfrm>
          <a:prstGeom prst="rect">
            <a:avLst/>
          </a:prstGeom>
        </p:spPr>
      </p:pic>
      <p:pic>
        <p:nvPicPr>
          <p:cNvPr id="1026" name="Picture 2" descr="Teachers Images Clip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12" y="1981200"/>
            <a:ext cx="2977515" cy="464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12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431800"/>
            <a:ext cx="9751060" cy="330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79412" y="609600"/>
            <a:ext cx="1059053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/>
              <a:t>Plastic surgery should be banned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AI-generated art is not true art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AI technology and remote learning are superior to traditional classrooms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Aspiring entrepreneurs do not need to go to university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Money can’t buy happiness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Companies should implement 4-day work weeks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All students should study abroad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All university curriculums should include a second language</a:t>
            </a:r>
          </a:p>
        </p:txBody>
      </p:sp>
    </p:spTree>
    <p:extLst>
      <p:ext uri="{BB962C8B-B14F-4D97-AF65-F5344CB8AC3E}">
        <p14:creationId xmlns:p14="http://schemas.microsoft.com/office/powerpoint/2010/main" val="381987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oks Classic 16x9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01059.potx" id="{C5FD5170-17AC-4815-968A-FDC1AAB6E99D}" vid="{74C691A5-1550-4555-B870-169F3443F41D}"/>
    </a:ext>
  </a:extLst>
</a:theme>
</file>

<file path=ppt/theme/theme2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1360476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706496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3ED4759-CFDD-43F0-817C-11D919719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D80E12-3BE9-4746-820E-FFB249F467F2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4873beb7-5857-4685-be1f-d57550cc96cc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D003AC8-209A-4321-A17C-1B7A206433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book education presentation (widescreen)</Template>
  <TotalTime>12</TotalTime>
  <Words>102</Words>
  <Application>Microsoft Office PowerPoint</Application>
  <PresentationFormat>Custom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Constantia</vt:lpstr>
      <vt:lpstr>Books Classic 16x9</vt:lpstr>
      <vt:lpstr>English III </vt:lpstr>
      <vt:lpstr>General information</vt:lpstr>
      <vt:lpstr>PowerPoint Presentation</vt:lpstr>
      <vt:lpstr>TOPICS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III </dc:title>
  <dc:creator>Windows User</dc:creator>
  <cp:lastModifiedBy>Windows User</cp:lastModifiedBy>
  <cp:revision>3</cp:revision>
  <dcterms:created xsi:type="dcterms:W3CDTF">2024-12-02T07:37:22Z</dcterms:created>
  <dcterms:modified xsi:type="dcterms:W3CDTF">2024-12-02T07:49:23Z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