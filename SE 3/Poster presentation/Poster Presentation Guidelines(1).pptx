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0"/>
  </p:notesMasterIdLst>
  <p:sldIdLst>
    <p:sldId id="384" r:id="rId3"/>
    <p:sldId id="378" r:id="rId4"/>
    <p:sldId id="380" r:id="rId5"/>
    <p:sldId id="379" r:id="rId6"/>
    <p:sldId id="381" r:id="rId7"/>
    <p:sldId id="383" r:id="rId8"/>
    <p:sldId id="382" r:id="rId9"/>
  </p:sldIdLst>
  <p:sldSz cx="9144000" cy="5143500" type="screen16x9"/>
  <p:notesSz cx="6858000" cy="9144000"/>
  <p:custDataLst>
    <p:tags r:id="rId1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391500" y="313650"/>
            <a:ext cx="8361000" cy="4516200"/>
          </a:xfrm>
          <a:prstGeom prst="rect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2pPr>
            <a:lvl3pPr marL="1371600" lvl="2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3pPr>
            <a:lvl4pPr marL="1828800" lvl="3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rabicPeriod"/>
              <a:defRPr sz="1100"/>
            </a:lvl4pPr>
            <a:lvl5pPr marL="2286000" lvl="4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5pPr>
            <a:lvl6pPr marL="2743200" lvl="5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6pPr>
            <a:lvl7pPr marL="3200400" lvl="6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rabicPeriod"/>
              <a:defRPr sz="1100"/>
            </a:lvl7pPr>
            <a:lvl8pPr marL="3657600" lvl="7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8pPr>
            <a:lvl9pPr marL="4114800" lvl="8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9pPr>
          </a:lstStyle>
          <a:p/>
        </p:txBody>
      </p:sp>
      <p:grpSp>
        <p:nvGrpSpPr>
          <p:cNvPr id="39" name="Google Shape;39;p4"/>
          <p:cNvGrpSpPr/>
          <p:nvPr/>
        </p:nvGrpSpPr>
        <p:grpSpPr>
          <a:xfrm>
            <a:off x="3" y="101070"/>
            <a:ext cx="2610703" cy="336022"/>
            <a:chOff x="198225" y="4390550"/>
            <a:chExt cx="3765075" cy="484600"/>
          </a:xfrm>
        </p:grpSpPr>
        <p:sp>
          <p:nvSpPr>
            <p:cNvPr id="40" name="Google Shape;40;p4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2" name="Google Shape;42;p4"/>
          <p:cNvGrpSpPr/>
          <p:nvPr/>
        </p:nvGrpSpPr>
        <p:grpSpPr>
          <a:xfrm flipH="1">
            <a:off x="6533303" y="4719270"/>
            <a:ext cx="2610703" cy="336022"/>
            <a:chOff x="198225" y="4390550"/>
            <a:chExt cx="3765075" cy="484600"/>
          </a:xfrm>
        </p:grpSpPr>
        <p:sp>
          <p:nvSpPr>
            <p:cNvPr id="43" name="Google Shape;43;p4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3" name="Google Shape;63;p6"/>
          <p:cNvGrpSpPr/>
          <p:nvPr/>
        </p:nvGrpSpPr>
        <p:grpSpPr>
          <a:xfrm>
            <a:off x="250792" y="240925"/>
            <a:ext cx="1160092" cy="63948"/>
            <a:chOff x="3779200" y="1371600"/>
            <a:chExt cx="1992600" cy="109500"/>
          </a:xfrm>
        </p:grpSpPr>
        <p:sp>
          <p:nvSpPr>
            <p:cNvPr id="64" name="Google Shape;64;p6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0" name="Google Shape;70;p6"/>
          <p:cNvGrpSpPr/>
          <p:nvPr/>
        </p:nvGrpSpPr>
        <p:grpSpPr>
          <a:xfrm>
            <a:off x="6715155" y="4604094"/>
            <a:ext cx="2428951" cy="434862"/>
            <a:chOff x="1358103" y="3291921"/>
            <a:chExt cx="3368397" cy="603054"/>
          </a:xfrm>
        </p:grpSpPr>
        <p:sp>
          <p:nvSpPr>
            <p:cNvPr id="71" name="Google Shape;71;p6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1358103" y="3291921"/>
              <a:ext cx="125123" cy="125328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4"/>
          <p:cNvSpPr/>
          <p:nvPr/>
        </p:nvSpPr>
        <p:spPr>
          <a:xfrm rot="10800000" flipH="1">
            <a:off x="5304450" y="-1045425"/>
            <a:ext cx="4059000" cy="40590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3" name="Google Shape;563;p54"/>
          <p:cNvSpPr/>
          <p:nvPr/>
        </p:nvSpPr>
        <p:spPr>
          <a:xfrm rot="10800000" flipH="1">
            <a:off x="-542925" y="393125"/>
            <a:ext cx="4912200" cy="4912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64" name="Google Shape;564;p54"/>
          <p:cNvGrpSpPr/>
          <p:nvPr/>
        </p:nvGrpSpPr>
        <p:grpSpPr>
          <a:xfrm>
            <a:off x="368731" y="360425"/>
            <a:ext cx="780400" cy="357900"/>
            <a:chOff x="4598506" y="471425"/>
            <a:chExt cx="780400" cy="357900"/>
          </a:xfrm>
        </p:grpSpPr>
        <p:sp>
          <p:nvSpPr>
            <p:cNvPr id="565" name="Google Shape;565;p54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566;p54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67" name="Google Shape;567;p54"/>
          <p:cNvGrpSpPr/>
          <p:nvPr/>
        </p:nvGrpSpPr>
        <p:grpSpPr>
          <a:xfrm rot="10800000" flipH="1">
            <a:off x="-12" y="4570483"/>
            <a:ext cx="2780508" cy="357877"/>
            <a:chOff x="198225" y="4390550"/>
            <a:chExt cx="3765075" cy="484600"/>
          </a:xfrm>
        </p:grpSpPr>
        <p:sp>
          <p:nvSpPr>
            <p:cNvPr id="568" name="Google Shape;568;p54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569;p54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0" name="Google Shape;570;p54"/>
          <p:cNvGrpSpPr/>
          <p:nvPr/>
        </p:nvGrpSpPr>
        <p:grpSpPr>
          <a:xfrm>
            <a:off x="7083488" y="215150"/>
            <a:ext cx="2060513" cy="357885"/>
            <a:chOff x="6363488" y="215150"/>
            <a:chExt cx="2060513" cy="357885"/>
          </a:xfrm>
        </p:grpSpPr>
        <p:sp>
          <p:nvSpPr>
            <p:cNvPr id="571" name="Google Shape;571;p54"/>
            <p:cNvSpPr/>
            <p:nvPr/>
          </p:nvSpPr>
          <p:spPr>
            <a:xfrm flipH="1">
              <a:off x="6499827" y="215150"/>
              <a:ext cx="1924174" cy="289732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572;p54"/>
            <p:cNvSpPr/>
            <p:nvPr/>
          </p:nvSpPr>
          <p:spPr>
            <a:xfrm flipH="1">
              <a:off x="6363488" y="436726"/>
              <a:ext cx="136309" cy="136309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POSTER PRESENTATION</a:t>
            </a:r>
            <a:endParaRPr lang="en-US" dirty="0"/>
          </a:p>
        </p:txBody>
      </p:sp>
      <p:pic>
        <p:nvPicPr>
          <p:cNvPr id="18434" name="Picture 2" descr="Medical Poster Presentation Abstrac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846" y="1313779"/>
            <a:ext cx="6419329" cy="345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Presentation Guidelines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47422" y="1261472"/>
            <a:ext cx="3163690" cy="1394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20000" y="1361588"/>
            <a:ext cx="3004345" cy="11947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Length: </a:t>
            </a:r>
            <a:r>
              <a:rPr lang="en-US" dirty="0" smtClean="0">
                <a:solidFill>
                  <a:schemeClr val="tx1"/>
                </a:solidFill>
              </a:rPr>
              <a:t>2-3 minutes (1 minute per person) AND question and answer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7422" y="2890038"/>
            <a:ext cx="3163690" cy="1461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20000" y="2996829"/>
            <a:ext cx="3004345" cy="12547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Materials: </a:t>
            </a:r>
            <a:r>
              <a:rPr lang="en-US" dirty="0" smtClean="0">
                <a:solidFill>
                  <a:schemeClr val="tx1"/>
                </a:solidFill>
              </a:rPr>
              <a:t>Poster (A1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size, printed)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362" name="Picture 2" descr="How To Create A Poster Board Presentatio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068" y="1577223"/>
            <a:ext cx="4155910" cy="274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POSTER: CONTENT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40981" y="1254799"/>
            <a:ext cx="7822458" cy="36309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87819" y="1408309"/>
            <a:ext cx="75287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 smtClean="0"/>
              <a:t>TITLE</a:t>
            </a: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 smtClean="0"/>
              <a:t>Company Name</a:t>
            </a: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 smtClean="0"/>
              <a:t>Group Members</a:t>
            </a: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 smtClean="0"/>
              <a:t>Description: What does your company do? What products do you make? Which services do you provide?</a:t>
            </a: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 smtClean="0"/>
              <a:t>Goals and Aims</a:t>
            </a: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 smtClean="0"/>
              <a:t>Business plan</a:t>
            </a: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 smtClean="0"/>
              <a:t>Target customers</a:t>
            </a:r>
            <a:endParaRPr lang="en-US" sz="2000" dirty="0" smtClean="0"/>
          </a:p>
          <a:p>
            <a:pPr marL="342900" indent="-342900">
              <a:buAutoNum type="arabicPeriod"/>
            </a:pPr>
            <a:r>
              <a:rPr lang="en-US" sz="2000" dirty="0" smtClean="0"/>
              <a:t>Advertising strategy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POSTER: APPEARANCE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794" y="3917904"/>
            <a:ext cx="1481730" cy="105349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215751"/>
            <a:ext cx="7704000" cy="1927916"/>
          </a:xfrm>
        </p:spPr>
        <p:txBody>
          <a:bodyPr/>
          <a:lstStyle/>
          <a:p>
            <a:r>
              <a:rPr lang="en-US" sz="2000" dirty="0"/>
              <a:t>Size: </a:t>
            </a:r>
            <a:r>
              <a:rPr lang="en-US" sz="2000" dirty="0" smtClean="0"/>
              <a:t>A1</a:t>
            </a:r>
            <a:endParaRPr lang="en-US" sz="2000" dirty="0" smtClean="0"/>
          </a:p>
          <a:p>
            <a:r>
              <a:rPr lang="en-US" sz="2000" dirty="0" smtClean="0"/>
              <a:t>Font style: DO use traditional fonts (Times New Roman, Arial) and DON’T use stylized fonts</a:t>
            </a:r>
            <a:endParaRPr lang="en-US" sz="2000" dirty="0" smtClean="0"/>
          </a:p>
          <a:p>
            <a:r>
              <a:rPr lang="en-US" sz="2000" dirty="0" smtClean="0"/>
              <a:t>Font size: DO use size 24 pts or higher (people should be able to read the poster from a few feet away).</a:t>
            </a:r>
            <a:endParaRPr lang="en-US" sz="2000" dirty="0" smtClean="0"/>
          </a:p>
          <a:p>
            <a:r>
              <a:rPr lang="en-US" sz="2000" dirty="0" smtClean="0"/>
              <a:t>DO include charts, graphics, and pictures</a:t>
            </a:r>
            <a:endParaRPr lang="en-US" sz="2000" dirty="0" smtClean="0"/>
          </a:p>
          <a:p>
            <a:r>
              <a:rPr lang="en-US" sz="2000" dirty="0" smtClean="0"/>
              <a:t>DO use colors to enhance your poster</a:t>
            </a:r>
            <a:endParaRPr lang="en-US" sz="2000" dirty="0" smtClean="0"/>
          </a:p>
          <a:p>
            <a:r>
              <a:rPr lang="en-US" sz="2000" dirty="0" smtClean="0"/>
              <a:t>Imagine the poster as a spread in a newspaper or magazine</a:t>
            </a: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PRESENTATION: SPEAKING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 smtClean="0"/>
              <a:t>Class will be divided into two groups (A and B)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smtClean="0"/>
              <a:t>Group A will present first. Group B will walk around the room and listen to each presentation. Group B will take notes and ask questions.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smtClean="0"/>
              <a:t>Every group should present for 2-3 minutes (1 minute per person)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smtClean="0"/>
              <a:t>Every group should also be prepared to answer questions.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smtClean="0"/>
              <a:t>Each group will present multiple times.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smtClean="0"/>
              <a:t>The teacher will listen to each group and assign a grade.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smtClean="0"/>
              <a:t>Please DO NOT read while giving your presentation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smtClean="0"/>
              <a:t>Practice good public speaking skills: maintaining eye contact, using a clear voice, utilizing body language, etc.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reate an Academic Research Poste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12" y="307026"/>
            <a:ext cx="8149506" cy="409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Research Poster Presentation Design © Quick Tips (–This regarding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32" y="320746"/>
            <a:ext cx="7291079" cy="546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fed77547-04d5-4ee7-a91a-b15f4f713953"/>
  <p:tag name="COMMONDATA" val="eyJoZGlkIjoiNWMyZGVhNzBjYjJkNmYyMzFiMzExZjE0MTNiNTA5YWQifQ=="/>
</p:tagLst>
</file>

<file path=ppt/theme/theme1.xml><?xml version="1.0" encoding="utf-8"?>
<a:theme xmlns:a="http://schemas.openxmlformats.org/drawingml/2006/main" name="Korean AI Agency Pitch Deck XL by Slidesgo">
  <a:themeElements>
    <a:clrScheme name="Simple Light">
      <a:dk1>
        <a:srgbClr val="000328"/>
      </a:dk1>
      <a:lt1>
        <a:srgbClr val="FFFFFF"/>
      </a:lt1>
      <a:dk2>
        <a:srgbClr val="E0A9A8"/>
      </a:dk2>
      <a:lt2>
        <a:srgbClr val="005C8F"/>
      </a:lt2>
      <a:accent1>
        <a:srgbClr val="6128F6"/>
      </a:accent1>
      <a:accent2>
        <a:srgbClr val="5C65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1287</Words>
  <Application>WPS 演示</Application>
  <PresentationFormat>On-screen Show (16:9)</PresentationFormat>
  <Paragraphs>41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Arial</vt:lpstr>
      <vt:lpstr>IBM Plex Sans</vt:lpstr>
      <vt:lpstr>Segoe Print</vt:lpstr>
      <vt:lpstr>IBM Plex Sans Medium</vt:lpstr>
      <vt:lpstr>Roboto Condensed Light</vt:lpstr>
      <vt:lpstr>Microsoft YaHei</vt:lpstr>
      <vt:lpstr>Arial Unicode MS</vt:lpstr>
      <vt:lpstr>Korean AI Agency Pitch Deck XL by Slidesgo</vt:lpstr>
      <vt:lpstr>POSTER PRESENTATION</vt:lpstr>
      <vt:lpstr>Presentation Guidelines</vt:lpstr>
      <vt:lpstr>POSTER: CONTENT</vt:lpstr>
      <vt:lpstr>POSTER: APPEARANCE </vt:lpstr>
      <vt:lpstr>PRESENTATION: SPEAKING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and Entrepreneurship</dc:title>
  <dc:creator>Hannah Bradbury</dc:creator>
  <cp:lastModifiedBy>seewo</cp:lastModifiedBy>
  <cp:revision>21</cp:revision>
  <dcterms:created xsi:type="dcterms:W3CDTF">2024-10-21T23:52:53Z</dcterms:created>
  <dcterms:modified xsi:type="dcterms:W3CDTF">2024-10-21T23:53:32Z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3E376BC4ED6C4142ADC482B9A47B1881</vt:lpwstr>
  </property>
  <property fmtid="{D5CDD505-2E9C-101B-9397-08002B2CF9AE}" pid="3" name="KSOProductBuildVer">
    <vt:lpwstr>2052-11.1.0.12763</vt:lpwstr>
  </property>
</Properties>
</file>