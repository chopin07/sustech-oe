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0" r:id="rId3"/>
    <p:sldMasterId id="2147483652" r:id="rId4"/>
    <p:sldMasterId id="2147483654" r:id="rId5"/>
    <p:sldMasterId id="2147483666" r:id="rId6"/>
    <p:sldMasterId id="2147483673" r:id="rId7"/>
  </p:sldMasterIdLst>
  <p:notesMasterIdLst>
    <p:notesMasterId r:id="rId29"/>
  </p:notesMasterIdLst>
  <p:handoutMasterIdLst>
    <p:handoutMasterId r:id="rId30"/>
  </p:handoutMasterIdLst>
  <p:sldIdLst>
    <p:sldId id="350" r:id="rId8"/>
    <p:sldId id="340" r:id="rId9"/>
    <p:sldId id="319" r:id="rId10"/>
    <p:sldId id="325" r:id="rId11"/>
    <p:sldId id="330" r:id="rId12"/>
    <p:sldId id="332" r:id="rId13"/>
    <p:sldId id="334" r:id="rId14"/>
    <p:sldId id="277" r:id="rId15"/>
    <p:sldId id="380" r:id="rId16"/>
    <p:sldId id="379" r:id="rId17"/>
    <p:sldId id="336" r:id="rId18"/>
    <p:sldId id="335" r:id="rId19"/>
    <p:sldId id="378" r:id="rId20"/>
    <p:sldId id="337" r:id="rId21"/>
    <p:sldId id="381" r:id="rId22"/>
    <p:sldId id="328" r:id="rId23"/>
    <p:sldId id="382" r:id="rId24"/>
    <p:sldId id="341" r:id="rId25"/>
    <p:sldId id="343" r:id="rId26"/>
    <p:sldId id="344" r:id="rId27"/>
    <p:sldId id="376" r:id="rId28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83C"/>
    <a:srgbClr val="87D8D7"/>
    <a:srgbClr val="003F43"/>
    <a:srgbClr val="000000"/>
    <a:srgbClr val="063B3F"/>
    <a:srgbClr val="ED6D00"/>
    <a:srgbClr val="00696F"/>
    <a:srgbClr val="208986"/>
    <a:srgbClr val="2BB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34" y="798"/>
      </p:cViewPr>
      <p:guideLst>
        <p:guide orient="horz" pos="2160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gs" Target="tags/tag150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EE2E2-A0E2-4F60-B32E-48001E4EAF9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9F623-08F7-4C03-B6A6-9D74E38CD7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49618-016D-43FC-9B75-1A8222D97A8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288BA-F828-4E98-8204-75CE8FCB0E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jpeg"/><Relationship Id="rId3" Type="http://schemas.microsoft.com/office/2007/relationships/hdphoto" Target="../media/image1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7" Type="http://schemas.openxmlformats.org/officeDocument/2006/relationships/tags" Target="../tags/tag40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tags" Target="../tags/tag36.xml"/><Relationship Id="rId32" Type="http://schemas.openxmlformats.org/officeDocument/2006/relationships/tags" Target="../tags/tag35.xml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tags" Target="../tags/tag6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../media/image16.jpeg"/><Relationship Id="rId3" Type="http://schemas.openxmlformats.org/officeDocument/2006/relationships/tags" Target="../tags/tag42.xml"/><Relationship Id="rId28" Type="http://schemas.openxmlformats.org/officeDocument/2006/relationships/tags" Target="../tags/tag66.xml"/><Relationship Id="rId27" Type="http://schemas.openxmlformats.org/officeDocument/2006/relationships/tags" Target="../tags/tag65.xml"/><Relationship Id="rId26" Type="http://schemas.openxmlformats.org/officeDocument/2006/relationships/tags" Target="../tags/tag64.xml"/><Relationship Id="rId25" Type="http://schemas.openxmlformats.org/officeDocument/2006/relationships/tags" Target="../tags/tag63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1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2" Type="http://schemas.openxmlformats.org/officeDocument/2006/relationships/tags" Target="../tags/tag100.xml"/><Relationship Id="rId31" Type="http://schemas.openxmlformats.org/officeDocument/2006/relationships/tags" Target="../tags/tag99.xml"/><Relationship Id="rId30" Type="http://schemas.openxmlformats.org/officeDocument/2006/relationships/tags" Target="../tags/tag98.xml"/><Relationship Id="rId3" Type="http://schemas.openxmlformats.org/officeDocument/2006/relationships/tags" Target="../tags/tag71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microsoft.com/office/2007/relationships/hdphoto" Target="../media/image1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9A5A-C196-4FE6-B3B5-B7EDB2A4C01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764C-F364-4F97-8D45-D3938DE8E1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7A4D-B584-4A2E-8372-2E8A9AB6EEA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FD4B-0A1F-4045-9E82-87EEABCC5E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FFF-D7EA-4D28-B3C0-00288B2AF0C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717F3-7FE8-4025-BE4D-D44DEF4C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8F8-1C75-476A-9847-6C497EB14D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721" y="2164080"/>
            <a:ext cx="11160126" cy="3105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推荐使用的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一级文本样式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推荐使用的二级文本样式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L="1200150" marR="0" lvl="2" indent="-28575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推荐使用的三级（注释）文本样式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1200150" lvl="2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F2F2F2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zh-CN" altLang="en-US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9" name="图片 8" descr="韵动线条图案（橙色）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4580890"/>
            <a:ext cx="12191365" cy="1829435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E793-A3AE-4B28-887E-09107468D2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486525" y="2034890"/>
            <a:ext cx="5304155" cy="3467100"/>
          </a:xfrm>
          <a:prstGeom prst="rect">
            <a:avLst/>
          </a:prstGeom>
          <a:solidFill>
            <a:schemeClr val="tx1">
              <a:alpha val="92000"/>
            </a:schemeClr>
          </a:solidFill>
          <a:ln>
            <a:noFill/>
          </a:ln>
          <a:effectLst>
            <a:outerShdw blurRad="317500" dir="18900000" sx="102000" sy="102000" algn="bl" rotWithShape="0">
              <a:srgbClr val="ED6D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15722" y="2017127"/>
            <a:ext cx="5294770" cy="3028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dirty="0">
                <a:solidFill>
                  <a:srgbClr val="10383C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请于此输入小标题</a:t>
            </a:r>
            <a:endParaRPr lang="en-US" altLang="zh-CN" sz="2400" dirty="0">
              <a:solidFill>
                <a:srgbClr val="10383C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381508" y="2175860"/>
            <a:ext cx="5294770" cy="345948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165034" y="5192766"/>
            <a:ext cx="4512370" cy="88514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74295" lvl="0">
              <a:defRPr/>
            </a:pPr>
            <a:r>
              <a:rPr lang="zh-CN" altLang="en-US" dirty="0">
                <a:solidFill>
                  <a:srgbClr val="FF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必要时可为图片添加注释内容</a:t>
            </a:r>
            <a:endParaRPr lang="en-US" altLang="zh-CN" sz="1400" dirty="0">
              <a:solidFill>
                <a:srgbClr val="FF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74295" lvl="0">
              <a:defRPr/>
            </a:pPr>
            <a:r>
              <a:rPr lang="en-US" altLang="zh-CN" sz="1400" dirty="0">
                <a:solidFill>
                  <a:srgbClr val="FFFFFF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Add comment to the image if necessary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6682622" y="1864659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677699" y="3022899"/>
            <a:ext cx="4998363" cy="135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</a:t>
            </a:r>
            <a:r>
              <a:rPr lang="zh-CN" altLang="en-US" sz="1400" dirty="0">
                <a:solidFill>
                  <a:srgbClr val="F2F2F2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。点击此处输入文本，文本内容应尽量简约精炼，尽可能减少赘余的内容，并和本页呈现的主题高度相关。</a:t>
            </a:r>
            <a:endParaRPr lang="zh-CN" altLang="en-US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515938" y="0"/>
            <a:ext cx="2831940" cy="5374257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72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533660" y="0"/>
            <a:ext cx="2831940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165034" y="5086538"/>
            <a:ext cx="4512370" cy="88514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74295" lvl="0">
              <a:defRPr/>
            </a:pPr>
            <a:r>
              <a:rPr lang="zh-CN" altLang="en-US" dirty="0">
                <a:solidFill>
                  <a:srgbClr val="FF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必要时可为图片添加注释内容</a:t>
            </a:r>
            <a:endParaRPr lang="en-US" altLang="zh-CN" sz="1400" dirty="0">
              <a:solidFill>
                <a:srgbClr val="FF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74295" lvl="0">
              <a:defRPr/>
            </a:pPr>
            <a:r>
              <a:rPr lang="en-US" altLang="zh-CN" sz="1400" dirty="0">
                <a:solidFill>
                  <a:srgbClr val="FFFFFF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Add comment to the image if necessary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868109" y="5086538"/>
            <a:ext cx="885147" cy="88514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74295"/>
            <a:endParaRPr lang="zh-CN" altLang="en-US">
              <a:solidFill>
                <a:srgbClr val="FF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students-cap_46955"/>
          <p:cNvSpPr>
            <a:spLocks noChangeAspect="1"/>
          </p:cNvSpPr>
          <p:nvPr userDrawn="1"/>
        </p:nvSpPr>
        <p:spPr bwMode="auto">
          <a:xfrm>
            <a:off x="10002773" y="5352657"/>
            <a:ext cx="609685" cy="352908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B6C78C6-35A3-43F9-A87B-F7FBC5CDEAB2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šļîde"/>
          <p:cNvSpPr/>
          <p:nvPr userDrawn="1">
            <p:custDataLst>
              <p:tags r:id="rId2"/>
            </p:custDataLst>
          </p:nvPr>
        </p:nvSpPr>
        <p:spPr>
          <a:xfrm>
            <a:off x="5235615" y="1390226"/>
            <a:ext cx="1720770" cy="6121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sz="2400" b="1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条目标题</a:t>
            </a:r>
            <a:endParaRPr lang="zh-CN" altLang="en-US" sz="2400" b="1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îṡḻiḑe"/>
          <p:cNvSpPr/>
          <p:nvPr userDrawn="1">
            <p:custDataLst>
              <p:tags r:id="rId3"/>
            </p:custDataLst>
          </p:nvPr>
        </p:nvSpPr>
        <p:spPr>
          <a:xfrm>
            <a:off x="5380369" y="3009024"/>
            <a:ext cx="1440160" cy="432048"/>
          </a:xfrm>
          <a:prstGeom prst="roundRect">
            <a:avLst/>
          </a:prstGeom>
          <a:gradFill>
            <a:gsLst>
              <a:gs pos="0">
                <a:srgbClr val="ED6D00"/>
              </a:gs>
              <a:gs pos="100000">
                <a:schemeClr val="bg1">
                  <a:lumMod val="85000"/>
                  <a:alpha val="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lvl="0"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条目标题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íṩḷïḓe"/>
          <p:cNvSpPr/>
          <p:nvPr userDrawn="1">
            <p:custDataLst>
              <p:tags r:id="rId4"/>
            </p:custDataLst>
          </p:nvPr>
        </p:nvSpPr>
        <p:spPr>
          <a:xfrm>
            <a:off x="3169111" y="3009024"/>
            <a:ext cx="1440160" cy="432048"/>
          </a:xfrm>
          <a:prstGeom prst="roundRect">
            <a:avLst/>
          </a:prstGeom>
          <a:gradFill>
            <a:gsLst>
              <a:gs pos="0">
                <a:srgbClr val="ED6D00"/>
              </a:gs>
              <a:gs pos="100000">
                <a:schemeClr val="bg1">
                  <a:lumMod val="85000"/>
                  <a:alpha val="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条目标题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íSḻiḓé"/>
          <p:cNvSpPr/>
          <p:nvPr userDrawn="1">
            <p:custDataLst>
              <p:tags r:id="rId5"/>
            </p:custDataLst>
          </p:nvPr>
        </p:nvSpPr>
        <p:spPr>
          <a:xfrm>
            <a:off x="957853" y="3009024"/>
            <a:ext cx="1440160" cy="432048"/>
          </a:xfrm>
          <a:prstGeom prst="roundRect">
            <a:avLst/>
          </a:prstGeom>
          <a:gradFill>
            <a:gsLst>
              <a:gs pos="0">
                <a:srgbClr val="ED6D00"/>
              </a:gs>
              <a:gs pos="100000">
                <a:schemeClr val="bg1">
                  <a:lumMod val="85000"/>
                  <a:alpha val="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条目标题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ï$ḷidè"/>
          <p:cNvSpPr/>
          <p:nvPr userDrawn="1">
            <p:custDataLst>
              <p:tags r:id="rId6"/>
            </p:custDataLst>
          </p:nvPr>
        </p:nvSpPr>
        <p:spPr>
          <a:xfrm>
            <a:off x="7591627" y="3009024"/>
            <a:ext cx="1440160" cy="432048"/>
          </a:xfrm>
          <a:prstGeom prst="roundRect">
            <a:avLst/>
          </a:prstGeom>
          <a:gradFill>
            <a:gsLst>
              <a:gs pos="0">
                <a:srgbClr val="ED6D00"/>
              </a:gs>
              <a:gs pos="100000">
                <a:schemeClr val="bg1">
                  <a:lumMod val="85000"/>
                  <a:alpha val="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条目标题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ïSliďe"/>
          <p:cNvSpPr/>
          <p:nvPr userDrawn="1">
            <p:custDataLst>
              <p:tags r:id="rId7"/>
            </p:custDataLst>
          </p:nvPr>
        </p:nvSpPr>
        <p:spPr>
          <a:xfrm>
            <a:off x="9802886" y="3009024"/>
            <a:ext cx="1440160" cy="432048"/>
          </a:xfrm>
          <a:prstGeom prst="roundRect">
            <a:avLst/>
          </a:prstGeom>
          <a:gradFill>
            <a:gsLst>
              <a:gs pos="0">
                <a:srgbClr val="ED6D00"/>
              </a:gs>
              <a:gs pos="100000">
                <a:schemeClr val="bg1">
                  <a:lumMod val="85000"/>
                  <a:alpha val="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lvl="0"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条目标题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677932" y="2002420"/>
            <a:ext cx="8845034" cy="1006605"/>
            <a:chOff x="1677932" y="2002420"/>
            <a:chExt cx="8845034" cy="1006605"/>
          </a:xfrm>
        </p:grpSpPr>
        <p:cxnSp>
          <p:nvCxnSpPr>
            <p:cNvPr id="9" name="肘形连接符 14"/>
            <p:cNvCxnSpPr>
              <a:stCxn id="5" idx="0"/>
              <a:endCxn id="2" idx="2"/>
            </p:cNvCxnSpPr>
            <p:nvPr>
              <p:custDataLst>
                <p:tags r:id="rId8"/>
              </p:custDataLst>
            </p:nvPr>
          </p:nvCxnSpPr>
          <p:spPr>
            <a:xfrm rot="5400000" flipH="1" flipV="1">
              <a:off x="3383664" y="296689"/>
              <a:ext cx="1006604" cy="4418067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15"/>
            <p:cNvCxnSpPr>
              <a:stCxn id="7" idx="0"/>
              <a:endCxn id="2" idx="2"/>
            </p:cNvCxnSpPr>
            <p:nvPr>
              <p:custDataLst>
                <p:tags r:id="rId9"/>
              </p:custDataLst>
            </p:nvPr>
          </p:nvCxnSpPr>
          <p:spPr>
            <a:xfrm rot="16200000" flipV="1">
              <a:off x="7806181" y="292239"/>
              <a:ext cx="1006604" cy="4426966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肘形连接符 16"/>
            <p:cNvCxnSpPr>
              <a:stCxn id="4" idx="0"/>
              <a:endCxn id="2" idx="2"/>
            </p:cNvCxnSpPr>
            <p:nvPr>
              <p:custDataLst>
                <p:tags r:id="rId10"/>
              </p:custDataLst>
            </p:nvPr>
          </p:nvCxnSpPr>
          <p:spPr>
            <a:xfrm rot="5400000" flipH="1" flipV="1">
              <a:off x="4489293" y="1402318"/>
              <a:ext cx="1006604" cy="2206809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肘形连接符 17"/>
            <p:cNvCxnSpPr>
              <a:stCxn id="6" idx="0"/>
              <a:endCxn id="2" idx="2"/>
            </p:cNvCxnSpPr>
            <p:nvPr>
              <p:custDataLst>
                <p:tags r:id="rId11"/>
              </p:custDataLst>
            </p:nvPr>
          </p:nvCxnSpPr>
          <p:spPr>
            <a:xfrm rot="16200000" flipV="1">
              <a:off x="6700552" y="1397868"/>
              <a:ext cx="1006604" cy="2215707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2" idx="2"/>
              <a:endCxn id="3" idx="0"/>
            </p:cNvCxnSpPr>
            <p:nvPr>
              <p:custDataLst>
                <p:tags r:id="rId12"/>
              </p:custDataLst>
            </p:nvPr>
          </p:nvCxnSpPr>
          <p:spPr>
            <a:xfrm>
              <a:off x="6096000" y="2002420"/>
              <a:ext cx="4449" cy="1006604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肘形连接符 19"/>
          <p:cNvCxnSpPr>
            <a:stCxn id="5" idx="2"/>
            <a:endCxn id="23" idx="0"/>
          </p:cNvCxnSpPr>
          <p:nvPr userDrawn="1">
            <p:custDataLst>
              <p:tags r:id="rId13"/>
            </p:custDataLst>
          </p:nvPr>
        </p:nvCxnSpPr>
        <p:spPr>
          <a:xfrm rot="5400000">
            <a:off x="1057786" y="3426249"/>
            <a:ext cx="605325" cy="634970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20"/>
          <p:cNvCxnSpPr>
            <a:stCxn id="5" idx="2"/>
            <a:endCxn id="26" idx="0"/>
          </p:cNvCxnSpPr>
          <p:nvPr userDrawn="1">
            <p:custDataLst>
              <p:tags r:id="rId14"/>
            </p:custDataLst>
          </p:nvPr>
        </p:nvCxnSpPr>
        <p:spPr>
          <a:xfrm rot="16200000" flipH="1">
            <a:off x="1692756" y="3426248"/>
            <a:ext cx="605325" cy="634971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21"/>
          <p:cNvCxnSpPr>
            <a:stCxn id="3" idx="2"/>
            <a:endCxn id="29" idx="0"/>
          </p:cNvCxnSpPr>
          <p:nvPr userDrawn="1">
            <p:custDataLst>
              <p:tags r:id="rId15"/>
            </p:custDataLst>
          </p:nvPr>
        </p:nvCxnSpPr>
        <p:spPr>
          <a:xfrm rot="5400000">
            <a:off x="5480302" y="3426249"/>
            <a:ext cx="605325" cy="634970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22"/>
          <p:cNvCxnSpPr>
            <a:stCxn id="3" idx="2"/>
            <a:endCxn id="32" idx="0"/>
          </p:cNvCxnSpPr>
          <p:nvPr userDrawn="1">
            <p:custDataLst>
              <p:tags r:id="rId16"/>
            </p:custDataLst>
          </p:nvPr>
        </p:nvCxnSpPr>
        <p:spPr>
          <a:xfrm rot="16200000" flipH="1">
            <a:off x="6115272" y="3426248"/>
            <a:ext cx="605325" cy="634971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23"/>
          <p:cNvCxnSpPr>
            <a:stCxn id="7" idx="2"/>
            <a:endCxn id="35" idx="0"/>
          </p:cNvCxnSpPr>
          <p:nvPr userDrawn="1">
            <p:custDataLst>
              <p:tags r:id="rId17"/>
            </p:custDataLst>
          </p:nvPr>
        </p:nvCxnSpPr>
        <p:spPr>
          <a:xfrm rot="5400000">
            <a:off x="9902819" y="3426249"/>
            <a:ext cx="605325" cy="634970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24"/>
          <p:cNvCxnSpPr>
            <a:stCxn id="7" idx="2"/>
            <a:endCxn id="38" idx="0"/>
          </p:cNvCxnSpPr>
          <p:nvPr userDrawn="1">
            <p:custDataLst>
              <p:tags r:id="rId18"/>
            </p:custDataLst>
          </p:nvPr>
        </p:nvCxnSpPr>
        <p:spPr>
          <a:xfrm rot="16200000" flipH="1">
            <a:off x="10537789" y="3426248"/>
            <a:ext cx="605325" cy="634971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" idx="2"/>
          </p:cNvCxnSpPr>
          <p:nvPr userDrawn="1">
            <p:custDataLst>
              <p:tags r:id="rId19"/>
            </p:custDataLst>
          </p:nvPr>
        </p:nvCxnSpPr>
        <p:spPr>
          <a:xfrm flipH="1">
            <a:off x="3886966" y="3441072"/>
            <a:ext cx="2225" cy="1644237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20"/>
            </p:custDataLst>
          </p:nvPr>
        </p:nvCxnSpPr>
        <p:spPr>
          <a:xfrm flipH="1">
            <a:off x="8305032" y="3556584"/>
            <a:ext cx="6675" cy="152872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îśḷiḑé"/>
          <p:cNvGrpSpPr/>
          <p:nvPr userDrawn="1"/>
        </p:nvGrpSpPr>
        <p:grpSpPr>
          <a:xfrm>
            <a:off x="669925" y="4046397"/>
            <a:ext cx="746075" cy="746075"/>
            <a:chOff x="2273024" y="2620121"/>
            <a:chExt cx="889332" cy="889332"/>
          </a:xfrm>
        </p:grpSpPr>
        <p:sp>
          <p:nvSpPr>
            <p:cNvPr id="23" name="iS1ïḍè"/>
            <p:cNvSpPr/>
            <p:nvPr>
              <p:custDataLst>
                <p:tags r:id="rId21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24" name="ïŝļïḍê"/>
            <p:cNvSpPr/>
            <p:nvPr>
              <p:custDataLst>
                <p:tags r:id="rId22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ís1íďê"/>
          <p:cNvGrpSpPr/>
          <p:nvPr userDrawn="1"/>
        </p:nvGrpSpPr>
        <p:grpSpPr>
          <a:xfrm>
            <a:off x="1939866" y="4046397"/>
            <a:ext cx="746075" cy="746075"/>
            <a:chOff x="2273024" y="2620121"/>
            <a:chExt cx="889332" cy="889332"/>
          </a:xfrm>
        </p:grpSpPr>
        <p:sp>
          <p:nvSpPr>
            <p:cNvPr id="26" name="îŝļîďé"/>
            <p:cNvSpPr/>
            <p:nvPr>
              <p:custDataLst>
                <p:tags r:id="rId23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27" name="íSḻïḍè"/>
            <p:cNvSpPr/>
            <p:nvPr>
              <p:custDataLst>
                <p:tags r:id="rId24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îśľîdè"/>
          <p:cNvGrpSpPr/>
          <p:nvPr userDrawn="1"/>
        </p:nvGrpSpPr>
        <p:grpSpPr>
          <a:xfrm>
            <a:off x="5092441" y="4046397"/>
            <a:ext cx="746075" cy="746075"/>
            <a:chOff x="2273024" y="2620121"/>
            <a:chExt cx="889332" cy="889332"/>
          </a:xfrm>
        </p:grpSpPr>
        <p:sp>
          <p:nvSpPr>
            <p:cNvPr id="29" name="îṧlíḓe"/>
            <p:cNvSpPr/>
            <p:nvPr>
              <p:custDataLst>
                <p:tags r:id="rId25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30" name="îş1îḋè"/>
            <p:cNvSpPr/>
            <p:nvPr>
              <p:custDataLst>
                <p:tags r:id="rId26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îṥļîde"/>
          <p:cNvGrpSpPr/>
          <p:nvPr userDrawn="1"/>
        </p:nvGrpSpPr>
        <p:grpSpPr>
          <a:xfrm>
            <a:off x="6362382" y="4046397"/>
            <a:ext cx="746075" cy="746075"/>
            <a:chOff x="2273024" y="2620121"/>
            <a:chExt cx="889332" cy="889332"/>
          </a:xfrm>
        </p:grpSpPr>
        <p:sp>
          <p:nvSpPr>
            <p:cNvPr id="32" name="is1iḍê"/>
            <p:cNvSpPr/>
            <p:nvPr>
              <p:custDataLst>
                <p:tags r:id="rId27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33" name="ïṡļiḑè"/>
            <p:cNvSpPr/>
            <p:nvPr>
              <p:custDataLst>
                <p:tags r:id="rId28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isḷîdé"/>
          <p:cNvGrpSpPr/>
          <p:nvPr userDrawn="1"/>
        </p:nvGrpSpPr>
        <p:grpSpPr>
          <a:xfrm>
            <a:off x="9514958" y="4046397"/>
            <a:ext cx="746075" cy="746075"/>
            <a:chOff x="2273024" y="2620121"/>
            <a:chExt cx="889332" cy="889332"/>
          </a:xfrm>
        </p:grpSpPr>
        <p:sp>
          <p:nvSpPr>
            <p:cNvPr id="35" name="íśḻidê"/>
            <p:cNvSpPr/>
            <p:nvPr>
              <p:custDataLst>
                <p:tags r:id="rId29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36" name="i$ļïḍé"/>
            <p:cNvSpPr/>
            <p:nvPr>
              <p:custDataLst>
                <p:tags r:id="rId30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ïŝ1íḋê"/>
          <p:cNvGrpSpPr/>
          <p:nvPr userDrawn="1"/>
        </p:nvGrpSpPr>
        <p:grpSpPr>
          <a:xfrm>
            <a:off x="10784899" y="4046397"/>
            <a:ext cx="746075" cy="746075"/>
            <a:chOff x="2273024" y="2620121"/>
            <a:chExt cx="889332" cy="889332"/>
          </a:xfrm>
        </p:grpSpPr>
        <p:sp>
          <p:nvSpPr>
            <p:cNvPr id="38" name="iṩ1ídè"/>
            <p:cNvSpPr/>
            <p:nvPr>
              <p:custDataLst>
                <p:tags r:id="rId31"/>
              </p:custDataLst>
            </p:nvPr>
          </p:nvSpPr>
          <p:spPr>
            <a:xfrm>
              <a:off x="2273024" y="2620121"/>
              <a:ext cx="889332" cy="889332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chemeClr val="bg1">
                  <a:lumMod val="85000"/>
                </a:schemeClr>
              </a:solidFill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sz="1400" b="1" kern="0">
                <a:solidFill>
                  <a:schemeClr val="tx1"/>
                </a:solidFill>
              </a:endParaRPr>
            </a:p>
          </p:txBody>
        </p:sp>
        <p:sp>
          <p:nvSpPr>
            <p:cNvPr id="39" name="ïşļiḑê"/>
            <p:cNvSpPr/>
            <p:nvPr>
              <p:custDataLst>
                <p:tags r:id="rId32"/>
              </p:custDataLst>
            </p:nvPr>
          </p:nvSpPr>
          <p:spPr bwMode="auto">
            <a:xfrm>
              <a:off x="2497627" y="2826027"/>
              <a:ext cx="440126" cy="477520"/>
            </a:xfrm>
            <a:custGeom>
              <a:avLst/>
              <a:gdLst>
                <a:gd name="connsiteX0" fmla="*/ 191479 w 561065"/>
                <a:gd name="connsiteY0" fmla="*/ 375902 h 608735"/>
                <a:gd name="connsiteX1" fmla="*/ 245437 w 561065"/>
                <a:gd name="connsiteY1" fmla="*/ 535655 h 608735"/>
                <a:gd name="connsiteX2" fmla="*/ 250809 w 561065"/>
                <a:gd name="connsiteY2" fmla="*/ 420563 h 608735"/>
                <a:gd name="connsiteX3" fmla="*/ 246371 w 561065"/>
                <a:gd name="connsiteY3" fmla="*/ 411817 h 608735"/>
                <a:gd name="connsiteX4" fmla="*/ 228911 w 561065"/>
                <a:gd name="connsiteY4" fmla="*/ 377418 h 608735"/>
                <a:gd name="connsiteX5" fmla="*/ 280299 w 561065"/>
                <a:gd name="connsiteY5" fmla="*/ 393743 h 608735"/>
                <a:gd name="connsiteX6" fmla="*/ 332563 w 561065"/>
                <a:gd name="connsiteY6" fmla="*/ 376718 h 608735"/>
                <a:gd name="connsiteX7" fmla="*/ 314811 w 561065"/>
                <a:gd name="connsiteY7" fmla="*/ 411817 h 608735"/>
                <a:gd name="connsiteX8" fmla="*/ 310373 w 561065"/>
                <a:gd name="connsiteY8" fmla="*/ 420563 h 608735"/>
                <a:gd name="connsiteX9" fmla="*/ 315745 w 561065"/>
                <a:gd name="connsiteY9" fmla="*/ 535655 h 608735"/>
                <a:gd name="connsiteX10" fmla="*/ 369644 w 561065"/>
                <a:gd name="connsiteY10" fmla="*/ 375960 h 608735"/>
                <a:gd name="connsiteX11" fmla="*/ 443223 w 561065"/>
                <a:gd name="connsiteY11" fmla="*/ 403946 h 608735"/>
                <a:gd name="connsiteX12" fmla="*/ 506290 w 561065"/>
                <a:gd name="connsiteY12" fmla="*/ 430241 h 608735"/>
                <a:gd name="connsiteX13" fmla="*/ 507925 w 561065"/>
                <a:gd name="connsiteY13" fmla="*/ 430999 h 608735"/>
                <a:gd name="connsiteX14" fmla="*/ 510728 w 561065"/>
                <a:gd name="connsiteY14" fmla="*/ 432573 h 608735"/>
                <a:gd name="connsiteX15" fmla="*/ 528831 w 561065"/>
                <a:gd name="connsiteY15" fmla="*/ 452630 h 608735"/>
                <a:gd name="connsiteX16" fmla="*/ 528831 w 561065"/>
                <a:gd name="connsiteY16" fmla="*/ 452688 h 608735"/>
                <a:gd name="connsiteX17" fmla="*/ 532042 w 561065"/>
                <a:gd name="connsiteY17" fmla="*/ 462308 h 608735"/>
                <a:gd name="connsiteX18" fmla="*/ 558671 w 561065"/>
                <a:gd name="connsiteY18" fmla="*/ 548307 h 608735"/>
                <a:gd name="connsiteX19" fmla="*/ 560539 w 561065"/>
                <a:gd name="connsiteY19" fmla="*/ 555828 h 608735"/>
                <a:gd name="connsiteX20" fmla="*/ 561065 w 561065"/>
                <a:gd name="connsiteY20" fmla="*/ 562824 h 608735"/>
                <a:gd name="connsiteX21" fmla="*/ 515166 w 561065"/>
                <a:gd name="connsiteY21" fmla="*/ 608710 h 608735"/>
                <a:gd name="connsiteX22" fmla="*/ 471311 w 561065"/>
                <a:gd name="connsiteY22" fmla="*/ 608710 h 608735"/>
                <a:gd name="connsiteX23" fmla="*/ 283044 w 561065"/>
                <a:gd name="connsiteY23" fmla="*/ 608710 h 608735"/>
                <a:gd name="connsiteX24" fmla="*/ 280532 w 561065"/>
                <a:gd name="connsiteY24" fmla="*/ 608710 h 608735"/>
                <a:gd name="connsiteX25" fmla="*/ 278080 w 561065"/>
                <a:gd name="connsiteY25" fmla="*/ 608710 h 608735"/>
                <a:gd name="connsiteX26" fmla="*/ 89812 w 561065"/>
                <a:gd name="connsiteY26" fmla="*/ 608710 h 608735"/>
                <a:gd name="connsiteX27" fmla="*/ 45957 w 561065"/>
                <a:gd name="connsiteY27" fmla="*/ 608710 h 608735"/>
                <a:gd name="connsiteX28" fmla="*/ 0 w 561065"/>
                <a:gd name="connsiteY28" fmla="*/ 562824 h 608735"/>
                <a:gd name="connsiteX29" fmla="*/ 584 w 561065"/>
                <a:gd name="connsiteY29" fmla="*/ 555828 h 608735"/>
                <a:gd name="connsiteX30" fmla="*/ 2453 w 561065"/>
                <a:gd name="connsiteY30" fmla="*/ 548307 h 608735"/>
                <a:gd name="connsiteX31" fmla="*/ 29081 w 561065"/>
                <a:gd name="connsiteY31" fmla="*/ 462308 h 608735"/>
                <a:gd name="connsiteX32" fmla="*/ 32234 w 561065"/>
                <a:gd name="connsiteY32" fmla="*/ 452688 h 608735"/>
                <a:gd name="connsiteX33" fmla="*/ 32234 w 561065"/>
                <a:gd name="connsiteY33" fmla="*/ 452630 h 608735"/>
                <a:gd name="connsiteX34" fmla="*/ 50395 w 561065"/>
                <a:gd name="connsiteY34" fmla="*/ 432457 h 608735"/>
                <a:gd name="connsiteX35" fmla="*/ 53198 w 561065"/>
                <a:gd name="connsiteY35" fmla="*/ 430941 h 608735"/>
                <a:gd name="connsiteX36" fmla="*/ 54833 w 561065"/>
                <a:gd name="connsiteY36" fmla="*/ 430125 h 608735"/>
                <a:gd name="connsiteX37" fmla="*/ 117901 w 561065"/>
                <a:gd name="connsiteY37" fmla="*/ 403888 h 608735"/>
                <a:gd name="connsiteX38" fmla="*/ 191479 w 561065"/>
                <a:gd name="connsiteY38" fmla="*/ 375902 h 608735"/>
                <a:gd name="connsiteX39" fmla="*/ 277747 w 561065"/>
                <a:gd name="connsiteY39" fmla="*/ 0 h 608735"/>
                <a:gd name="connsiteX40" fmla="*/ 277980 w 561065"/>
                <a:gd name="connsiteY40" fmla="*/ 0 h 608735"/>
                <a:gd name="connsiteX41" fmla="*/ 278214 w 561065"/>
                <a:gd name="connsiteY41" fmla="*/ 0 h 608735"/>
                <a:gd name="connsiteX42" fmla="*/ 280491 w 561065"/>
                <a:gd name="connsiteY42" fmla="*/ 0 h 608735"/>
                <a:gd name="connsiteX43" fmla="*/ 282768 w 561065"/>
                <a:gd name="connsiteY43" fmla="*/ 0 h 608735"/>
                <a:gd name="connsiteX44" fmla="*/ 283001 w 561065"/>
                <a:gd name="connsiteY44" fmla="*/ 0 h 608735"/>
                <a:gd name="connsiteX45" fmla="*/ 283235 w 561065"/>
                <a:gd name="connsiteY45" fmla="*/ 0 h 608735"/>
                <a:gd name="connsiteX46" fmla="*/ 401988 w 561065"/>
                <a:gd name="connsiteY46" fmla="*/ 118656 h 608735"/>
                <a:gd name="connsiteX47" fmla="*/ 400470 w 561065"/>
                <a:gd name="connsiteY47" fmla="*/ 162854 h 608735"/>
                <a:gd name="connsiteX48" fmla="*/ 427093 w 561065"/>
                <a:gd name="connsiteY48" fmla="*/ 188509 h 608735"/>
                <a:gd name="connsiteX49" fmla="*/ 394456 w 561065"/>
                <a:gd name="connsiteY49" fmla="*/ 242969 h 608735"/>
                <a:gd name="connsiteX50" fmla="*/ 342436 w 561065"/>
                <a:gd name="connsiteY50" fmla="*/ 326465 h 608735"/>
                <a:gd name="connsiteX51" fmla="*/ 283001 w 561065"/>
                <a:gd name="connsiteY51" fmla="*/ 354745 h 608735"/>
                <a:gd name="connsiteX52" fmla="*/ 280491 w 561065"/>
                <a:gd name="connsiteY52" fmla="*/ 354803 h 608735"/>
                <a:gd name="connsiteX53" fmla="*/ 277980 w 561065"/>
                <a:gd name="connsiteY53" fmla="*/ 354745 h 608735"/>
                <a:gd name="connsiteX54" fmla="*/ 218136 w 561065"/>
                <a:gd name="connsiteY54" fmla="*/ 326116 h 608735"/>
                <a:gd name="connsiteX55" fmla="*/ 166467 w 561065"/>
                <a:gd name="connsiteY55" fmla="*/ 242969 h 608735"/>
                <a:gd name="connsiteX56" fmla="*/ 133830 w 561065"/>
                <a:gd name="connsiteY56" fmla="*/ 188509 h 608735"/>
                <a:gd name="connsiteX57" fmla="*/ 160453 w 561065"/>
                <a:gd name="connsiteY57" fmla="*/ 162970 h 608735"/>
                <a:gd name="connsiteX58" fmla="*/ 158877 w 561065"/>
                <a:gd name="connsiteY58" fmla="*/ 118715 h 608735"/>
                <a:gd name="connsiteX59" fmla="*/ 277747 w 561065"/>
                <a:gd name="connsiteY59" fmla="*/ 0 h 60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61065" h="608735">
                  <a:moveTo>
                    <a:pt x="191479" y="375902"/>
                  </a:moveTo>
                  <a:cubicBezTo>
                    <a:pt x="195917" y="394559"/>
                    <a:pt x="238604" y="518455"/>
                    <a:pt x="245437" y="535655"/>
                  </a:cubicBezTo>
                  <a:lnTo>
                    <a:pt x="250809" y="420563"/>
                  </a:lnTo>
                  <a:cubicBezTo>
                    <a:pt x="248999" y="417881"/>
                    <a:pt x="247773" y="414732"/>
                    <a:pt x="246371" y="411817"/>
                  </a:cubicBezTo>
                  <a:lnTo>
                    <a:pt x="228911" y="377418"/>
                  </a:lnTo>
                  <a:cubicBezTo>
                    <a:pt x="241466" y="387446"/>
                    <a:pt x="259860" y="393743"/>
                    <a:pt x="280299" y="393743"/>
                  </a:cubicBezTo>
                  <a:cubicBezTo>
                    <a:pt x="301263" y="393743"/>
                    <a:pt x="320008" y="387155"/>
                    <a:pt x="332563" y="376718"/>
                  </a:cubicBezTo>
                  <a:lnTo>
                    <a:pt x="314811" y="411817"/>
                  </a:lnTo>
                  <a:cubicBezTo>
                    <a:pt x="313409" y="414732"/>
                    <a:pt x="312183" y="417881"/>
                    <a:pt x="310373" y="420563"/>
                  </a:cubicBezTo>
                  <a:lnTo>
                    <a:pt x="315745" y="535655"/>
                  </a:lnTo>
                  <a:cubicBezTo>
                    <a:pt x="322519" y="518455"/>
                    <a:pt x="365089" y="394618"/>
                    <a:pt x="369644" y="375960"/>
                  </a:cubicBezTo>
                  <a:cubicBezTo>
                    <a:pt x="394754" y="384881"/>
                    <a:pt x="419397" y="393685"/>
                    <a:pt x="443223" y="403946"/>
                  </a:cubicBezTo>
                  <a:cubicBezTo>
                    <a:pt x="443223" y="403946"/>
                    <a:pt x="490757" y="422895"/>
                    <a:pt x="506290" y="430241"/>
                  </a:cubicBezTo>
                  <a:cubicBezTo>
                    <a:pt x="506815" y="430475"/>
                    <a:pt x="507341" y="430766"/>
                    <a:pt x="507925" y="430999"/>
                  </a:cubicBezTo>
                  <a:cubicBezTo>
                    <a:pt x="509210" y="431699"/>
                    <a:pt x="510261" y="432224"/>
                    <a:pt x="510728" y="432573"/>
                  </a:cubicBezTo>
                  <a:cubicBezTo>
                    <a:pt x="518553" y="437238"/>
                    <a:pt x="524976" y="444234"/>
                    <a:pt x="528831" y="452630"/>
                  </a:cubicBezTo>
                  <a:lnTo>
                    <a:pt x="528831" y="452688"/>
                  </a:lnTo>
                  <a:cubicBezTo>
                    <a:pt x="530232" y="455720"/>
                    <a:pt x="531342" y="458985"/>
                    <a:pt x="532042" y="462308"/>
                  </a:cubicBezTo>
                  <a:cubicBezTo>
                    <a:pt x="538408" y="481607"/>
                    <a:pt x="552539" y="524694"/>
                    <a:pt x="558671" y="548307"/>
                  </a:cubicBezTo>
                  <a:cubicBezTo>
                    <a:pt x="559547" y="550697"/>
                    <a:pt x="560131" y="553204"/>
                    <a:pt x="560539" y="555828"/>
                  </a:cubicBezTo>
                  <a:cubicBezTo>
                    <a:pt x="560831" y="558102"/>
                    <a:pt x="561065" y="560492"/>
                    <a:pt x="561065" y="562824"/>
                  </a:cubicBezTo>
                  <a:cubicBezTo>
                    <a:pt x="561065" y="588187"/>
                    <a:pt x="540510" y="608710"/>
                    <a:pt x="515166" y="608710"/>
                  </a:cubicBezTo>
                  <a:lnTo>
                    <a:pt x="471311" y="608710"/>
                  </a:lnTo>
                  <a:lnTo>
                    <a:pt x="283044" y="608710"/>
                  </a:lnTo>
                  <a:lnTo>
                    <a:pt x="280532" y="608710"/>
                  </a:lnTo>
                  <a:lnTo>
                    <a:pt x="278080" y="608710"/>
                  </a:lnTo>
                  <a:cubicBezTo>
                    <a:pt x="215305" y="608768"/>
                    <a:pt x="152529" y="608710"/>
                    <a:pt x="89812" y="608710"/>
                  </a:cubicBezTo>
                  <a:lnTo>
                    <a:pt x="45957" y="608710"/>
                  </a:lnTo>
                  <a:cubicBezTo>
                    <a:pt x="20555" y="608710"/>
                    <a:pt x="0" y="588187"/>
                    <a:pt x="0" y="562824"/>
                  </a:cubicBezTo>
                  <a:cubicBezTo>
                    <a:pt x="0" y="560492"/>
                    <a:pt x="175" y="558102"/>
                    <a:pt x="584" y="555828"/>
                  </a:cubicBezTo>
                  <a:cubicBezTo>
                    <a:pt x="934" y="553263"/>
                    <a:pt x="1577" y="550697"/>
                    <a:pt x="2453" y="548307"/>
                  </a:cubicBezTo>
                  <a:cubicBezTo>
                    <a:pt x="8584" y="524577"/>
                    <a:pt x="22657" y="481607"/>
                    <a:pt x="29081" y="462308"/>
                  </a:cubicBezTo>
                  <a:cubicBezTo>
                    <a:pt x="29782" y="458985"/>
                    <a:pt x="30833" y="455720"/>
                    <a:pt x="32234" y="452688"/>
                  </a:cubicBezTo>
                  <a:lnTo>
                    <a:pt x="32234" y="452630"/>
                  </a:lnTo>
                  <a:cubicBezTo>
                    <a:pt x="36147" y="444234"/>
                    <a:pt x="42512" y="437238"/>
                    <a:pt x="50395" y="432457"/>
                  </a:cubicBezTo>
                  <a:cubicBezTo>
                    <a:pt x="50863" y="432107"/>
                    <a:pt x="51855" y="431524"/>
                    <a:pt x="53198" y="430941"/>
                  </a:cubicBezTo>
                  <a:cubicBezTo>
                    <a:pt x="53724" y="430591"/>
                    <a:pt x="54308" y="430358"/>
                    <a:pt x="54833" y="430125"/>
                  </a:cubicBezTo>
                  <a:cubicBezTo>
                    <a:pt x="70308" y="422895"/>
                    <a:pt x="117901" y="403888"/>
                    <a:pt x="117901" y="403888"/>
                  </a:cubicBezTo>
                  <a:cubicBezTo>
                    <a:pt x="141726" y="393626"/>
                    <a:pt x="166311" y="384823"/>
                    <a:pt x="191479" y="375902"/>
                  </a:cubicBezTo>
                  <a:close/>
                  <a:moveTo>
                    <a:pt x="277747" y="0"/>
                  </a:moveTo>
                  <a:lnTo>
                    <a:pt x="277980" y="0"/>
                  </a:lnTo>
                  <a:lnTo>
                    <a:pt x="278214" y="0"/>
                  </a:lnTo>
                  <a:lnTo>
                    <a:pt x="280491" y="0"/>
                  </a:lnTo>
                  <a:lnTo>
                    <a:pt x="282768" y="0"/>
                  </a:lnTo>
                  <a:lnTo>
                    <a:pt x="283001" y="0"/>
                  </a:lnTo>
                  <a:lnTo>
                    <a:pt x="283235" y="0"/>
                  </a:lnTo>
                  <a:cubicBezTo>
                    <a:pt x="348858" y="0"/>
                    <a:pt x="402105" y="53118"/>
                    <a:pt x="401988" y="118656"/>
                  </a:cubicBezTo>
                  <a:cubicBezTo>
                    <a:pt x="401988" y="125420"/>
                    <a:pt x="400470" y="154807"/>
                    <a:pt x="400470" y="162854"/>
                  </a:cubicBezTo>
                  <a:cubicBezTo>
                    <a:pt x="403331" y="163029"/>
                    <a:pt x="429954" y="156673"/>
                    <a:pt x="427093" y="188509"/>
                  </a:cubicBezTo>
                  <a:cubicBezTo>
                    <a:pt x="421021" y="256030"/>
                    <a:pt x="395215" y="242969"/>
                    <a:pt x="394456" y="242969"/>
                  </a:cubicBezTo>
                  <a:cubicBezTo>
                    <a:pt x="381670" y="283901"/>
                    <a:pt x="361820" y="309964"/>
                    <a:pt x="342436" y="326465"/>
                  </a:cubicBezTo>
                  <a:cubicBezTo>
                    <a:pt x="312485" y="351946"/>
                    <a:pt x="283468" y="354745"/>
                    <a:pt x="283001" y="354745"/>
                  </a:cubicBezTo>
                  <a:cubicBezTo>
                    <a:pt x="282125" y="354803"/>
                    <a:pt x="281250" y="354803"/>
                    <a:pt x="280491" y="354803"/>
                  </a:cubicBezTo>
                  <a:cubicBezTo>
                    <a:pt x="279615" y="354803"/>
                    <a:pt x="278856" y="354745"/>
                    <a:pt x="277980" y="354745"/>
                  </a:cubicBezTo>
                  <a:cubicBezTo>
                    <a:pt x="277455" y="354745"/>
                    <a:pt x="248263" y="351946"/>
                    <a:pt x="218136" y="326116"/>
                  </a:cubicBezTo>
                  <a:cubicBezTo>
                    <a:pt x="198811" y="309556"/>
                    <a:pt x="179136" y="283609"/>
                    <a:pt x="166467" y="242969"/>
                  </a:cubicBezTo>
                  <a:cubicBezTo>
                    <a:pt x="165649" y="242969"/>
                    <a:pt x="139902" y="256030"/>
                    <a:pt x="133830" y="188509"/>
                  </a:cubicBezTo>
                  <a:cubicBezTo>
                    <a:pt x="130969" y="156731"/>
                    <a:pt x="157592" y="163087"/>
                    <a:pt x="160453" y="162970"/>
                  </a:cubicBezTo>
                  <a:cubicBezTo>
                    <a:pt x="160453" y="154807"/>
                    <a:pt x="158877" y="125478"/>
                    <a:pt x="158877" y="118715"/>
                  </a:cubicBezTo>
                  <a:cubicBezTo>
                    <a:pt x="158877" y="53177"/>
                    <a:pt x="212123" y="0"/>
                    <a:pt x="27774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文本框 39"/>
          <p:cNvSpPr txBox="1"/>
          <p:nvPr userDrawn="1">
            <p:custDataLst>
              <p:tags r:id="rId33"/>
            </p:custDataLst>
          </p:nvPr>
        </p:nvSpPr>
        <p:spPr>
          <a:xfrm>
            <a:off x="558872" y="4965210"/>
            <a:ext cx="224034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2F2F2">
                    <a:lumMod val="10000"/>
                  </a:srgb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solidFill>
                <a:srgbClr val="F2F2F2">
                  <a:lumMod val="10000"/>
                </a:srgb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1" name="文本框 40"/>
          <p:cNvSpPr txBox="1"/>
          <p:nvPr userDrawn="1">
            <p:custDataLst>
              <p:tags r:id="rId34"/>
            </p:custDataLst>
          </p:nvPr>
        </p:nvSpPr>
        <p:spPr>
          <a:xfrm>
            <a:off x="2763454" y="4965210"/>
            <a:ext cx="224034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2F2F2">
                    <a:lumMod val="10000"/>
                  </a:srgb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solidFill>
                <a:srgbClr val="F2F2F2">
                  <a:lumMod val="10000"/>
                </a:srgb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2" name="文本框 41"/>
          <p:cNvSpPr txBox="1"/>
          <p:nvPr userDrawn="1">
            <p:custDataLst>
              <p:tags r:id="rId35"/>
            </p:custDataLst>
          </p:nvPr>
        </p:nvSpPr>
        <p:spPr>
          <a:xfrm>
            <a:off x="4982788" y="4965210"/>
            <a:ext cx="224034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2F2F2">
                    <a:lumMod val="10000"/>
                  </a:srgb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solidFill>
                <a:srgbClr val="F2F2F2">
                  <a:lumMod val="10000"/>
                </a:srgb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3" name="文本框 42"/>
          <p:cNvSpPr txBox="1"/>
          <p:nvPr userDrawn="1">
            <p:custDataLst>
              <p:tags r:id="rId36"/>
            </p:custDataLst>
          </p:nvPr>
        </p:nvSpPr>
        <p:spPr>
          <a:xfrm>
            <a:off x="7191533" y="4965210"/>
            <a:ext cx="224034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2F2F2">
                    <a:lumMod val="10000"/>
                  </a:srgb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solidFill>
                <a:srgbClr val="F2F2F2">
                  <a:lumMod val="10000"/>
                </a:srgb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4" name="文本框 43"/>
          <p:cNvSpPr txBox="1"/>
          <p:nvPr userDrawn="1">
            <p:custDataLst>
              <p:tags r:id="rId37"/>
            </p:custDataLst>
          </p:nvPr>
        </p:nvSpPr>
        <p:spPr>
          <a:xfrm>
            <a:off x="9402792" y="4965210"/>
            <a:ext cx="224034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2F2F2">
                    <a:lumMod val="10000"/>
                  </a:srgb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solidFill>
                <a:srgbClr val="F2F2F2">
                  <a:lumMod val="10000"/>
                </a:srgb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B6C78C6-35A3-43F9-A87B-F7FBC5CDEAB2}" type="datetime1">
              <a:rPr lang="zh-CN" altLang="en-US" smtClean="0"/>
            </a:fld>
            <a:endParaRPr lang="zh-CN" altLang="en-US"/>
          </a:p>
        </p:txBody>
      </p:sp>
      <p:sp>
        <p:nvSpPr>
          <p:cNvPr id="4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B6C78C6-35A3-43F9-A87B-F7FBC5CDEAB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接连接符 4"/>
          <p:cNvCxnSpPr/>
          <p:nvPr userDrawn="1">
            <p:custDataLst>
              <p:tags r:id="rId2"/>
            </p:custDataLst>
          </p:nvPr>
        </p:nvCxnSpPr>
        <p:spPr>
          <a:xfrm>
            <a:off x="673100" y="4081502"/>
            <a:ext cx="10845800" cy="0"/>
          </a:xfrm>
          <a:prstGeom prst="line">
            <a:avLst/>
          </a:prstGeom>
          <a:gradFill>
            <a:gsLst>
              <a:gs pos="8000">
                <a:srgbClr val="FF8811">
                  <a:alpha val="38000"/>
                </a:srgbClr>
              </a:gs>
              <a:gs pos="0">
                <a:srgbClr val="FFA62E">
                  <a:alpha val="75000"/>
                </a:srgbClr>
              </a:gs>
              <a:gs pos="80000">
                <a:srgbClr val="FE970D">
                  <a:alpha val="0"/>
                </a:srgbClr>
              </a:gs>
            </a:gsLst>
            <a:lin ang="4500000" scaled="0"/>
          </a:gradFill>
          <a:ln w="38100">
            <a:gradFill>
              <a:gsLst>
                <a:gs pos="0">
                  <a:srgbClr val="ED6D00"/>
                </a:gs>
                <a:gs pos="100000">
                  <a:srgbClr val="4AA898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îŝḻíḓê"/>
          <p:cNvSpPr/>
          <p:nvPr userDrawn="1">
            <p:custDataLst>
              <p:tags r:id="rId3"/>
            </p:custDataLst>
          </p:nvPr>
        </p:nvSpPr>
        <p:spPr>
          <a:xfrm>
            <a:off x="673100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7" name="ïṥ1iḍè"/>
          <p:cNvSpPr/>
          <p:nvPr userDrawn="1">
            <p:custDataLst>
              <p:tags r:id="rId5"/>
            </p:custDataLst>
          </p:nvPr>
        </p:nvSpPr>
        <p:spPr>
          <a:xfrm>
            <a:off x="1356579" y="3744000"/>
            <a:ext cx="675000" cy="675005"/>
          </a:xfrm>
          <a:prstGeom prst="ellipse">
            <a:avLst/>
          </a:prstGeom>
          <a:solidFill>
            <a:srgbClr val="003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íşḷíḑè"/>
          <p:cNvSpPr/>
          <p:nvPr userDrawn="1">
            <p:custDataLst>
              <p:tags r:id="rId6"/>
            </p:custDataLst>
          </p:nvPr>
        </p:nvSpPr>
        <p:spPr bwMode="auto">
          <a:xfrm>
            <a:off x="1521987" y="3909664"/>
            <a:ext cx="344185" cy="343677"/>
          </a:xfrm>
          <a:custGeom>
            <a:avLst/>
            <a:gdLst>
              <a:gd name="connsiteX0" fmla="*/ 69810 w 606074"/>
              <a:gd name="connsiteY0" fmla="*/ 472023 h 605180"/>
              <a:gd name="connsiteX1" fmla="*/ 133288 w 606074"/>
              <a:gd name="connsiteY1" fmla="*/ 535449 h 605180"/>
              <a:gd name="connsiteX2" fmla="*/ 52364 w 606074"/>
              <a:gd name="connsiteY2" fmla="*/ 567347 h 605180"/>
              <a:gd name="connsiteX3" fmla="*/ 17470 w 606074"/>
              <a:gd name="connsiteY3" fmla="*/ 602213 h 605180"/>
              <a:gd name="connsiteX4" fmla="*/ 10231 w 606074"/>
              <a:gd name="connsiteY4" fmla="*/ 605180 h 605180"/>
              <a:gd name="connsiteX5" fmla="*/ 2992 w 606074"/>
              <a:gd name="connsiteY5" fmla="*/ 602213 h 605180"/>
              <a:gd name="connsiteX6" fmla="*/ 2992 w 606074"/>
              <a:gd name="connsiteY6" fmla="*/ 587747 h 605180"/>
              <a:gd name="connsiteX7" fmla="*/ 37886 w 606074"/>
              <a:gd name="connsiteY7" fmla="*/ 552882 h 605180"/>
              <a:gd name="connsiteX8" fmla="*/ 69810 w 606074"/>
              <a:gd name="connsiteY8" fmla="*/ 472023 h 605180"/>
              <a:gd name="connsiteX9" fmla="*/ 418567 w 606074"/>
              <a:gd name="connsiteY9" fmla="*/ 69165 h 605180"/>
              <a:gd name="connsiteX10" fmla="*/ 536852 w 606074"/>
              <a:gd name="connsiteY10" fmla="*/ 187262 h 605180"/>
              <a:gd name="connsiteX11" fmla="*/ 454963 w 606074"/>
              <a:gd name="connsiteY11" fmla="*/ 281722 h 605180"/>
              <a:gd name="connsiteX12" fmla="*/ 168906 w 606074"/>
              <a:gd name="connsiteY12" fmla="*/ 513374 h 605180"/>
              <a:gd name="connsiteX13" fmla="*/ 91937 w 606074"/>
              <a:gd name="connsiteY13" fmla="*/ 436527 h 605180"/>
              <a:gd name="connsiteX14" fmla="*/ 323957 w 606074"/>
              <a:gd name="connsiteY14" fmla="*/ 150925 h 605180"/>
              <a:gd name="connsiteX15" fmla="*/ 418567 w 606074"/>
              <a:gd name="connsiteY15" fmla="*/ 69165 h 605180"/>
              <a:gd name="connsiteX16" fmla="*/ 456927 w 606074"/>
              <a:gd name="connsiteY16" fmla="*/ 29454 h 605180"/>
              <a:gd name="connsiteX17" fmla="*/ 471365 w 606074"/>
              <a:gd name="connsiteY17" fmla="*/ 35433 h 605180"/>
              <a:gd name="connsiteX18" fmla="*/ 596431 w 606074"/>
              <a:gd name="connsiteY18" fmla="*/ 160293 h 605180"/>
              <a:gd name="connsiteX19" fmla="*/ 601909 w 606074"/>
              <a:gd name="connsiteY19" fmla="*/ 179017 h 605180"/>
              <a:gd name="connsiteX20" fmla="*/ 594481 w 606074"/>
              <a:gd name="connsiteY20" fmla="*/ 213315 h 605180"/>
              <a:gd name="connsiteX21" fmla="*/ 589746 w 606074"/>
              <a:gd name="connsiteY21" fmla="*/ 235283 h 605180"/>
              <a:gd name="connsiteX22" fmla="*/ 448896 w 606074"/>
              <a:gd name="connsiteY22" fmla="*/ 376365 h 605180"/>
              <a:gd name="connsiteX23" fmla="*/ 438404 w 606074"/>
              <a:gd name="connsiteY23" fmla="*/ 378682 h 605180"/>
              <a:gd name="connsiteX24" fmla="*/ 398851 w 606074"/>
              <a:gd name="connsiteY24" fmla="*/ 419561 h 605180"/>
              <a:gd name="connsiteX25" fmla="*/ 378796 w 606074"/>
              <a:gd name="connsiteY25" fmla="*/ 436246 h 605180"/>
              <a:gd name="connsiteX26" fmla="*/ 375082 w 606074"/>
              <a:gd name="connsiteY26" fmla="*/ 435875 h 605180"/>
              <a:gd name="connsiteX27" fmla="*/ 358741 w 606074"/>
              <a:gd name="connsiteY27" fmla="*/ 412145 h 605180"/>
              <a:gd name="connsiteX28" fmla="*/ 429676 w 606074"/>
              <a:gd name="connsiteY28" fmla="*/ 338916 h 605180"/>
              <a:gd name="connsiteX29" fmla="*/ 440168 w 606074"/>
              <a:gd name="connsiteY29" fmla="*/ 336599 h 605180"/>
              <a:gd name="connsiteX30" fmla="*/ 549914 w 606074"/>
              <a:gd name="connsiteY30" fmla="*/ 226755 h 605180"/>
              <a:gd name="connsiteX31" fmla="*/ 554649 w 606074"/>
              <a:gd name="connsiteY31" fmla="*/ 204787 h 605180"/>
              <a:gd name="connsiteX32" fmla="*/ 559663 w 606074"/>
              <a:gd name="connsiteY32" fmla="*/ 181242 h 605180"/>
              <a:gd name="connsiteX33" fmla="*/ 442489 w 606074"/>
              <a:gd name="connsiteY33" fmla="*/ 64261 h 605180"/>
              <a:gd name="connsiteX34" fmla="*/ 442489 w 606074"/>
              <a:gd name="connsiteY34" fmla="*/ 35433 h 605180"/>
              <a:gd name="connsiteX35" fmla="*/ 456927 w 606074"/>
              <a:gd name="connsiteY35" fmla="*/ 29454 h 605180"/>
              <a:gd name="connsiteX36" fmla="*/ 554141 w 606074"/>
              <a:gd name="connsiteY36" fmla="*/ 927 h 605180"/>
              <a:gd name="connsiteX37" fmla="*/ 595871 w 606074"/>
              <a:gd name="connsiteY37" fmla="*/ 10186 h 605180"/>
              <a:gd name="connsiteX38" fmla="*/ 581756 w 606074"/>
              <a:gd name="connsiteY38" fmla="*/ 116797 h 605180"/>
              <a:gd name="connsiteX39" fmla="*/ 489078 w 606074"/>
              <a:gd name="connsiteY39" fmla="*/ 24277 h 605180"/>
              <a:gd name="connsiteX40" fmla="*/ 554141 w 606074"/>
              <a:gd name="connsiteY40" fmla="*/ 927 h 60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6074" h="605180">
                <a:moveTo>
                  <a:pt x="69810" y="472023"/>
                </a:moveTo>
                <a:lnTo>
                  <a:pt x="133288" y="535449"/>
                </a:lnTo>
                <a:cubicBezTo>
                  <a:pt x="97559" y="556312"/>
                  <a:pt x="68697" y="568645"/>
                  <a:pt x="52364" y="567347"/>
                </a:cubicBezTo>
                <a:lnTo>
                  <a:pt x="17470" y="602213"/>
                </a:lnTo>
                <a:cubicBezTo>
                  <a:pt x="15428" y="604160"/>
                  <a:pt x="12829" y="605180"/>
                  <a:pt x="10231" y="605180"/>
                </a:cubicBezTo>
                <a:cubicBezTo>
                  <a:pt x="7632" y="605180"/>
                  <a:pt x="5034" y="604160"/>
                  <a:pt x="2992" y="602213"/>
                </a:cubicBezTo>
                <a:cubicBezTo>
                  <a:pt x="-998" y="598225"/>
                  <a:pt x="-998" y="591734"/>
                  <a:pt x="2992" y="587747"/>
                </a:cubicBezTo>
                <a:lnTo>
                  <a:pt x="37886" y="552882"/>
                </a:lnTo>
                <a:cubicBezTo>
                  <a:pt x="36587" y="536654"/>
                  <a:pt x="48930" y="507723"/>
                  <a:pt x="69810" y="472023"/>
                </a:cubicBezTo>
                <a:close/>
                <a:moveTo>
                  <a:pt x="418567" y="69165"/>
                </a:moveTo>
                <a:lnTo>
                  <a:pt x="536852" y="187262"/>
                </a:lnTo>
                <a:cubicBezTo>
                  <a:pt x="514105" y="218038"/>
                  <a:pt x="486530" y="250204"/>
                  <a:pt x="454963" y="281722"/>
                </a:cubicBezTo>
                <a:cubicBezTo>
                  <a:pt x="386257" y="350411"/>
                  <a:pt x="263515" y="451637"/>
                  <a:pt x="168906" y="513374"/>
                </a:cubicBezTo>
                <a:lnTo>
                  <a:pt x="91937" y="436527"/>
                </a:lnTo>
                <a:cubicBezTo>
                  <a:pt x="153772" y="342068"/>
                  <a:pt x="255159" y="219521"/>
                  <a:pt x="323957" y="150925"/>
                </a:cubicBezTo>
                <a:cubicBezTo>
                  <a:pt x="355525" y="119315"/>
                  <a:pt x="387743" y="91876"/>
                  <a:pt x="418567" y="69165"/>
                </a:cubicBezTo>
                <a:close/>
                <a:moveTo>
                  <a:pt x="456927" y="29454"/>
                </a:moveTo>
                <a:cubicBezTo>
                  <a:pt x="462150" y="29454"/>
                  <a:pt x="467373" y="31447"/>
                  <a:pt x="471365" y="35433"/>
                </a:cubicBezTo>
                <a:lnTo>
                  <a:pt x="596431" y="160293"/>
                </a:lnTo>
                <a:cubicBezTo>
                  <a:pt x="601352" y="165206"/>
                  <a:pt x="603394" y="172251"/>
                  <a:pt x="601909" y="179017"/>
                </a:cubicBezTo>
                <a:lnTo>
                  <a:pt x="594481" y="213315"/>
                </a:lnTo>
                <a:lnTo>
                  <a:pt x="589746" y="235283"/>
                </a:lnTo>
                <a:cubicBezTo>
                  <a:pt x="574519" y="305639"/>
                  <a:pt x="519274" y="360978"/>
                  <a:pt x="448896" y="376365"/>
                </a:cubicBezTo>
                <a:lnTo>
                  <a:pt x="438404" y="378682"/>
                </a:lnTo>
                <a:cubicBezTo>
                  <a:pt x="418163" y="383132"/>
                  <a:pt x="402565" y="399168"/>
                  <a:pt x="398851" y="419561"/>
                </a:cubicBezTo>
                <a:cubicBezTo>
                  <a:pt x="397087" y="429387"/>
                  <a:pt x="388452" y="436246"/>
                  <a:pt x="378796" y="436246"/>
                </a:cubicBezTo>
                <a:cubicBezTo>
                  <a:pt x="377589" y="436246"/>
                  <a:pt x="376382" y="436153"/>
                  <a:pt x="375082" y="435875"/>
                </a:cubicBezTo>
                <a:cubicBezTo>
                  <a:pt x="364033" y="433836"/>
                  <a:pt x="356698" y="423269"/>
                  <a:pt x="358741" y="412145"/>
                </a:cubicBezTo>
                <a:cubicBezTo>
                  <a:pt x="365426" y="375623"/>
                  <a:pt x="393280" y="346795"/>
                  <a:pt x="429676" y="338916"/>
                </a:cubicBezTo>
                <a:lnTo>
                  <a:pt x="440168" y="336599"/>
                </a:lnTo>
                <a:cubicBezTo>
                  <a:pt x="494948" y="324641"/>
                  <a:pt x="538030" y="281445"/>
                  <a:pt x="549914" y="226755"/>
                </a:cubicBezTo>
                <a:lnTo>
                  <a:pt x="554649" y="204787"/>
                </a:lnTo>
                <a:lnTo>
                  <a:pt x="559663" y="181242"/>
                </a:lnTo>
                <a:lnTo>
                  <a:pt x="442489" y="64261"/>
                </a:lnTo>
                <a:cubicBezTo>
                  <a:pt x="434505" y="56289"/>
                  <a:pt x="434505" y="43405"/>
                  <a:pt x="442489" y="35433"/>
                </a:cubicBezTo>
                <a:cubicBezTo>
                  <a:pt x="446482" y="31447"/>
                  <a:pt x="451704" y="29454"/>
                  <a:pt x="456927" y="29454"/>
                </a:cubicBezTo>
                <a:close/>
                <a:moveTo>
                  <a:pt x="554141" y="927"/>
                </a:moveTo>
                <a:cubicBezTo>
                  <a:pt x="572423" y="-1680"/>
                  <a:pt x="586817" y="1147"/>
                  <a:pt x="595871" y="10186"/>
                </a:cubicBezTo>
                <a:cubicBezTo>
                  <a:pt x="613979" y="28263"/>
                  <a:pt x="607200" y="67663"/>
                  <a:pt x="581756" y="116797"/>
                </a:cubicBezTo>
                <a:lnTo>
                  <a:pt x="489078" y="24277"/>
                </a:lnTo>
                <a:cubicBezTo>
                  <a:pt x="513687" y="11577"/>
                  <a:pt x="535858" y="3534"/>
                  <a:pt x="554141" y="9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9" name="íşľîde"/>
          <p:cNvSpPr/>
          <p:nvPr userDrawn="1">
            <p:custDataLst>
              <p:tags r:id="rId7"/>
            </p:custDataLst>
          </p:nvPr>
        </p:nvSpPr>
        <p:spPr>
          <a:xfrm>
            <a:off x="2433868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ŝḻîḋè"/>
          <p:cNvSpPr/>
          <p:nvPr userDrawn="1">
            <p:custDataLst>
              <p:tags r:id="rId8"/>
            </p:custDataLst>
          </p:nvPr>
        </p:nvSpPr>
        <p:spPr>
          <a:xfrm>
            <a:off x="3117347" y="3744000"/>
            <a:ext cx="675000" cy="675005"/>
          </a:xfrm>
          <a:prstGeom prst="ellipse">
            <a:avLst/>
          </a:prstGeom>
          <a:solidFill>
            <a:srgbClr val="003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ïślîḑè"/>
          <p:cNvSpPr/>
          <p:nvPr userDrawn="1">
            <p:custDataLst>
              <p:tags r:id="rId9"/>
            </p:custDataLst>
          </p:nvPr>
        </p:nvSpPr>
        <p:spPr bwMode="auto">
          <a:xfrm>
            <a:off x="3282755" y="3909666"/>
            <a:ext cx="344185" cy="343671"/>
          </a:xfrm>
          <a:custGeom>
            <a:avLst/>
            <a:gdLst>
              <a:gd name="T0" fmla="*/ 4705 w 4809"/>
              <a:gd name="T1" fmla="*/ 901 h 4809"/>
              <a:gd name="T2" fmla="*/ 3908 w 4809"/>
              <a:gd name="T3" fmla="*/ 104 h 4809"/>
              <a:gd name="T4" fmla="*/ 3531 w 4809"/>
              <a:gd name="T5" fmla="*/ 104 h 4809"/>
              <a:gd name="T6" fmla="*/ 3226 w 4809"/>
              <a:gd name="T7" fmla="*/ 410 h 4809"/>
              <a:gd name="T8" fmla="*/ 3512 w 4809"/>
              <a:gd name="T9" fmla="*/ 697 h 4809"/>
              <a:gd name="T10" fmla="*/ 3512 w 4809"/>
              <a:gd name="T11" fmla="*/ 873 h 4809"/>
              <a:gd name="T12" fmla="*/ 3336 w 4809"/>
              <a:gd name="T13" fmla="*/ 873 h 4809"/>
              <a:gd name="T14" fmla="*/ 3050 w 4809"/>
              <a:gd name="T15" fmla="*/ 586 h 4809"/>
              <a:gd name="T16" fmla="*/ 2566 w 4809"/>
              <a:gd name="T17" fmla="*/ 1070 h 4809"/>
              <a:gd name="T18" fmla="*/ 2852 w 4809"/>
              <a:gd name="T19" fmla="*/ 1356 h 4809"/>
              <a:gd name="T20" fmla="*/ 2852 w 4809"/>
              <a:gd name="T21" fmla="*/ 1532 h 4809"/>
              <a:gd name="T22" fmla="*/ 2676 w 4809"/>
              <a:gd name="T23" fmla="*/ 1532 h 4809"/>
              <a:gd name="T24" fmla="*/ 2390 w 4809"/>
              <a:gd name="T25" fmla="*/ 1246 h 4809"/>
              <a:gd name="T26" fmla="*/ 1906 w 4809"/>
              <a:gd name="T27" fmla="*/ 1730 h 4809"/>
              <a:gd name="T28" fmla="*/ 2192 w 4809"/>
              <a:gd name="T29" fmla="*/ 2016 h 4809"/>
              <a:gd name="T30" fmla="*/ 2192 w 4809"/>
              <a:gd name="T31" fmla="*/ 2192 h 4809"/>
              <a:gd name="T32" fmla="*/ 2016 w 4809"/>
              <a:gd name="T33" fmla="*/ 2192 h 4809"/>
              <a:gd name="T34" fmla="*/ 1730 w 4809"/>
              <a:gd name="T35" fmla="*/ 1906 h 4809"/>
              <a:gd name="T36" fmla="*/ 1246 w 4809"/>
              <a:gd name="T37" fmla="*/ 2390 h 4809"/>
              <a:gd name="T38" fmla="*/ 1532 w 4809"/>
              <a:gd name="T39" fmla="*/ 2676 h 4809"/>
              <a:gd name="T40" fmla="*/ 1532 w 4809"/>
              <a:gd name="T41" fmla="*/ 2852 h 4809"/>
              <a:gd name="T42" fmla="*/ 1356 w 4809"/>
              <a:gd name="T43" fmla="*/ 2852 h 4809"/>
              <a:gd name="T44" fmla="*/ 1070 w 4809"/>
              <a:gd name="T45" fmla="*/ 2566 h 4809"/>
              <a:gd name="T46" fmla="*/ 586 w 4809"/>
              <a:gd name="T47" fmla="*/ 3050 h 4809"/>
              <a:gd name="T48" fmla="*/ 872 w 4809"/>
              <a:gd name="T49" fmla="*/ 3336 h 4809"/>
              <a:gd name="T50" fmla="*/ 872 w 4809"/>
              <a:gd name="T51" fmla="*/ 3512 h 4809"/>
              <a:gd name="T52" fmla="*/ 697 w 4809"/>
              <a:gd name="T53" fmla="*/ 3512 h 4809"/>
              <a:gd name="T54" fmla="*/ 410 w 4809"/>
              <a:gd name="T55" fmla="*/ 3226 h 4809"/>
              <a:gd name="T56" fmla="*/ 104 w 4809"/>
              <a:gd name="T57" fmla="*/ 3531 h 4809"/>
              <a:gd name="T58" fmla="*/ 104 w 4809"/>
              <a:gd name="T59" fmla="*/ 3908 h 4809"/>
              <a:gd name="T60" fmla="*/ 901 w 4809"/>
              <a:gd name="T61" fmla="*/ 4705 h 4809"/>
              <a:gd name="T62" fmla="*/ 1278 w 4809"/>
              <a:gd name="T63" fmla="*/ 4705 h 4809"/>
              <a:gd name="T64" fmla="*/ 4705 w 4809"/>
              <a:gd name="T65" fmla="*/ 1278 h 4809"/>
              <a:gd name="T66" fmla="*/ 4705 w 4809"/>
              <a:gd name="T67" fmla="*/ 901 h 4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809" h="4809">
                <a:moveTo>
                  <a:pt x="4705" y="901"/>
                </a:moveTo>
                <a:lnTo>
                  <a:pt x="3908" y="104"/>
                </a:lnTo>
                <a:cubicBezTo>
                  <a:pt x="3804" y="0"/>
                  <a:pt x="3635" y="0"/>
                  <a:pt x="3531" y="104"/>
                </a:cubicBezTo>
                <a:lnTo>
                  <a:pt x="3226" y="410"/>
                </a:lnTo>
                <a:lnTo>
                  <a:pt x="3512" y="697"/>
                </a:lnTo>
                <a:cubicBezTo>
                  <a:pt x="3561" y="745"/>
                  <a:pt x="3561" y="824"/>
                  <a:pt x="3512" y="873"/>
                </a:cubicBezTo>
                <a:cubicBezTo>
                  <a:pt x="3464" y="921"/>
                  <a:pt x="3385" y="921"/>
                  <a:pt x="3336" y="873"/>
                </a:cubicBezTo>
                <a:lnTo>
                  <a:pt x="3050" y="586"/>
                </a:lnTo>
                <a:lnTo>
                  <a:pt x="2566" y="1070"/>
                </a:lnTo>
                <a:lnTo>
                  <a:pt x="2852" y="1356"/>
                </a:lnTo>
                <a:cubicBezTo>
                  <a:pt x="2901" y="1405"/>
                  <a:pt x="2901" y="1484"/>
                  <a:pt x="2852" y="1532"/>
                </a:cubicBezTo>
                <a:cubicBezTo>
                  <a:pt x="2804" y="1581"/>
                  <a:pt x="2725" y="1581"/>
                  <a:pt x="2676" y="1532"/>
                </a:cubicBezTo>
                <a:lnTo>
                  <a:pt x="2390" y="1246"/>
                </a:lnTo>
                <a:lnTo>
                  <a:pt x="1906" y="1730"/>
                </a:lnTo>
                <a:lnTo>
                  <a:pt x="2192" y="2016"/>
                </a:lnTo>
                <a:cubicBezTo>
                  <a:pt x="2241" y="2065"/>
                  <a:pt x="2241" y="2144"/>
                  <a:pt x="2192" y="2192"/>
                </a:cubicBezTo>
                <a:cubicBezTo>
                  <a:pt x="2144" y="2241"/>
                  <a:pt x="2065" y="2241"/>
                  <a:pt x="2016" y="2192"/>
                </a:cubicBezTo>
                <a:lnTo>
                  <a:pt x="1730" y="1906"/>
                </a:lnTo>
                <a:lnTo>
                  <a:pt x="1246" y="2390"/>
                </a:lnTo>
                <a:lnTo>
                  <a:pt x="1532" y="2676"/>
                </a:lnTo>
                <a:cubicBezTo>
                  <a:pt x="1581" y="2725"/>
                  <a:pt x="1581" y="2804"/>
                  <a:pt x="1532" y="2852"/>
                </a:cubicBezTo>
                <a:cubicBezTo>
                  <a:pt x="1484" y="2901"/>
                  <a:pt x="1405" y="2901"/>
                  <a:pt x="1356" y="2852"/>
                </a:cubicBezTo>
                <a:lnTo>
                  <a:pt x="1070" y="2566"/>
                </a:lnTo>
                <a:lnTo>
                  <a:pt x="586" y="3050"/>
                </a:lnTo>
                <a:lnTo>
                  <a:pt x="872" y="3336"/>
                </a:lnTo>
                <a:cubicBezTo>
                  <a:pt x="921" y="3385"/>
                  <a:pt x="921" y="3464"/>
                  <a:pt x="872" y="3512"/>
                </a:cubicBezTo>
                <a:cubicBezTo>
                  <a:pt x="824" y="3561"/>
                  <a:pt x="745" y="3561"/>
                  <a:pt x="697" y="3512"/>
                </a:cubicBezTo>
                <a:lnTo>
                  <a:pt x="410" y="3226"/>
                </a:lnTo>
                <a:lnTo>
                  <a:pt x="104" y="3531"/>
                </a:lnTo>
                <a:cubicBezTo>
                  <a:pt x="0" y="3635"/>
                  <a:pt x="0" y="3804"/>
                  <a:pt x="104" y="3908"/>
                </a:cubicBezTo>
                <a:lnTo>
                  <a:pt x="901" y="4705"/>
                </a:lnTo>
                <a:cubicBezTo>
                  <a:pt x="1005" y="4809"/>
                  <a:pt x="1174" y="4809"/>
                  <a:pt x="1278" y="4705"/>
                </a:cubicBezTo>
                <a:lnTo>
                  <a:pt x="4705" y="1278"/>
                </a:lnTo>
                <a:cubicBezTo>
                  <a:pt x="4809" y="1174"/>
                  <a:pt x="4809" y="1005"/>
                  <a:pt x="4705" y="9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12" name="ïṣḻîḑê"/>
          <p:cNvSpPr/>
          <p:nvPr userDrawn="1">
            <p:custDataLst>
              <p:tags r:id="rId10"/>
            </p:custDataLst>
          </p:nvPr>
        </p:nvSpPr>
        <p:spPr>
          <a:xfrm>
            <a:off x="4194636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3" name="íṩľíḓè"/>
          <p:cNvSpPr/>
          <p:nvPr userDrawn="1">
            <p:custDataLst>
              <p:tags r:id="rId11"/>
            </p:custDataLst>
          </p:nvPr>
        </p:nvSpPr>
        <p:spPr>
          <a:xfrm>
            <a:off x="4878115" y="3744000"/>
            <a:ext cx="675000" cy="675005"/>
          </a:xfrm>
          <a:prstGeom prst="ellipse">
            <a:avLst/>
          </a:prstGeom>
          <a:solidFill>
            <a:srgbClr val="ED6D00"/>
          </a:solidFill>
          <a:ln w="127000">
            <a:solidFill>
              <a:srgbClr val="FFA52D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4" name="ïṣliḓe"/>
          <p:cNvSpPr/>
          <p:nvPr userDrawn="1">
            <p:custDataLst>
              <p:tags r:id="rId12"/>
            </p:custDataLst>
          </p:nvPr>
        </p:nvSpPr>
        <p:spPr bwMode="auto">
          <a:xfrm>
            <a:off x="5043523" y="3924839"/>
            <a:ext cx="344185" cy="313327"/>
          </a:xfrm>
          <a:custGeom>
            <a:avLst/>
            <a:gdLst>
              <a:gd name="T0" fmla="*/ 6827 w 6827"/>
              <a:gd name="T1" fmla="*/ 2610 h 6224"/>
              <a:gd name="T2" fmla="*/ 6827 w 6827"/>
              <a:gd name="T3" fmla="*/ 2008 h 6224"/>
              <a:gd name="T4" fmla="*/ 3413 w 6827"/>
              <a:gd name="T5" fmla="*/ 0 h 6224"/>
              <a:gd name="T6" fmla="*/ 0 w 6827"/>
              <a:gd name="T7" fmla="*/ 2008 h 6224"/>
              <a:gd name="T8" fmla="*/ 0 w 6827"/>
              <a:gd name="T9" fmla="*/ 2610 h 6224"/>
              <a:gd name="T10" fmla="*/ 602 w 6827"/>
              <a:gd name="T11" fmla="*/ 2610 h 6224"/>
              <a:gd name="T12" fmla="*/ 602 w 6827"/>
              <a:gd name="T13" fmla="*/ 5622 h 6224"/>
              <a:gd name="T14" fmla="*/ 201 w 6827"/>
              <a:gd name="T15" fmla="*/ 5622 h 6224"/>
              <a:gd name="T16" fmla="*/ 201 w 6827"/>
              <a:gd name="T17" fmla="*/ 6224 h 6224"/>
              <a:gd name="T18" fmla="*/ 6626 w 6827"/>
              <a:gd name="T19" fmla="*/ 6224 h 6224"/>
              <a:gd name="T20" fmla="*/ 6626 w 6827"/>
              <a:gd name="T21" fmla="*/ 5622 h 6224"/>
              <a:gd name="T22" fmla="*/ 6224 w 6827"/>
              <a:gd name="T23" fmla="*/ 5622 h 6224"/>
              <a:gd name="T24" fmla="*/ 6224 w 6827"/>
              <a:gd name="T25" fmla="*/ 2610 h 6224"/>
              <a:gd name="T26" fmla="*/ 6827 w 6827"/>
              <a:gd name="T27" fmla="*/ 2610 h 6224"/>
              <a:gd name="T28" fmla="*/ 2209 w 6827"/>
              <a:gd name="T29" fmla="*/ 5020 h 6224"/>
              <a:gd name="T30" fmla="*/ 1405 w 6827"/>
              <a:gd name="T31" fmla="*/ 5020 h 6224"/>
              <a:gd name="T32" fmla="*/ 1405 w 6827"/>
              <a:gd name="T33" fmla="*/ 2610 h 6224"/>
              <a:gd name="T34" fmla="*/ 2209 w 6827"/>
              <a:gd name="T35" fmla="*/ 2610 h 6224"/>
              <a:gd name="T36" fmla="*/ 2209 w 6827"/>
              <a:gd name="T37" fmla="*/ 5020 h 6224"/>
              <a:gd name="T38" fmla="*/ 3815 w 6827"/>
              <a:gd name="T39" fmla="*/ 5020 h 6224"/>
              <a:gd name="T40" fmla="*/ 3012 w 6827"/>
              <a:gd name="T41" fmla="*/ 5020 h 6224"/>
              <a:gd name="T42" fmla="*/ 3012 w 6827"/>
              <a:gd name="T43" fmla="*/ 2610 h 6224"/>
              <a:gd name="T44" fmla="*/ 3815 w 6827"/>
              <a:gd name="T45" fmla="*/ 2610 h 6224"/>
              <a:gd name="T46" fmla="*/ 3815 w 6827"/>
              <a:gd name="T47" fmla="*/ 5020 h 6224"/>
              <a:gd name="T48" fmla="*/ 3413 w 6827"/>
              <a:gd name="T49" fmla="*/ 2008 h 6224"/>
              <a:gd name="T50" fmla="*/ 2811 w 6827"/>
              <a:gd name="T51" fmla="*/ 1406 h 6224"/>
              <a:gd name="T52" fmla="*/ 3413 w 6827"/>
              <a:gd name="T53" fmla="*/ 803 h 6224"/>
              <a:gd name="T54" fmla="*/ 4016 w 6827"/>
              <a:gd name="T55" fmla="*/ 1406 h 6224"/>
              <a:gd name="T56" fmla="*/ 3413 w 6827"/>
              <a:gd name="T57" fmla="*/ 2008 h 6224"/>
              <a:gd name="T58" fmla="*/ 5421 w 6827"/>
              <a:gd name="T59" fmla="*/ 5020 h 6224"/>
              <a:gd name="T60" fmla="*/ 4618 w 6827"/>
              <a:gd name="T61" fmla="*/ 5020 h 6224"/>
              <a:gd name="T62" fmla="*/ 4618 w 6827"/>
              <a:gd name="T63" fmla="*/ 2610 h 6224"/>
              <a:gd name="T64" fmla="*/ 5421 w 6827"/>
              <a:gd name="T65" fmla="*/ 2610 h 6224"/>
              <a:gd name="T66" fmla="*/ 5421 w 6827"/>
              <a:gd name="T67" fmla="*/ 5020 h 6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827" h="6224">
                <a:moveTo>
                  <a:pt x="6827" y="2610"/>
                </a:moveTo>
                <a:lnTo>
                  <a:pt x="6827" y="2008"/>
                </a:lnTo>
                <a:lnTo>
                  <a:pt x="3413" y="0"/>
                </a:lnTo>
                <a:lnTo>
                  <a:pt x="0" y="2008"/>
                </a:lnTo>
                <a:lnTo>
                  <a:pt x="0" y="2610"/>
                </a:lnTo>
                <a:lnTo>
                  <a:pt x="602" y="2610"/>
                </a:lnTo>
                <a:lnTo>
                  <a:pt x="602" y="5622"/>
                </a:lnTo>
                <a:lnTo>
                  <a:pt x="201" y="5622"/>
                </a:lnTo>
                <a:lnTo>
                  <a:pt x="201" y="6224"/>
                </a:lnTo>
                <a:lnTo>
                  <a:pt x="6626" y="6224"/>
                </a:lnTo>
                <a:lnTo>
                  <a:pt x="6626" y="5622"/>
                </a:lnTo>
                <a:lnTo>
                  <a:pt x="6224" y="5622"/>
                </a:lnTo>
                <a:lnTo>
                  <a:pt x="6224" y="2610"/>
                </a:lnTo>
                <a:lnTo>
                  <a:pt x="6827" y="2610"/>
                </a:lnTo>
                <a:close/>
                <a:moveTo>
                  <a:pt x="2209" y="5020"/>
                </a:moveTo>
                <a:lnTo>
                  <a:pt x="1405" y="5020"/>
                </a:lnTo>
                <a:lnTo>
                  <a:pt x="1405" y="2610"/>
                </a:lnTo>
                <a:lnTo>
                  <a:pt x="2209" y="2610"/>
                </a:lnTo>
                <a:lnTo>
                  <a:pt x="2209" y="5020"/>
                </a:lnTo>
                <a:close/>
                <a:moveTo>
                  <a:pt x="3815" y="5020"/>
                </a:moveTo>
                <a:lnTo>
                  <a:pt x="3012" y="5020"/>
                </a:lnTo>
                <a:lnTo>
                  <a:pt x="3012" y="2610"/>
                </a:lnTo>
                <a:lnTo>
                  <a:pt x="3815" y="2610"/>
                </a:lnTo>
                <a:lnTo>
                  <a:pt x="3815" y="5020"/>
                </a:lnTo>
                <a:close/>
                <a:moveTo>
                  <a:pt x="3413" y="2008"/>
                </a:moveTo>
                <a:cubicBezTo>
                  <a:pt x="3081" y="2008"/>
                  <a:pt x="2811" y="1738"/>
                  <a:pt x="2811" y="1406"/>
                </a:cubicBezTo>
                <a:cubicBezTo>
                  <a:pt x="2811" y="1073"/>
                  <a:pt x="3081" y="803"/>
                  <a:pt x="3413" y="803"/>
                </a:cubicBezTo>
                <a:cubicBezTo>
                  <a:pt x="3746" y="803"/>
                  <a:pt x="4016" y="1073"/>
                  <a:pt x="4016" y="1406"/>
                </a:cubicBezTo>
                <a:cubicBezTo>
                  <a:pt x="4016" y="1738"/>
                  <a:pt x="3746" y="2008"/>
                  <a:pt x="3413" y="2008"/>
                </a:cubicBezTo>
                <a:close/>
                <a:moveTo>
                  <a:pt x="5421" y="5020"/>
                </a:moveTo>
                <a:lnTo>
                  <a:pt x="4618" y="5020"/>
                </a:lnTo>
                <a:lnTo>
                  <a:pt x="4618" y="2610"/>
                </a:lnTo>
                <a:lnTo>
                  <a:pt x="5421" y="2610"/>
                </a:lnTo>
                <a:lnTo>
                  <a:pt x="5421" y="50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15" name="îṡḷíďè"/>
          <p:cNvSpPr/>
          <p:nvPr userDrawn="1">
            <p:custDataLst>
              <p:tags r:id="rId13"/>
            </p:custDataLst>
          </p:nvPr>
        </p:nvSpPr>
        <p:spPr>
          <a:xfrm>
            <a:off x="5955404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6" name="ïṣľîḋê"/>
          <p:cNvSpPr/>
          <p:nvPr userDrawn="1">
            <p:custDataLst>
              <p:tags r:id="rId14"/>
            </p:custDataLst>
          </p:nvPr>
        </p:nvSpPr>
        <p:spPr>
          <a:xfrm>
            <a:off x="6638883" y="3744000"/>
            <a:ext cx="675000" cy="675005"/>
          </a:xfrm>
          <a:prstGeom prst="ellipse">
            <a:avLst/>
          </a:prstGeom>
          <a:solidFill>
            <a:srgbClr val="003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iṧḻîḍè"/>
          <p:cNvSpPr/>
          <p:nvPr userDrawn="1">
            <p:custDataLst>
              <p:tags r:id="rId15"/>
            </p:custDataLst>
          </p:nvPr>
        </p:nvSpPr>
        <p:spPr bwMode="auto">
          <a:xfrm>
            <a:off x="6804291" y="3930136"/>
            <a:ext cx="344185" cy="302733"/>
          </a:xfrm>
          <a:custGeom>
            <a:avLst/>
            <a:gdLst>
              <a:gd name="T0" fmla="*/ 455839 w 606244"/>
              <a:gd name="T1" fmla="*/ 455839 w 606244"/>
              <a:gd name="T2" fmla="*/ 600116 w 606244"/>
              <a:gd name="T3" fmla="*/ 600116 w 606244"/>
              <a:gd name="T4" fmla="*/ 600116 w 606244"/>
              <a:gd name="T5" fmla="*/ 600116 w 606244"/>
              <a:gd name="T6" fmla="*/ 600116 w 606244"/>
              <a:gd name="T7" fmla="*/ 600116 w 606244"/>
              <a:gd name="T8" fmla="*/ 600116 w 606244"/>
              <a:gd name="T9" fmla="*/ 600116 w 606244"/>
              <a:gd name="T10" fmla="*/ 455839 w 606244"/>
              <a:gd name="T11" fmla="*/ 455839 w 606244"/>
              <a:gd name="T12" fmla="*/ 600116 w 606244"/>
              <a:gd name="T13" fmla="*/ 600116 w 606244"/>
              <a:gd name="T14" fmla="*/ 600116 w 606244"/>
              <a:gd name="T15" fmla="*/ 600116 w 606244"/>
              <a:gd name="T16" fmla="*/ 600116 w 606244"/>
              <a:gd name="T17" fmla="*/ 600116 w 606244"/>
              <a:gd name="T18" fmla="*/ 600116 w 606244"/>
              <a:gd name="T19" fmla="*/ 600116 w 606244"/>
              <a:gd name="T20" fmla="*/ 600116 w 606244"/>
              <a:gd name="T21" fmla="*/ 600116 w 606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772" h="2442">
                <a:moveTo>
                  <a:pt x="2772" y="934"/>
                </a:moveTo>
                <a:lnTo>
                  <a:pt x="1683" y="2023"/>
                </a:lnTo>
                <a:lnTo>
                  <a:pt x="750" y="1089"/>
                </a:lnTo>
                <a:lnTo>
                  <a:pt x="1838" y="0"/>
                </a:lnTo>
                <a:lnTo>
                  <a:pt x="2772" y="934"/>
                </a:lnTo>
                <a:close/>
                <a:moveTo>
                  <a:pt x="0" y="1839"/>
                </a:moveTo>
                <a:lnTo>
                  <a:pt x="603" y="2442"/>
                </a:lnTo>
                <a:cubicBezTo>
                  <a:pt x="823" y="2442"/>
                  <a:pt x="1044" y="2442"/>
                  <a:pt x="1264" y="2442"/>
                </a:cubicBezTo>
                <a:lnTo>
                  <a:pt x="1542" y="2164"/>
                </a:lnTo>
                <a:lnTo>
                  <a:pt x="608" y="1231"/>
                </a:lnTo>
                <a:lnTo>
                  <a:pt x="0" y="18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18" name="îṥḷïḍé"/>
          <p:cNvSpPr/>
          <p:nvPr userDrawn="1">
            <p:custDataLst>
              <p:tags r:id="rId16"/>
            </p:custDataLst>
          </p:nvPr>
        </p:nvSpPr>
        <p:spPr>
          <a:xfrm>
            <a:off x="7716172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9" name="ïś1iḑe"/>
          <p:cNvSpPr/>
          <p:nvPr userDrawn="1">
            <p:custDataLst>
              <p:tags r:id="rId17"/>
            </p:custDataLst>
          </p:nvPr>
        </p:nvSpPr>
        <p:spPr>
          <a:xfrm>
            <a:off x="8399651" y="3744000"/>
            <a:ext cx="675000" cy="675005"/>
          </a:xfrm>
          <a:prstGeom prst="ellipse">
            <a:avLst/>
          </a:prstGeom>
          <a:solidFill>
            <a:srgbClr val="003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îṧ1íḑè"/>
          <p:cNvSpPr/>
          <p:nvPr userDrawn="1">
            <p:custDataLst>
              <p:tags r:id="rId18"/>
            </p:custDataLst>
          </p:nvPr>
        </p:nvSpPr>
        <p:spPr bwMode="auto">
          <a:xfrm>
            <a:off x="8565059" y="3970725"/>
            <a:ext cx="344185" cy="221555"/>
          </a:xfrm>
          <a:custGeom>
            <a:avLst/>
            <a:gdLst>
              <a:gd name="T0" fmla="*/ 6611 w 6827"/>
              <a:gd name="T1" fmla="*/ 3969 h 4401"/>
              <a:gd name="T2" fmla="*/ 6376 w 6827"/>
              <a:gd name="T3" fmla="*/ 3969 h 4401"/>
              <a:gd name="T4" fmla="*/ 6376 w 6827"/>
              <a:gd name="T5" fmla="*/ 530 h 4401"/>
              <a:gd name="T6" fmla="*/ 5845 w 6827"/>
              <a:gd name="T7" fmla="*/ 0 h 4401"/>
              <a:gd name="T8" fmla="*/ 981 w 6827"/>
              <a:gd name="T9" fmla="*/ 0 h 4401"/>
              <a:gd name="T10" fmla="*/ 451 w 6827"/>
              <a:gd name="T11" fmla="*/ 530 h 4401"/>
              <a:gd name="T12" fmla="*/ 451 w 6827"/>
              <a:gd name="T13" fmla="*/ 3970 h 4401"/>
              <a:gd name="T14" fmla="*/ 216 w 6827"/>
              <a:gd name="T15" fmla="*/ 3970 h 4401"/>
              <a:gd name="T16" fmla="*/ 0 w 6827"/>
              <a:gd name="T17" fmla="*/ 4185 h 4401"/>
              <a:gd name="T18" fmla="*/ 216 w 6827"/>
              <a:gd name="T19" fmla="*/ 4401 h 4401"/>
              <a:gd name="T20" fmla="*/ 6611 w 6827"/>
              <a:gd name="T21" fmla="*/ 4401 h 4401"/>
              <a:gd name="T22" fmla="*/ 6827 w 6827"/>
              <a:gd name="T23" fmla="*/ 4185 h 4401"/>
              <a:gd name="T24" fmla="*/ 6611 w 6827"/>
              <a:gd name="T25" fmla="*/ 3969 h 4401"/>
              <a:gd name="T26" fmla="*/ 2538 w 6827"/>
              <a:gd name="T27" fmla="*/ 3969 h 4401"/>
              <a:gd name="T28" fmla="*/ 1512 w 6827"/>
              <a:gd name="T29" fmla="*/ 3969 h 4401"/>
              <a:gd name="T30" fmla="*/ 1512 w 6827"/>
              <a:gd name="T31" fmla="*/ 3388 h 4401"/>
              <a:gd name="T32" fmla="*/ 2538 w 6827"/>
              <a:gd name="T33" fmla="*/ 3388 h 4401"/>
              <a:gd name="T34" fmla="*/ 2538 w 6827"/>
              <a:gd name="T35" fmla="*/ 3969 h 4401"/>
              <a:gd name="T36" fmla="*/ 5945 w 6827"/>
              <a:gd name="T37" fmla="*/ 3969 h 4401"/>
              <a:gd name="T38" fmla="*/ 2970 w 6827"/>
              <a:gd name="T39" fmla="*/ 3969 h 4401"/>
              <a:gd name="T40" fmla="*/ 2970 w 6827"/>
              <a:gd name="T41" fmla="*/ 3771 h 4401"/>
              <a:gd name="T42" fmla="*/ 5530 w 6827"/>
              <a:gd name="T43" fmla="*/ 3771 h 4401"/>
              <a:gd name="T44" fmla="*/ 5746 w 6827"/>
              <a:gd name="T45" fmla="*/ 3555 h 4401"/>
              <a:gd name="T46" fmla="*/ 5746 w 6827"/>
              <a:gd name="T47" fmla="*/ 846 h 4401"/>
              <a:gd name="T48" fmla="*/ 5530 w 6827"/>
              <a:gd name="T49" fmla="*/ 630 h 4401"/>
              <a:gd name="T50" fmla="*/ 1296 w 6827"/>
              <a:gd name="T51" fmla="*/ 630 h 4401"/>
              <a:gd name="T52" fmla="*/ 1081 w 6827"/>
              <a:gd name="T53" fmla="*/ 846 h 4401"/>
              <a:gd name="T54" fmla="*/ 1081 w 6827"/>
              <a:gd name="T55" fmla="*/ 3969 h 4401"/>
              <a:gd name="T56" fmla="*/ 882 w 6827"/>
              <a:gd name="T57" fmla="*/ 3969 h 4401"/>
              <a:gd name="T58" fmla="*/ 882 w 6827"/>
              <a:gd name="T59" fmla="*/ 530 h 4401"/>
              <a:gd name="T60" fmla="*/ 981 w 6827"/>
              <a:gd name="T61" fmla="*/ 431 h 4401"/>
              <a:gd name="T62" fmla="*/ 5845 w 6827"/>
              <a:gd name="T63" fmla="*/ 431 h 4401"/>
              <a:gd name="T64" fmla="*/ 5945 w 6827"/>
              <a:gd name="T65" fmla="*/ 530 h 4401"/>
              <a:gd name="T66" fmla="*/ 5945 w 6827"/>
              <a:gd name="T67" fmla="*/ 3969 h 4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827" h="4401">
                <a:moveTo>
                  <a:pt x="6611" y="3969"/>
                </a:moveTo>
                <a:lnTo>
                  <a:pt x="6376" y="3969"/>
                </a:lnTo>
                <a:lnTo>
                  <a:pt x="6376" y="530"/>
                </a:lnTo>
                <a:cubicBezTo>
                  <a:pt x="6376" y="238"/>
                  <a:pt x="6138" y="0"/>
                  <a:pt x="5845" y="0"/>
                </a:cubicBezTo>
                <a:lnTo>
                  <a:pt x="981" y="0"/>
                </a:lnTo>
                <a:cubicBezTo>
                  <a:pt x="689" y="0"/>
                  <a:pt x="451" y="238"/>
                  <a:pt x="451" y="530"/>
                </a:cubicBezTo>
                <a:lnTo>
                  <a:pt x="451" y="3970"/>
                </a:lnTo>
                <a:lnTo>
                  <a:pt x="216" y="3970"/>
                </a:lnTo>
                <a:cubicBezTo>
                  <a:pt x="97" y="3970"/>
                  <a:pt x="0" y="4066"/>
                  <a:pt x="0" y="4185"/>
                </a:cubicBezTo>
                <a:cubicBezTo>
                  <a:pt x="0" y="4304"/>
                  <a:pt x="97" y="4401"/>
                  <a:pt x="216" y="4401"/>
                </a:cubicBezTo>
                <a:lnTo>
                  <a:pt x="6611" y="4401"/>
                </a:lnTo>
                <a:cubicBezTo>
                  <a:pt x="6730" y="4401"/>
                  <a:pt x="6827" y="4304"/>
                  <a:pt x="6827" y="4185"/>
                </a:cubicBezTo>
                <a:cubicBezTo>
                  <a:pt x="6827" y="4066"/>
                  <a:pt x="6730" y="3969"/>
                  <a:pt x="6611" y="3969"/>
                </a:cubicBezTo>
                <a:close/>
                <a:moveTo>
                  <a:pt x="2538" y="3969"/>
                </a:moveTo>
                <a:lnTo>
                  <a:pt x="1512" y="3969"/>
                </a:lnTo>
                <a:lnTo>
                  <a:pt x="1512" y="3388"/>
                </a:lnTo>
                <a:lnTo>
                  <a:pt x="2538" y="3388"/>
                </a:lnTo>
                <a:lnTo>
                  <a:pt x="2538" y="3969"/>
                </a:lnTo>
                <a:close/>
                <a:moveTo>
                  <a:pt x="5945" y="3969"/>
                </a:moveTo>
                <a:lnTo>
                  <a:pt x="2970" y="3969"/>
                </a:lnTo>
                <a:lnTo>
                  <a:pt x="2970" y="3771"/>
                </a:lnTo>
                <a:lnTo>
                  <a:pt x="5530" y="3771"/>
                </a:lnTo>
                <a:cubicBezTo>
                  <a:pt x="5649" y="3771"/>
                  <a:pt x="5746" y="3674"/>
                  <a:pt x="5746" y="3555"/>
                </a:cubicBezTo>
                <a:lnTo>
                  <a:pt x="5746" y="846"/>
                </a:lnTo>
                <a:cubicBezTo>
                  <a:pt x="5746" y="726"/>
                  <a:pt x="5649" y="630"/>
                  <a:pt x="5530" y="630"/>
                </a:cubicBezTo>
                <a:lnTo>
                  <a:pt x="1296" y="630"/>
                </a:lnTo>
                <a:cubicBezTo>
                  <a:pt x="1177" y="630"/>
                  <a:pt x="1081" y="726"/>
                  <a:pt x="1081" y="846"/>
                </a:cubicBezTo>
                <a:lnTo>
                  <a:pt x="1081" y="3969"/>
                </a:lnTo>
                <a:lnTo>
                  <a:pt x="882" y="3969"/>
                </a:lnTo>
                <a:lnTo>
                  <a:pt x="882" y="530"/>
                </a:lnTo>
                <a:cubicBezTo>
                  <a:pt x="882" y="476"/>
                  <a:pt x="927" y="431"/>
                  <a:pt x="981" y="431"/>
                </a:cubicBezTo>
                <a:lnTo>
                  <a:pt x="5845" y="431"/>
                </a:lnTo>
                <a:cubicBezTo>
                  <a:pt x="5900" y="431"/>
                  <a:pt x="5945" y="476"/>
                  <a:pt x="5945" y="530"/>
                </a:cubicBezTo>
                <a:lnTo>
                  <a:pt x="5945" y="39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21" name="iSľíḑê"/>
          <p:cNvSpPr/>
          <p:nvPr userDrawn="1">
            <p:custDataLst>
              <p:tags r:id="rId19"/>
            </p:custDataLst>
          </p:nvPr>
        </p:nvSpPr>
        <p:spPr>
          <a:xfrm>
            <a:off x="9476942" y="2090978"/>
            <a:ext cx="2041958" cy="1414222"/>
          </a:xfrm>
          <a:prstGeom prst="parallelogram">
            <a:avLst/>
          </a:prstGeom>
          <a:blipFill dpi="0" rotWithShape="1">
            <a:blip r:embed="rId4"/>
            <a:srcRect/>
            <a:tile tx="0" ty="0" sx="25000" sy="25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" name="îşlîde"/>
          <p:cNvSpPr/>
          <p:nvPr userDrawn="1">
            <p:custDataLst>
              <p:tags r:id="rId20"/>
            </p:custDataLst>
          </p:nvPr>
        </p:nvSpPr>
        <p:spPr>
          <a:xfrm>
            <a:off x="10160421" y="3744000"/>
            <a:ext cx="675000" cy="675005"/>
          </a:xfrm>
          <a:prstGeom prst="ellipse">
            <a:avLst/>
          </a:prstGeom>
          <a:solidFill>
            <a:srgbClr val="003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ísḻíḑè"/>
          <p:cNvSpPr/>
          <p:nvPr userDrawn="1">
            <p:custDataLst>
              <p:tags r:id="rId21"/>
            </p:custDataLst>
          </p:nvPr>
        </p:nvSpPr>
        <p:spPr bwMode="auto">
          <a:xfrm>
            <a:off x="10330997" y="3909409"/>
            <a:ext cx="333848" cy="344185"/>
          </a:xfrm>
          <a:custGeom>
            <a:avLst/>
            <a:gdLst>
              <a:gd name="connsiteX0" fmla="*/ 524372 w 583435"/>
              <a:gd name="connsiteY0" fmla="*/ 155667 h 601500"/>
              <a:gd name="connsiteX1" fmla="*/ 583435 w 583435"/>
              <a:gd name="connsiteY1" fmla="*/ 155667 h 601500"/>
              <a:gd name="connsiteX2" fmla="*/ 583435 w 583435"/>
              <a:gd name="connsiteY2" fmla="*/ 548710 h 601500"/>
              <a:gd name="connsiteX3" fmla="*/ 553803 w 583435"/>
              <a:gd name="connsiteY3" fmla="*/ 598042 h 601500"/>
              <a:gd name="connsiteX4" fmla="*/ 524372 w 583435"/>
              <a:gd name="connsiteY4" fmla="*/ 548710 h 601500"/>
              <a:gd name="connsiteX5" fmla="*/ 88735 w 583435"/>
              <a:gd name="connsiteY5" fmla="*/ 128878 h 601500"/>
              <a:gd name="connsiteX6" fmla="*/ 88735 w 583435"/>
              <a:gd name="connsiteY6" fmla="*/ 469802 h 601500"/>
              <a:gd name="connsiteX7" fmla="*/ 395273 w 583435"/>
              <a:gd name="connsiteY7" fmla="*/ 469802 h 601500"/>
              <a:gd name="connsiteX8" fmla="*/ 395273 w 583435"/>
              <a:gd name="connsiteY8" fmla="*/ 128878 h 601500"/>
              <a:gd name="connsiteX9" fmla="*/ 245029 w 583435"/>
              <a:gd name="connsiteY9" fmla="*/ 33629 h 601500"/>
              <a:gd name="connsiteX10" fmla="*/ 224862 w 583435"/>
              <a:gd name="connsiteY10" fmla="*/ 53766 h 601500"/>
              <a:gd name="connsiteX11" fmla="*/ 245029 w 583435"/>
              <a:gd name="connsiteY11" fmla="*/ 73904 h 601500"/>
              <a:gd name="connsiteX12" fmla="*/ 265196 w 583435"/>
              <a:gd name="connsiteY12" fmla="*/ 53766 h 601500"/>
              <a:gd name="connsiteX13" fmla="*/ 245029 w 583435"/>
              <a:gd name="connsiteY13" fmla="*/ 33629 h 601500"/>
              <a:gd name="connsiteX14" fmla="*/ 177470 w 583435"/>
              <a:gd name="connsiteY14" fmla="*/ 0 h 601500"/>
              <a:gd name="connsiteX15" fmla="*/ 306538 w 583435"/>
              <a:gd name="connsiteY15" fmla="*/ 0 h 601500"/>
              <a:gd name="connsiteX16" fmla="*/ 306538 w 583435"/>
              <a:gd name="connsiteY16" fmla="*/ 37657 h 601500"/>
              <a:gd name="connsiteX17" fmla="*/ 360183 w 583435"/>
              <a:gd name="connsiteY17" fmla="*/ 37657 h 601500"/>
              <a:gd name="connsiteX18" fmla="*/ 360183 w 583435"/>
              <a:gd name="connsiteY18" fmla="*/ 69876 h 601500"/>
              <a:gd name="connsiteX19" fmla="*/ 484008 w 583435"/>
              <a:gd name="connsiteY19" fmla="*/ 69876 h 601500"/>
              <a:gd name="connsiteX20" fmla="*/ 484008 w 583435"/>
              <a:gd name="connsiteY20" fmla="*/ 601500 h 601500"/>
              <a:gd name="connsiteX21" fmla="*/ 0 w 583435"/>
              <a:gd name="connsiteY21" fmla="*/ 601500 h 601500"/>
              <a:gd name="connsiteX22" fmla="*/ 0 w 583435"/>
              <a:gd name="connsiteY22" fmla="*/ 69876 h 601500"/>
              <a:gd name="connsiteX23" fmla="*/ 123624 w 583435"/>
              <a:gd name="connsiteY23" fmla="*/ 69876 h 601500"/>
              <a:gd name="connsiteX24" fmla="*/ 123624 w 583435"/>
              <a:gd name="connsiteY24" fmla="*/ 37657 h 601500"/>
              <a:gd name="connsiteX25" fmla="*/ 177470 w 583435"/>
              <a:gd name="connsiteY25" fmla="*/ 37657 h 60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83435" h="601500">
                <a:moveTo>
                  <a:pt x="524372" y="155667"/>
                </a:moveTo>
                <a:lnTo>
                  <a:pt x="583435" y="155667"/>
                </a:lnTo>
                <a:lnTo>
                  <a:pt x="583435" y="548710"/>
                </a:lnTo>
                <a:lnTo>
                  <a:pt x="553803" y="598042"/>
                </a:lnTo>
                <a:lnTo>
                  <a:pt x="524372" y="548710"/>
                </a:lnTo>
                <a:close/>
                <a:moveTo>
                  <a:pt x="88735" y="128878"/>
                </a:moveTo>
                <a:lnTo>
                  <a:pt x="88735" y="469802"/>
                </a:lnTo>
                <a:lnTo>
                  <a:pt x="395273" y="469802"/>
                </a:lnTo>
                <a:lnTo>
                  <a:pt x="395273" y="128878"/>
                </a:lnTo>
                <a:close/>
                <a:moveTo>
                  <a:pt x="245029" y="33629"/>
                </a:moveTo>
                <a:cubicBezTo>
                  <a:pt x="233937" y="33629"/>
                  <a:pt x="224862" y="42490"/>
                  <a:pt x="224862" y="53766"/>
                </a:cubicBezTo>
                <a:cubicBezTo>
                  <a:pt x="224862" y="64842"/>
                  <a:pt x="233937" y="73904"/>
                  <a:pt x="245029" y="73904"/>
                </a:cubicBezTo>
                <a:cubicBezTo>
                  <a:pt x="256121" y="73904"/>
                  <a:pt x="265196" y="64842"/>
                  <a:pt x="265196" y="53766"/>
                </a:cubicBezTo>
                <a:cubicBezTo>
                  <a:pt x="265196" y="42490"/>
                  <a:pt x="256121" y="33629"/>
                  <a:pt x="245029" y="33629"/>
                </a:cubicBezTo>
                <a:close/>
                <a:moveTo>
                  <a:pt x="177470" y="0"/>
                </a:moveTo>
                <a:lnTo>
                  <a:pt x="306538" y="0"/>
                </a:lnTo>
                <a:lnTo>
                  <a:pt x="306538" y="37657"/>
                </a:lnTo>
                <a:lnTo>
                  <a:pt x="360183" y="37657"/>
                </a:lnTo>
                <a:lnTo>
                  <a:pt x="360183" y="69876"/>
                </a:lnTo>
                <a:lnTo>
                  <a:pt x="484008" y="69876"/>
                </a:lnTo>
                <a:lnTo>
                  <a:pt x="484008" y="601500"/>
                </a:lnTo>
                <a:lnTo>
                  <a:pt x="0" y="601500"/>
                </a:lnTo>
                <a:lnTo>
                  <a:pt x="0" y="69876"/>
                </a:lnTo>
                <a:lnTo>
                  <a:pt x="123624" y="69876"/>
                </a:lnTo>
                <a:lnTo>
                  <a:pt x="123624" y="37657"/>
                </a:lnTo>
                <a:lnTo>
                  <a:pt x="177470" y="376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200" dirty="0"/>
          </a:p>
        </p:txBody>
      </p:sp>
      <p:sp>
        <p:nvSpPr>
          <p:cNvPr id="24" name="矩形 23"/>
          <p:cNvSpPr/>
          <p:nvPr userDrawn="1">
            <p:custDataLst>
              <p:tags r:id="rId22"/>
            </p:custDataLst>
          </p:nvPr>
        </p:nvSpPr>
        <p:spPr>
          <a:xfrm>
            <a:off x="970078" y="4584654"/>
            <a:ext cx="1448002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25" name="矩形 24"/>
          <p:cNvSpPr/>
          <p:nvPr userDrawn="1">
            <p:custDataLst>
              <p:tags r:id="rId23"/>
            </p:custDataLst>
          </p:nvPr>
        </p:nvSpPr>
        <p:spPr>
          <a:xfrm>
            <a:off x="2683134" y="4584654"/>
            <a:ext cx="1543426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26" name="矩形 25"/>
          <p:cNvSpPr/>
          <p:nvPr userDrawn="1">
            <p:custDataLst>
              <p:tags r:id="rId24"/>
            </p:custDataLst>
          </p:nvPr>
        </p:nvSpPr>
        <p:spPr>
          <a:xfrm>
            <a:off x="4443902" y="4584654"/>
            <a:ext cx="1543426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27" name="矩形 26"/>
          <p:cNvSpPr/>
          <p:nvPr userDrawn="1">
            <p:custDataLst>
              <p:tags r:id="rId25"/>
            </p:custDataLst>
          </p:nvPr>
        </p:nvSpPr>
        <p:spPr>
          <a:xfrm>
            <a:off x="6198821" y="4584654"/>
            <a:ext cx="1543426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28" name="矩形 27"/>
          <p:cNvSpPr/>
          <p:nvPr userDrawn="1">
            <p:custDataLst>
              <p:tags r:id="rId26"/>
            </p:custDataLst>
          </p:nvPr>
        </p:nvSpPr>
        <p:spPr>
          <a:xfrm>
            <a:off x="7965440" y="4584654"/>
            <a:ext cx="1543426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29" name="矩形 28"/>
          <p:cNvSpPr/>
          <p:nvPr userDrawn="1">
            <p:custDataLst>
              <p:tags r:id="rId27"/>
            </p:custDataLst>
          </p:nvPr>
        </p:nvSpPr>
        <p:spPr>
          <a:xfrm>
            <a:off x="9726208" y="4584654"/>
            <a:ext cx="1543426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TEXT HERE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relevant.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 userDrawn="1">
            <p:custDataLst>
              <p:tags r:id="rId28"/>
            </p:custDataLst>
          </p:nvPr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BC10-549D-4C26-8980-90943F68982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í$ḷiḓe"/>
          <p:cNvSpPr/>
          <p:nvPr userDrawn="1"/>
        </p:nvSpPr>
        <p:spPr>
          <a:xfrm rot="16200000" flipH="1">
            <a:off x="3462289" y="3074430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" name="íşļïḍé"/>
          <p:cNvSpPr/>
          <p:nvPr userDrawn="1"/>
        </p:nvSpPr>
        <p:spPr bwMode="auto">
          <a:xfrm>
            <a:off x="3351643" y="3465462"/>
            <a:ext cx="327669" cy="346174"/>
          </a:xfrm>
          <a:custGeom>
            <a:avLst/>
            <a:gdLst>
              <a:gd name="T0" fmla="*/ 666 w 4533"/>
              <a:gd name="T1" fmla="*/ 0 h 4797"/>
              <a:gd name="T2" fmla="*/ 0 w 4533"/>
              <a:gd name="T3" fmla="*/ 4130 h 4797"/>
              <a:gd name="T4" fmla="*/ 3866 w 4533"/>
              <a:gd name="T5" fmla="*/ 4797 h 4797"/>
              <a:gd name="T6" fmla="*/ 4533 w 4533"/>
              <a:gd name="T7" fmla="*/ 667 h 4797"/>
              <a:gd name="T8" fmla="*/ 1468 w 4533"/>
              <a:gd name="T9" fmla="*/ 4173 h 4797"/>
              <a:gd name="T10" fmla="*/ 806 w 4533"/>
              <a:gd name="T11" fmla="*/ 4224 h 4797"/>
              <a:gd name="T12" fmla="*/ 755 w 4533"/>
              <a:gd name="T13" fmla="*/ 3562 h 4797"/>
              <a:gd name="T14" fmla="*/ 1418 w 4533"/>
              <a:gd name="T15" fmla="*/ 3511 h 4797"/>
              <a:gd name="T16" fmla="*/ 1468 w 4533"/>
              <a:gd name="T17" fmla="*/ 4173 h 4797"/>
              <a:gd name="T18" fmla="*/ 1418 w 4533"/>
              <a:gd name="T19" fmla="*/ 3016 h 4797"/>
              <a:gd name="T20" fmla="*/ 755 w 4533"/>
              <a:gd name="T21" fmla="*/ 2966 h 4797"/>
              <a:gd name="T22" fmla="*/ 806 w 4533"/>
              <a:gd name="T23" fmla="*/ 2304 h 4797"/>
              <a:gd name="T24" fmla="*/ 1468 w 4533"/>
              <a:gd name="T25" fmla="*/ 2354 h 4797"/>
              <a:gd name="T26" fmla="*/ 2675 w 4533"/>
              <a:gd name="T27" fmla="*/ 4173 h 4797"/>
              <a:gd name="T28" fmla="*/ 2013 w 4533"/>
              <a:gd name="T29" fmla="*/ 4224 h 4797"/>
              <a:gd name="T30" fmla="*/ 1963 w 4533"/>
              <a:gd name="T31" fmla="*/ 3562 h 4797"/>
              <a:gd name="T32" fmla="*/ 2625 w 4533"/>
              <a:gd name="T33" fmla="*/ 3511 h 4797"/>
              <a:gd name="T34" fmla="*/ 2675 w 4533"/>
              <a:gd name="T35" fmla="*/ 4173 h 4797"/>
              <a:gd name="T36" fmla="*/ 2625 w 4533"/>
              <a:gd name="T37" fmla="*/ 3016 h 4797"/>
              <a:gd name="T38" fmla="*/ 1963 w 4533"/>
              <a:gd name="T39" fmla="*/ 2966 h 4797"/>
              <a:gd name="T40" fmla="*/ 2013 w 4533"/>
              <a:gd name="T41" fmla="*/ 2304 h 4797"/>
              <a:gd name="T42" fmla="*/ 2675 w 4533"/>
              <a:gd name="T43" fmla="*/ 2354 h 4797"/>
              <a:gd name="T44" fmla="*/ 3877 w 4533"/>
              <a:gd name="T45" fmla="*/ 4177 h 4797"/>
              <a:gd name="T46" fmla="*/ 3215 w 4533"/>
              <a:gd name="T47" fmla="*/ 4227 h 4797"/>
              <a:gd name="T48" fmla="*/ 3165 w 4533"/>
              <a:gd name="T49" fmla="*/ 2354 h 4797"/>
              <a:gd name="T50" fmla="*/ 3827 w 4533"/>
              <a:gd name="T51" fmla="*/ 2304 h 4797"/>
              <a:gd name="T52" fmla="*/ 3877 w 4533"/>
              <a:gd name="T53" fmla="*/ 4177 h 4797"/>
              <a:gd name="T54" fmla="*/ 3480 w 4533"/>
              <a:gd name="T55" fmla="*/ 1594 h 4797"/>
              <a:gd name="T56" fmla="*/ 549 w 4533"/>
              <a:gd name="T57" fmla="*/ 1090 h 4797"/>
              <a:gd name="T58" fmla="*/ 1053 w 4533"/>
              <a:gd name="T59" fmla="*/ 529 h 4797"/>
              <a:gd name="T60" fmla="*/ 3983 w 4533"/>
              <a:gd name="T61" fmla="*/ 1032 h 4797"/>
              <a:gd name="T62" fmla="*/ 3983 w 4533"/>
              <a:gd name="T63" fmla="*/ 1090 h 4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533" h="4797">
                <a:moveTo>
                  <a:pt x="3866" y="0"/>
                </a:moveTo>
                <a:lnTo>
                  <a:pt x="666" y="0"/>
                </a:lnTo>
                <a:cubicBezTo>
                  <a:pt x="299" y="0"/>
                  <a:pt x="0" y="299"/>
                  <a:pt x="0" y="667"/>
                </a:cubicBezTo>
                <a:lnTo>
                  <a:pt x="0" y="4130"/>
                </a:lnTo>
                <a:cubicBezTo>
                  <a:pt x="0" y="4497"/>
                  <a:pt x="299" y="4797"/>
                  <a:pt x="666" y="4797"/>
                </a:cubicBezTo>
                <a:lnTo>
                  <a:pt x="3866" y="4797"/>
                </a:lnTo>
                <a:cubicBezTo>
                  <a:pt x="4234" y="4797"/>
                  <a:pt x="4533" y="4497"/>
                  <a:pt x="4533" y="4130"/>
                </a:cubicBezTo>
                <a:lnTo>
                  <a:pt x="4533" y="667"/>
                </a:lnTo>
                <a:cubicBezTo>
                  <a:pt x="4533" y="299"/>
                  <a:pt x="4234" y="0"/>
                  <a:pt x="3866" y="0"/>
                </a:cubicBezTo>
                <a:close/>
                <a:moveTo>
                  <a:pt x="1468" y="4173"/>
                </a:moveTo>
                <a:cubicBezTo>
                  <a:pt x="1468" y="4201"/>
                  <a:pt x="1446" y="4224"/>
                  <a:pt x="1418" y="4224"/>
                </a:cubicBezTo>
                <a:lnTo>
                  <a:pt x="806" y="4224"/>
                </a:lnTo>
                <a:cubicBezTo>
                  <a:pt x="778" y="4224"/>
                  <a:pt x="755" y="4201"/>
                  <a:pt x="755" y="4173"/>
                </a:cubicBezTo>
                <a:lnTo>
                  <a:pt x="755" y="3562"/>
                </a:lnTo>
                <a:cubicBezTo>
                  <a:pt x="755" y="3534"/>
                  <a:pt x="778" y="3511"/>
                  <a:pt x="806" y="3511"/>
                </a:cubicBezTo>
                <a:lnTo>
                  <a:pt x="1418" y="3511"/>
                </a:lnTo>
                <a:cubicBezTo>
                  <a:pt x="1446" y="3511"/>
                  <a:pt x="1468" y="3534"/>
                  <a:pt x="1468" y="3562"/>
                </a:cubicBezTo>
                <a:lnTo>
                  <a:pt x="1468" y="4173"/>
                </a:lnTo>
                <a:close/>
                <a:moveTo>
                  <a:pt x="1468" y="2966"/>
                </a:moveTo>
                <a:cubicBezTo>
                  <a:pt x="1468" y="2994"/>
                  <a:pt x="1446" y="3016"/>
                  <a:pt x="1418" y="3016"/>
                </a:cubicBezTo>
                <a:lnTo>
                  <a:pt x="806" y="3016"/>
                </a:lnTo>
                <a:cubicBezTo>
                  <a:pt x="778" y="3016"/>
                  <a:pt x="755" y="2994"/>
                  <a:pt x="755" y="2966"/>
                </a:cubicBezTo>
                <a:lnTo>
                  <a:pt x="755" y="2354"/>
                </a:lnTo>
                <a:cubicBezTo>
                  <a:pt x="755" y="2326"/>
                  <a:pt x="778" y="2304"/>
                  <a:pt x="806" y="2304"/>
                </a:cubicBezTo>
                <a:lnTo>
                  <a:pt x="1418" y="2304"/>
                </a:lnTo>
                <a:cubicBezTo>
                  <a:pt x="1446" y="2304"/>
                  <a:pt x="1468" y="2326"/>
                  <a:pt x="1468" y="2354"/>
                </a:cubicBezTo>
                <a:lnTo>
                  <a:pt x="1468" y="2966"/>
                </a:lnTo>
                <a:close/>
                <a:moveTo>
                  <a:pt x="2675" y="4173"/>
                </a:moveTo>
                <a:cubicBezTo>
                  <a:pt x="2675" y="4201"/>
                  <a:pt x="2653" y="4224"/>
                  <a:pt x="2625" y="4224"/>
                </a:cubicBezTo>
                <a:lnTo>
                  <a:pt x="2013" y="4224"/>
                </a:lnTo>
                <a:cubicBezTo>
                  <a:pt x="1985" y="4224"/>
                  <a:pt x="1963" y="4201"/>
                  <a:pt x="1963" y="4173"/>
                </a:cubicBezTo>
                <a:lnTo>
                  <a:pt x="1963" y="3562"/>
                </a:lnTo>
                <a:cubicBezTo>
                  <a:pt x="1963" y="3534"/>
                  <a:pt x="1985" y="3511"/>
                  <a:pt x="2013" y="3511"/>
                </a:cubicBezTo>
                <a:lnTo>
                  <a:pt x="2625" y="3511"/>
                </a:lnTo>
                <a:cubicBezTo>
                  <a:pt x="2653" y="3511"/>
                  <a:pt x="2675" y="3534"/>
                  <a:pt x="2675" y="3562"/>
                </a:cubicBezTo>
                <a:lnTo>
                  <a:pt x="2675" y="4173"/>
                </a:lnTo>
                <a:close/>
                <a:moveTo>
                  <a:pt x="2675" y="2966"/>
                </a:moveTo>
                <a:cubicBezTo>
                  <a:pt x="2675" y="2994"/>
                  <a:pt x="2653" y="3016"/>
                  <a:pt x="2625" y="3016"/>
                </a:cubicBezTo>
                <a:lnTo>
                  <a:pt x="2013" y="3016"/>
                </a:lnTo>
                <a:cubicBezTo>
                  <a:pt x="1985" y="3016"/>
                  <a:pt x="1963" y="2994"/>
                  <a:pt x="1963" y="2966"/>
                </a:cubicBezTo>
                <a:lnTo>
                  <a:pt x="1963" y="2354"/>
                </a:lnTo>
                <a:cubicBezTo>
                  <a:pt x="1963" y="2326"/>
                  <a:pt x="1985" y="2304"/>
                  <a:pt x="2013" y="2304"/>
                </a:cubicBezTo>
                <a:lnTo>
                  <a:pt x="2625" y="2304"/>
                </a:lnTo>
                <a:cubicBezTo>
                  <a:pt x="2653" y="2304"/>
                  <a:pt x="2675" y="2326"/>
                  <a:pt x="2675" y="2354"/>
                </a:cubicBezTo>
                <a:lnTo>
                  <a:pt x="2675" y="2966"/>
                </a:lnTo>
                <a:close/>
                <a:moveTo>
                  <a:pt x="3877" y="4177"/>
                </a:moveTo>
                <a:cubicBezTo>
                  <a:pt x="3877" y="4205"/>
                  <a:pt x="3855" y="4227"/>
                  <a:pt x="3827" y="4227"/>
                </a:cubicBezTo>
                <a:lnTo>
                  <a:pt x="3215" y="4227"/>
                </a:lnTo>
                <a:cubicBezTo>
                  <a:pt x="3187" y="4227"/>
                  <a:pt x="3165" y="4205"/>
                  <a:pt x="3165" y="4177"/>
                </a:cubicBezTo>
                <a:lnTo>
                  <a:pt x="3165" y="2354"/>
                </a:lnTo>
                <a:cubicBezTo>
                  <a:pt x="3165" y="2326"/>
                  <a:pt x="3187" y="2304"/>
                  <a:pt x="3215" y="2304"/>
                </a:cubicBezTo>
                <a:lnTo>
                  <a:pt x="3827" y="2304"/>
                </a:lnTo>
                <a:cubicBezTo>
                  <a:pt x="3855" y="2304"/>
                  <a:pt x="3877" y="2326"/>
                  <a:pt x="3877" y="2354"/>
                </a:cubicBezTo>
                <a:lnTo>
                  <a:pt x="3877" y="4177"/>
                </a:lnTo>
                <a:close/>
                <a:moveTo>
                  <a:pt x="3983" y="1090"/>
                </a:moveTo>
                <a:cubicBezTo>
                  <a:pt x="3983" y="1368"/>
                  <a:pt x="3757" y="1594"/>
                  <a:pt x="3480" y="1594"/>
                </a:cubicBezTo>
                <a:lnTo>
                  <a:pt x="1053" y="1594"/>
                </a:lnTo>
                <a:cubicBezTo>
                  <a:pt x="775" y="1594"/>
                  <a:pt x="549" y="1368"/>
                  <a:pt x="549" y="1090"/>
                </a:cubicBezTo>
                <a:lnTo>
                  <a:pt x="549" y="1032"/>
                </a:lnTo>
                <a:cubicBezTo>
                  <a:pt x="549" y="755"/>
                  <a:pt x="775" y="529"/>
                  <a:pt x="1053" y="529"/>
                </a:cubicBezTo>
                <a:lnTo>
                  <a:pt x="3480" y="529"/>
                </a:lnTo>
                <a:cubicBezTo>
                  <a:pt x="3757" y="529"/>
                  <a:pt x="3983" y="755"/>
                  <a:pt x="3983" y="1032"/>
                </a:cubicBezTo>
                <a:lnTo>
                  <a:pt x="3983" y="1090"/>
                </a:lnTo>
                <a:lnTo>
                  <a:pt x="3983" y="1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7" name="î$ľîdê"/>
          <p:cNvSpPr/>
          <p:nvPr userDrawn="1"/>
        </p:nvSpPr>
        <p:spPr>
          <a:xfrm>
            <a:off x="4877490" y="2456802"/>
            <a:ext cx="2363490" cy="2363490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sz="3600" i="1" dirty="0"/>
          </a:p>
        </p:txBody>
      </p:sp>
      <p:sp>
        <p:nvSpPr>
          <p:cNvPr id="8" name="ïṡlîḋe"/>
          <p:cNvSpPr/>
          <p:nvPr userDrawn="1"/>
        </p:nvSpPr>
        <p:spPr>
          <a:xfrm rot="16200000" flipH="1">
            <a:off x="4244571" y="4235405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9" name="ïṩļiḋé"/>
          <p:cNvSpPr/>
          <p:nvPr userDrawn="1"/>
        </p:nvSpPr>
        <p:spPr bwMode="auto">
          <a:xfrm>
            <a:off x="4124673" y="4626695"/>
            <a:ext cx="346174" cy="345657"/>
          </a:xfrm>
          <a:custGeom>
            <a:avLst/>
            <a:gdLst>
              <a:gd name="T0" fmla="*/ 4705 w 4809"/>
              <a:gd name="T1" fmla="*/ 901 h 4809"/>
              <a:gd name="T2" fmla="*/ 3908 w 4809"/>
              <a:gd name="T3" fmla="*/ 104 h 4809"/>
              <a:gd name="T4" fmla="*/ 3531 w 4809"/>
              <a:gd name="T5" fmla="*/ 104 h 4809"/>
              <a:gd name="T6" fmla="*/ 3226 w 4809"/>
              <a:gd name="T7" fmla="*/ 410 h 4809"/>
              <a:gd name="T8" fmla="*/ 3512 w 4809"/>
              <a:gd name="T9" fmla="*/ 697 h 4809"/>
              <a:gd name="T10" fmla="*/ 3512 w 4809"/>
              <a:gd name="T11" fmla="*/ 873 h 4809"/>
              <a:gd name="T12" fmla="*/ 3336 w 4809"/>
              <a:gd name="T13" fmla="*/ 873 h 4809"/>
              <a:gd name="T14" fmla="*/ 3050 w 4809"/>
              <a:gd name="T15" fmla="*/ 586 h 4809"/>
              <a:gd name="T16" fmla="*/ 2566 w 4809"/>
              <a:gd name="T17" fmla="*/ 1070 h 4809"/>
              <a:gd name="T18" fmla="*/ 2852 w 4809"/>
              <a:gd name="T19" fmla="*/ 1356 h 4809"/>
              <a:gd name="T20" fmla="*/ 2852 w 4809"/>
              <a:gd name="T21" fmla="*/ 1532 h 4809"/>
              <a:gd name="T22" fmla="*/ 2676 w 4809"/>
              <a:gd name="T23" fmla="*/ 1532 h 4809"/>
              <a:gd name="T24" fmla="*/ 2390 w 4809"/>
              <a:gd name="T25" fmla="*/ 1246 h 4809"/>
              <a:gd name="T26" fmla="*/ 1906 w 4809"/>
              <a:gd name="T27" fmla="*/ 1730 h 4809"/>
              <a:gd name="T28" fmla="*/ 2192 w 4809"/>
              <a:gd name="T29" fmla="*/ 2016 h 4809"/>
              <a:gd name="T30" fmla="*/ 2192 w 4809"/>
              <a:gd name="T31" fmla="*/ 2192 h 4809"/>
              <a:gd name="T32" fmla="*/ 2016 w 4809"/>
              <a:gd name="T33" fmla="*/ 2192 h 4809"/>
              <a:gd name="T34" fmla="*/ 1730 w 4809"/>
              <a:gd name="T35" fmla="*/ 1906 h 4809"/>
              <a:gd name="T36" fmla="*/ 1246 w 4809"/>
              <a:gd name="T37" fmla="*/ 2390 h 4809"/>
              <a:gd name="T38" fmla="*/ 1532 w 4809"/>
              <a:gd name="T39" fmla="*/ 2676 h 4809"/>
              <a:gd name="T40" fmla="*/ 1532 w 4809"/>
              <a:gd name="T41" fmla="*/ 2852 h 4809"/>
              <a:gd name="T42" fmla="*/ 1356 w 4809"/>
              <a:gd name="T43" fmla="*/ 2852 h 4809"/>
              <a:gd name="T44" fmla="*/ 1070 w 4809"/>
              <a:gd name="T45" fmla="*/ 2566 h 4809"/>
              <a:gd name="T46" fmla="*/ 586 w 4809"/>
              <a:gd name="T47" fmla="*/ 3050 h 4809"/>
              <a:gd name="T48" fmla="*/ 872 w 4809"/>
              <a:gd name="T49" fmla="*/ 3336 h 4809"/>
              <a:gd name="T50" fmla="*/ 872 w 4809"/>
              <a:gd name="T51" fmla="*/ 3512 h 4809"/>
              <a:gd name="T52" fmla="*/ 697 w 4809"/>
              <a:gd name="T53" fmla="*/ 3512 h 4809"/>
              <a:gd name="T54" fmla="*/ 410 w 4809"/>
              <a:gd name="T55" fmla="*/ 3226 h 4809"/>
              <a:gd name="T56" fmla="*/ 104 w 4809"/>
              <a:gd name="T57" fmla="*/ 3531 h 4809"/>
              <a:gd name="T58" fmla="*/ 104 w 4809"/>
              <a:gd name="T59" fmla="*/ 3908 h 4809"/>
              <a:gd name="T60" fmla="*/ 901 w 4809"/>
              <a:gd name="T61" fmla="*/ 4705 h 4809"/>
              <a:gd name="T62" fmla="*/ 1278 w 4809"/>
              <a:gd name="T63" fmla="*/ 4705 h 4809"/>
              <a:gd name="T64" fmla="*/ 4705 w 4809"/>
              <a:gd name="T65" fmla="*/ 1278 h 4809"/>
              <a:gd name="T66" fmla="*/ 4705 w 4809"/>
              <a:gd name="T67" fmla="*/ 901 h 4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809" h="4809">
                <a:moveTo>
                  <a:pt x="4705" y="901"/>
                </a:moveTo>
                <a:lnTo>
                  <a:pt x="3908" y="104"/>
                </a:lnTo>
                <a:cubicBezTo>
                  <a:pt x="3804" y="0"/>
                  <a:pt x="3635" y="0"/>
                  <a:pt x="3531" y="104"/>
                </a:cubicBezTo>
                <a:lnTo>
                  <a:pt x="3226" y="410"/>
                </a:lnTo>
                <a:lnTo>
                  <a:pt x="3512" y="697"/>
                </a:lnTo>
                <a:cubicBezTo>
                  <a:pt x="3561" y="745"/>
                  <a:pt x="3561" y="824"/>
                  <a:pt x="3512" y="873"/>
                </a:cubicBezTo>
                <a:cubicBezTo>
                  <a:pt x="3464" y="921"/>
                  <a:pt x="3385" y="921"/>
                  <a:pt x="3336" y="873"/>
                </a:cubicBezTo>
                <a:lnTo>
                  <a:pt x="3050" y="586"/>
                </a:lnTo>
                <a:lnTo>
                  <a:pt x="2566" y="1070"/>
                </a:lnTo>
                <a:lnTo>
                  <a:pt x="2852" y="1356"/>
                </a:lnTo>
                <a:cubicBezTo>
                  <a:pt x="2901" y="1405"/>
                  <a:pt x="2901" y="1484"/>
                  <a:pt x="2852" y="1532"/>
                </a:cubicBezTo>
                <a:cubicBezTo>
                  <a:pt x="2804" y="1581"/>
                  <a:pt x="2725" y="1581"/>
                  <a:pt x="2676" y="1532"/>
                </a:cubicBezTo>
                <a:lnTo>
                  <a:pt x="2390" y="1246"/>
                </a:lnTo>
                <a:lnTo>
                  <a:pt x="1906" y="1730"/>
                </a:lnTo>
                <a:lnTo>
                  <a:pt x="2192" y="2016"/>
                </a:lnTo>
                <a:cubicBezTo>
                  <a:pt x="2241" y="2065"/>
                  <a:pt x="2241" y="2144"/>
                  <a:pt x="2192" y="2192"/>
                </a:cubicBezTo>
                <a:cubicBezTo>
                  <a:pt x="2144" y="2241"/>
                  <a:pt x="2065" y="2241"/>
                  <a:pt x="2016" y="2192"/>
                </a:cubicBezTo>
                <a:lnTo>
                  <a:pt x="1730" y="1906"/>
                </a:lnTo>
                <a:lnTo>
                  <a:pt x="1246" y="2390"/>
                </a:lnTo>
                <a:lnTo>
                  <a:pt x="1532" y="2676"/>
                </a:lnTo>
                <a:cubicBezTo>
                  <a:pt x="1581" y="2725"/>
                  <a:pt x="1581" y="2804"/>
                  <a:pt x="1532" y="2852"/>
                </a:cubicBezTo>
                <a:cubicBezTo>
                  <a:pt x="1484" y="2901"/>
                  <a:pt x="1405" y="2901"/>
                  <a:pt x="1356" y="2852"/>
                </a:cubicBezTo>
                <a:lnTo>
                  <a:pt x="1070" y="2566"/>
                </a:lnTo>
                <a:lnTo>
                  <a:pt x="586" y="3050"/>
                </a:lnTo>
                <a:lnTo>
                  <a:pt x="872" y="3336"/>
                </a:lnTo>
                <a:cubicBezTo>
                  <a:pt x="921" y="3385"/>
                  <a:pt x="921" y="3464"/>
                  <a:pt x="872" y="3512"/>
                </a:cubicBezTo>
                <a:cubicBezTo>
                  <a:pt x="824" y="3561"/>
                  <a:pt x="745" y="3561"/>
                  <a:pt x="697" y="3512"/>
                </a:cubicBezTo>
                <a:lnTo>
                  <a:pt x="410" y="3226"/>
                </a:lnTo>
                <a:lnTo>
                  <a:pt x="104" y="3531"/>
                </a:lnTo>
                <a:cubicBezTo>
                  <a:pt x="0" y="3635"/>
                  <a:pt x="0" y="3804"/>
                  <a:pt x="104" y="3908"/>
                </a:cubicBezTo>
                <a:lnTo>
                  <a:pt x="901" y="4705"/>
                </a:lnTo>
                <a:cubicBezTo>
                  <a:pt x="1005" y="4809"/>
                  <a:pt x="1174" y="4809"/>
                  <a:pt x="1278" y="4705"/>
                </a:cubicBezTo>
                <a:lnTo>
                  <a:pt x="4705" y="1278"/>
                </a:lnTo>
                <a:cubicBezTo>
                  <a:pt x="4809" y="1174"/>
                  <a:pt x="4809" y="1005"/>
                  <a:pt x="4705" y="9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" name="îṩļidê"/>
          <p:cNvSpPr/>
          <p:nvPr userDrawn="1"/>
        </p:nvSpPr>
        <p:spPr>
          <a:xfrm rot="16200000" flipH="1">
            <a:off x="4244571" y="1913459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ïš1ïḍè"/>
          <p:cNvSpPr/>
          <p:nvPr userDrawn="1"/>
        </p:nvSpPr>
        <p:spPr bwMode="auto">
          <a:xfrm>
            <a:off x="4124673" y="2304746"/>
            <a:ext cx="346174" cy="345663"/>
          </a:xfrm>
          <a:custGeom>
            <a:avLst/>
            <a:gdLst>
              <a:gd name="connsiteX0" fmla="*/ 69810 w 606074"/>
              <a:gd name="connsiteY0" fmla="*/ 472023 h 605180"/>
              <a:gd name="connsiteX1" fmla="*/ 133288 w 606074"/>
              <a:gd name="connsiteY1" fmla="*/ 535449 h 605180"/>
              <a:gd name="connsiteX2" fmla="*/ 52364 w 606074"/>
              <a:gd name="connsiteY2" fmla="*/ 567347 h 605180"/>
              <a:gd name="connsiteX3" fmla="*/ 17470 w 606074"/>
              <a:gd name="connsiteY3" fmla="*/ 602213 h 605180"/>
              <a:gd name="connsiteX4" fmla="*/ 10231 w 606074"/>
              <a:gd name="connsiteY4" fmla="*/ 605180 h 605180"/>
              <a:gd name="connsiteX5" fmla="*/ 2992 w 606074"/>
              <a:gd name="connsiteY5" fmla="*/ 602213 h 605180"/>
              <a:gd name="connsiteX6" fmla="*/ 2992 w 606074"/>
              <a:gd name="connsiteY6" fmla="*/ 587747 h 605180"/>
              <a:gd name="connsiteX7" fmla="*/ 37886 w 606074"/>
              <a:gd name="connsiteY7" fmla="*/ 552882 h 605180"/>
              <a:gd name="connsiteX8" fmla="*/ 69810 w 606074"/>
              <a:gd name="connsiteY8" fmla="*/ 472023 h 605180"/>
              <a:gd name="connsiteX9" fmla="*/ 418567 w 606074"/>
              <a:gd name="connsiteY9" fmla="*/ 69165 h 605180"/>
              <a:gd name="connsiteX10" fmla="*/ 536852 w 606074"/>
              <a:gd name="connsiteY10" fmla="*/ 187262 h 605180"/>
              <a:gd name="connsiteX11" fmla="*/ 454963 w 606074"/>
              <a:gd name="connsiteY11" fmla="*/ 281722 h 605180"/>
              <a:gd name="connsiteX12" fmla="*/ 168906 w 606074"/>
              <a:gd name="connsiteY12" fmla="*/ 513374 h 605180"/>
              <a:gd name="connsiteX13" fmla="*/ 91937 w 606074"/>
              <a:gd name="connsiteY13" fmla="*/ 436527 h 605180"/>
              <a:gd name="connsiteX14" fmla="*/ 323957 w 606074"/>
              <a:gd name="connsiteY14" fmla="*/ 150925 h 605180"/>
              <a:gd name="connsiteX15" fmla="*/ 418567 w 606074"/>
              <a:gd name="connsiteY15" fmla="*/ 69165 h 605180"/>
              <a:gd name="connsiteX16" fmla="*/ 456927 w 606074"/>
              <a:gd name="connsiteY16" fmla="*/ 29454 h 605180"/>
              <a:gd name="connsiteX17" fmla="*/ 471365 w 606074"/>
              <a:gd name="connsiteY17" fmla="*/ 35433 h 605180"/>
              <a:gd name="connsiteX18" fmla="*/ 596431 w 606074"/>
              <a:gd name="connsiteY18" fmla="*/ 160293 h 605180"/>
              <a:gd name="connsiteX19" fmla="*/ 601909 w 606074"/>
              <a:gd name="connsiteY19" fmla="*/ 179017 h 605180"/>
              <a:gd name="connsiteX20" fmla="*/ 594481 w 606074"/>
              <a:gd name="connsiteY20" fmla="*/ 213315 h 605180"/>
              <a:gd name="connsiteX21" fmla="*/ 589746 w 606074"/>
              <a:gd name="connsiteY21" fmla="*/ 235283 h 605180"/>
              <a:gd name="connsiteX22" fmla="*/ 448896 w 606074"/>
              <a:gd name="connsiteY22" fmla="*/ 376365 h 605180"/>
              <a:gd name="connsiteX23" fmla="*/ 438404 w 606074"/>
              <a:gd name="connsiteY23" fmla="*/ 378682 h 605180"/>
              <a:gd name="connsiteX24" fmla="*/ 398851 w 606074"/>
              <a:gd name="connsiteY24" fmla="*/ 419561 h 605180"/>
              <a:gd name="connsiteX25" fmla="*/ 378796 w 606074"/>
              <a:gd name="connsiteY25" fmla="*/ 436246 h 605180"/>
              <a:gd name="connsiteX26" fmla="*/ 375082 w 606074"/>
              <a:gd name="connsiteY26" fmla="*/ 435875 h 605180"/>
              <a:gd name="connsiteX27" fmla="*/ 358741 w 606074"/>
              <a:gd name="connsiteY27" fmla="*/ 412145 h 605180"/>
              <a:gd name="connsiteX28" fmla="*/ 429676 w 606074"/>
              <a:gd name="connsiteY28" fmla="*/ 338916 h 605180"/>
              <a:gd name="connsiteX29" fmla="*/ 440168 w 606074"/>
              <a:gd name="connsiteY29" fmla="*/ 336599 h 605180"/>
              <a:gd name="connsiteX30" fmla="*/ 549914 w 606074"/>
              <a:gd name="connsiteY30" fmla="*/ 226755 h 605180"/>
              <a:gd name="connsiteX31" fmla="*/ 554649 w 606074"/>
              <a:gd name="connsiteY31" fmla="*/ 204787 h 605180"/>
              <a:gd name="connsiteX32" fmla="*/ 559663 w 606074"/>
              <a:gd name="connsiteY32" fmla="*/ 181242 h 605180"/>
              <a:gd name="connsiteX33" fmla="*/ 442489 w 606074"/>
              <a:gd name="connsiteY33" fmla="*/ 64261 h 605180"/>
              <a:gd name="connsiteX34" fmla="*/ 442489 w 606074"/>
              <a:gd name="connsiteY34" fmla="*/ 35433 h 605180"/>
              <a:gd name="connsiteX35" fmla="*/ 456927 w 606074"/>
              <a:gd name="connsiteY35" fmla="*/ 29454 h 605180"/>
              <a:gd name="connsiteX36" fmla="*/ 554141 w 606074"/>
              <a:gd name="connsiteY36" fmla="*/ 927 h 605180"/>
              <a:gd name="connsiteX37" fmla="*/ 595871 w 606074"/>
              <a:gd name="connsiteY37" fmla="*/ 10186 h 605180"/>
              <a:gd name="connsiteX38" fmla="*/ 581756 w 606074"/>
              <a:gd name="connsiteY38" fmla="*/ 116797 h 605180"/>
              <a:gd name="connsiteX39" fmla="*/ 489078 w 606074"/>
              <a:gd name="connsiteY39" fmla="*/ 24277 h 605180"/>
              <a:gd name="connsiteX40" fmla="*/ 554141 w 606074"/>
              <a:gd name="connsiteY40" fmla="*/ 927 h 60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6074" h="605180">
                <a:moveTo>
                  <a:pt x="69810" y="472023"/>
                </a:moveTo>
                <a:lnTo>
                  <a:pt x="133288" y="535449"/>
                </a:lnTo>
                <a:cubicBezTo>
                  <a:pt x="97559" y="556312"/>
                  <a:pt x="68697" y="568645"/>
                  <a:pt x="52364" y="567347"/>
                </a:cubicBezTo>
                <a:lnTo>
                  <a:pt x="17470" y="602213"/>
                </a:lnTo>
                <a:cubicBezTo>
                  <a:pt x="15428" y="604160"/>
                  <a:pt x="12829" y="605180"/>
                  <a:pt x="10231" y="605180"/>
                </a:cubicBezTo>
                <a:cubicBezTo>
                  <a:pt x="7632" y="605180"/>
                  <a:pt x="5034" y="604160"/>
                  <a:pt x="2992" y="602213"/>
                </a:cubicBezTo>
                <a:cubicBezTo>
                  <a:pt x="-998" y="598225"/>
                  <a:pt x="-998" y="591734"/>
                  <a:pt x="2992" y="587747"/>
                </a:cubicBezTo>
                <a:lnTo>
                  <a:pt x="37886" y="552882"/>
                </a:lnTo>
                <a:cubicBezTo>
                  <a:pt x="36587" y="536654"/>
                  <a:pt x="48930" y="507723"/>
                  <a:pt x="69810" y="472023"/>
                </a:cubicBezTo>
                <a:close/>
                <a:moveTo>
                  <a:pt x="418567" y="69165"/>
                </a:moveTo>
                <a:lnTo>
                  <a:pt x="536852" y="187262"/>
                </a:lnTo>
                <a:cubicBezTo>
                  <a:pt x="514105" y="218038"/>
                  <a:pt x="486530" y="250204"/>
                  <a:pt x="454963" y="281722"/>
                </a:cubicBezTo>
                <a:cubicBezTo>
                  <a:pt x="386257" y="350411"/>
                  <a:pt x="263515" y="451637"/>
                  <a:pt x="168906" y="513374"/>
                </a:cubicBezTo>
                <a:lnTo>
                  <a:pt x="91937" y="436527"/>
                </a:lnTo>
                <a:cubicBezTo>
                  <a:pt x="153772" y="342068"/>
                  <a:pt x="255159" y="219521"/>
                  <a:pt x="323957" y="150925"/>
                </a:cubicBezTo>
                <a:cubicBezTo>
                  <a:pt x="355525" y="119315"/>
                  <a:pt x="387743" y="91876"/>
                  <a:pt x="418567" y="69165"/>
                </a:cubicBezTo>
                <a:close/>
                <a:moveTo>
                  <a:pt x="456927" y="29454"/>
                </a:moveTo>
                <a:cubicBezTo>
                  <a:pt x="462150" y="29454"/>
                  <a:pt x="467373" y="31447"/>
                  <a:pt x="471365" y="35433"/>
                </a:cubicBezTo>
                <a:lnTo>
                  <a:pt x="596431" y="160293"/>
                </a:lnTo>
                <a:cubicBezTo>
                  <a:pt x="601352" y="165206"/>
                  <a:pt x="603394" y="172251"/>
                  <a:pt x="601909" y="179017"/>
                </a:cubicBezTo>
                <a:lnTo>
                  <a:pt x="594481" y="213315"/>
                </a:lnTo>
                <a:lnTo>
                  <a:pt x="589746" y="235283"/>
                </a:lnTo>
                <a:cubicBezTo>
                  <a:pt x="574519" y="305639"/>
                  <a:pt x="519274" y="360978"/>
                  <a:pt x="448896" y="376365"/>
                </a:cubicBezTo>
                <a:lnTo>
                  <a:pt x="438404" y="378682"/>
                </a:lnTo>
                <a:cubicBezTo>
                  <a:pt x="418163" y="383132"/>
                  <a:pt x="402565" y="399168"/>
                  <a:pt x="398851" y="419561"/>
                </a:cubicBezTo>
                <a:cubicBezTo>
                  <a:pt x="397087" y="429387"/>
                  <a:pt x="388452" y="436246"/>
                  <a:pt x="378796" y="436246"/>
                </a:cubicBezTo>
                <a:cubicBezTo>
                  <a:pt x="377589" y="436246"/>
                  <a:pt x="376382" y="436153"/>
                  <a:pt x="375082" y="435875"/>
                </a:cubicBezTo>
                <a:cubicBezTo>
                  <a:pt x="364033" y="433836"/>
                  <a:pt x="356698" y="423269"/>
                  <a:pt x="358741" y="412145"/>
                </a:cubicBezTo>
                <a:cubicBezTo>
                  <a:pt x="365426" y="375623"/>
                  <a:pt x="393280" y="346795"/>
                  <a:pt x="429676" y="338916"/>
                </a:cubicBezTo>
                <a:lnTo>
                  <a:pt x="440168" y="336599"/>
                </a:lnTo>
                <a:cubicBezTo>
                  <a:pt x="494948" y="324641"/>
                  <a:pt x="538030" y="281445"/>
                  <a:pt x="549914" y="226755"/>
                </a:cubicBezTo>
                <a:lnTo>
                  <a:pt x="554649" y="204787"/>
                </a:lnTo>
                <a:lnTo>
                  <a:pt x="559663" y="181242"/>
                </a:lnTo>
                <a:lnTo>
                  <a:pt x="442489" y="64261"/>
                </a:lnTo>
                <a:cubicBezTo>
                  <a:pt x="434505" y="56289"/>
                  <a:pt x="434505" y="43405"/>
                  <a:pt x="442489" y="35433"/>
                </a:cubicBezTo>
                <a:cubicBezTo>
                  <a:pt x="446482" y="31447"/>
                  <a:pt x="451704" y="29454"/>
                  <a:pt x="456927" y="29454"/>
                </a:cubicBezTo>
                <a:close/>
                <a:moveTo>
                  <a:pt x="554141" y="927"/>
                </a:moveTo>
                <a:cubicBezTo>
                  <a:pt x="572423" y="-1680"/>
                  <a:pt x="586817" y="1147"/>
                  <a:pt x="595871" y="10186"/>
                </a:cubicBezTo>
                <a:cubicBezTo>
                  <a:pt x="613979" y="28263"/>
                  <a:pt x="607200" y="67663"/>
                  <a:pt x="581756" y="116797"/>
                </a:cubicBezTo>
                <a:lnTo>
                  <a:pt x="489078" y="24277"/>
                </a:lnTo>
                <a:cubicBezTo>
                  <a:pt x="513687" y="11577"/>
                  <a:pt x="535858" y="3534"/>
                  <a:pt x="554141" y="9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2" name="iṩļîďè"/>
          <p:cNvSpPr/>
          <p:nvPr userDrawn="1"/>
        </p:nvSpPr>
        <p:spPr>
          <a:xfrm rot="5400000">
            <a:off x="7297984" y="4235405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sz="2800" b="1">
              <a:solidFill>
                <a:schemeClr val="bg1"/>
              </a:solidFill>
            </a:endParaRPr>
          </a:p>
        </p:txBody>
      </p:sp>
      <p:sp>
        <p:nvSpPr>
          <p:cNvPr id="13" name="iṥḻîďé"/>
          <p:cNvSpPr/>
          <p:nvPr userDrawn="1"/>
        </p:nvSpPr>
        <p:spPr bwMode="auto">
          <a:xfrm>
            <a:off x="7695025" y="4626705"/>
            <a:ext cx="346173" cy="345638"/>
          </a:xfrm>
          <a:custGeom>
            <a:avLst/>
            <a:gdLst>
              <a:gd name="T0" fmla="*/ 236 w 311"/>
              <a:gd name="T1" fmla="*/ 184 h 311"/>
              <a:gd name="T2" fmla="*/ 101 w 311"/>
              <a:gd name="T3" fmla="*/ 49 h 311"/>
              <a:gd name="T4" fmla="*/ 110 w 311"/>
              <a:gd name="T5" fmla="*/ 39 h 311"/>
              <a:gd name="T6" fmla="*/ 245 w 311"/>
              <a:gd name="T7" fmla="*/ 174 h 311"/>
              <a:gd name="T8" fmla="*/ 236 w 311"/>
              <a:gd name="T9" fmla="*/ 184 h 311"/>
              <a:gd name="T10" fmla="*/ 64 w 311"/>
              <a:gd name="T11" fmla="*/ 86 h 311"/>
              <a:gd name="T12" fmla="*/ 199 w 311"/>
              <a:gd name="T13" fmla="*/ 221 h 311"/>
              <a:gd name="T14" fmla="*/ 223 w 311"/>
              <a:gd name="T15" fmla="*/ 196 h 311"/>
              <a:gd name="T16" fmla="*/ 88 w 311"/>
              <a:gd name="T17" fmla="*/ 61 h 311"/>
              <a:gd name="T18" fmla="*/ 64 w 311"/>
              <a:gd name="T19" fmla="*/ 86 h 311"/>
              <a:gd name="T20" fmla="*/ 52 w 311"/>
              <a:gd name="T21" fmla="*/ 98 h 311"/>
              <a:gd name="T22" fmla="*/ 39 w 311"/>
              <a:gd name="T23" fmla="*/ 110 h 311"/>
              <a:gd name="T24" fmla="*/ 174 w 311"/>
              <a:gd name="T25" fmla="*/ 245 h 311"/>
              <a:gd name="T26" fmla="*/ 187 w 311"/>
              <a:gd name="T27" fmla="*/ 233 h 311"/>
              <a:gd name="T28" fmla="*/ 52 w 311"/>
              <a:gd name="T29" fmla="*/ 98 h 311"/>
              <a:gd name="T30" fmla="*/ 255 w 311"/>
              <a:gd name="T31" fmla="*/ 184 h 311"/>
              <a:gd name="T32" fmla="*/ 184 w 311"/>
              <a:gd name="T33" fmla="*/ 255 h 311"/>
              <a:gd name="T34" fmla="*/ 253 w 311"/>
              <a:gd name="T35" fmla="*/ 285 h 311"/>
              <a:gd name="T36" fmla="*/ 285 w 311"/>
              <a:gd name="T37" fmla="*/ 253 h 311"/>
              <a:gd name="T38" fmla="*/ 255 w 311"/>
              <a:gd name="T39" fmla="*/ 184 h 311"/>
              <a:gd name="T40" fmla="*/ 310 w 311"/>
              <a:gd name="T41" fmla="*/ 303 h 311"/>
              <a:gd name="T42" fmla="*/ 294 w 311"/>
              <a:gd name="T43" fmla="*/ 266 h 311"/>
              <a:gd name="T44" fmla="*/ 290 w 311"/>
              <a:gd name="T45" fmla="*/ 263 h 311"/>
              <a:gd name="T46" fmla="*/ 285 w 311"/>
              <a:gd name="T47" fmla="*/ 265 h 311"/>
              <a:gd name="T48" fmla="*/ 264 w 311"/>
              <a:gd name="T49" fmla="*/ 285 h 311"/>
              <a:gd name="T50" fmla="*/ 263 w 311"/>
              <a:gd name="T51" fmla="*/ 290 h 311"/>
              <a:gd name="T52" fmla="*/ 266 w 311"/>
              <a:gd name="T53" fmla="*/ 294 h 311"/>
              <a:gd name="T54" fmla="*/ 303 w 311"/>
              <a:gd name="T55" fmla="*/ 310 h 311"/>
              <a:gd name="T56" fmla="*/ 309 w 311"/>
              <a:gd name="T57" fmla="*/ 309 h 311"/>
              <a:gd name="T58" fmla="*/ 310 w 311"/>
              <a:gd name="T59" fmla="*/ 303 h 311"/>
              <a:gd name="T60" fmla="*/ 99 w 311"/>
              <a:gd name="T61" fmla="*/ 28 h 311"/>
              <a:gd name="T62" fmla="*/ 73 w 311"/>
              <a:gd name="T63" fmla="*/ 3 h 311"/>
              <a:gd name="T64" fmla="*/ 66 w 311"/>
              <a:gd name="T65" fmla="*/ 3 h 311"/>
              <a:gd name="T66" fmla="*/ 3 w 311"/>
              <a:gd name="T67" fmla="*/ 66 h 311"/>
              <a:gd name="T68" fmla="*/ 3 w 311"/>
              <a:gd name="T69" fmla="*/ 73 h 311"/>
              <a:gd name="T70" fmla="*/ 28 w 311"/>
              <a:gd name="T71" fmla="*/ 99 h 311"/>
              <a:gd name="T72" fmla="*/ 35 w 311"/>
              <a:gd name="T73" fmla="*/ 99 h 311"/>
              <a:gd name="T74" fmla="*/ 99 w 311"/>
              <a:gd name="T75" fmla="*/ 35 h 311"/>
              <a:gd name="T76" fmla="*/ 99 w 311"/>
              <a:gd name="T77" fmla="*/ 28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11" h="311">
                <a:moveTo>
                  <a:pt x="236" y="184"/>
                </a:moveTo>
                <a:lnTo>
                  <a:pt x="101" y="49"/>
                </a:lnTo>
                <a:lnTo>
                  <a:pt x="110" y="39"/>
                </a:lnTo>
                <a:lnTo>
                  <a:pt x="245" y="174"/>
                </a:lnTo>
                <a:lnTo>
                  <a:pt x="236" y="184"/>
                </a:lnTo>
                <a:close/>
                <a:moveTo>
                  <a:pt x="64" y="86"/>
                </a:moveTo>
                <a:lnTo>
                  <a:pt x="199" y="221"/>
                </a:lnTo>
                <a:lnTo>
                  <a:pt x="223" y="196"/>
                </a:lnTo>
                <a:lnTo>
                  <a:pt x="88" y="61"/>
                </a:lnTo>
                <a:lnTo>
                  <a:pt x="64" y="86"/>
                </a:lnTo>
                <a:close/>
                <a:moveTo>
                  <a:pt x="52" y="98"/>
                </a:moveTo>
                <a:lnTo>
                  <a:pt x="39" y="110"/>
                </a:lnTo>
                <a:lnTo>
                  <a:pt x="174" y="245"/>
                </a:lnTo>
                <a:lnTo>
                  <a:pt x="187" y="233"/>
                </a:lnTo>
                <a:lnTo>
                  <a:pt x="52" y="98"/>
                </a:lnTo>
                <a:close/>
                <a:moveTo>
                  <a:pt x="255" y="184"/>
                </a:moveTo>
                <a:lnTo>
                  <a:pt x="184" y="255"/>
                </a:lnTo>
                <a:lnTo>
                  <a:pt x="253" y="285"/>
                </a:lnTo>
                <a:lnTo>
                  <a:pt x="285" y="253"/>
                </a:lnTo>
                <a:lnTo>
                  <a:pt x="255" y="184"/>
                </a:lnTo>
                <a:close/>
                <a:moveTo>
                  <a:pt x="310" y="303"/>
                </a:moveTo>
                <a:lnTo>
                  <a:pt x="294" y="266"/>
                </a:lnTo>
                <a:cubicBezTo>
                  <a:pt x="293" y="265"/>
                  <a:pt x="292" y="263"/>
                  <a:pt x="290" y="263"/>
                </a:cubicBezTo>
                <a:cubicBezTo>
                  <a:pt x="288" y="263"/>
                  <a:pt x="286" y="263"/>
                  <a:pt x="285" y="265"/>
                </a:cubicBezTo>
                <a:lnTo>
                  <a:pt x="264" y="285"/>
                </a:lnTo>
                <a:cubicBezTo>
                  <a:pt x="263" y="286"/>
                  <a:pt x="263" y="288"/>
                  <a:pt x="263" y="290"/>
                </a:cubicBezTo>
                <a:cubicBezTo>
                  <a:pt x="263" y="292"/>
                  <a:pt x="265" y="293"/>
                  <a:pt x="266" y="294"/>
                </a:cubicBezTo>
                <a:lnTo>
                  <a:pt x="303" y="310"/>
                </a:lnTo>
                <a:cubicBezTo>
                  <a:pt x="305" y="311"/>
                  <a:pt x="307" y="310"/>
                  <a:pt x="309" y="309"/>
                </a:cubicBezTo>
                <a:cubicBezTo>
                  <a:pt x="310" y="307"/>
                  <a:pt x="311" y="305"/>
                  <a:pt x="310" y="303"/>
                </a:cubicBezTo>
                <a:close/>
                <a:moveTo>
                  <a:pt x="99" y="28"/>
                </a:moveTo>
                <a:lnTo>
                  <a:pt x="73" y="3"/>
                </a:lnTo>
                <a:cubicBezTo>
                  <a:pt x="71" y="0"/>
                  <a:pt x="68" y="0"/>
                  <a:pt x="66" y="3"/>
                </a:cubicBezTo>
                <a:lnTo>
                  <a:pt x="3" y="66"/>
                </a:lnTo>
                <a:cubicBezTo>
                  <a:pt x="0" y="68"/>
                  <a:pt x="0" y="71"/>
                  <a:pt x="3" y="73"/>
                </a:cubicBezTo>
                <a:lnTo>
                  <a:pt x="28" y="99"/>
                </a:lnTo>
                <a:cubicBezTo>
                  <a:pt x="30" y="101"/>
                  <a:pt x="33" y="101"/>
                  <a:pt x="35" y="99"/>
                </a:cubicBezTo>
                <a:lnTo>
                  <a:pt x="99" y="35"/>
                </a:lnTo>
                <a:cubicBezTo>
                  <a:pt x="101" y="33"/>
                  <a:pt x="101" y="30"/>
                  <a:pt x="99" y="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4" name="íṧlíḋè"/>
          <p:cNvSpPr/>
          <p:nvPr userDrawn="1"/>
        </p:nvSpPr>
        <p:spPr>
          <a:xfrm rot="5400000">
            <a:off x="7297984" y="1913459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sz="2800" b="1">
              <a:solidFill>
                <a:schemeClr val="bg1"/>
              </a:solidFill>
            </a:endParaRPr>
          </a:p>
        </p:txBody>
      </p:sp>
      <p:sp>
        <p:nvSpPr>
          <p:cNvPr id="15" name="îş1iďê"/>
          <p:cNvSpPr/>
          <p:nvPr userDrawn="1"/>
        </p:nvSpPr>
        <p:spPr bwMode="auto">
          <a:xfrm>
            <a:off x="7695024" y="2307344"/>
            <a:ext cx="346174" cy="340467"/>
          </a:xfrm>
          <a:custGeom>
            <a:avLst/>
            <a:gdLst>
              <a:gd name="T0" fmla="*/ 5195 w 5472"/>
              <a:gd name="T1" fmla="*/ 1704 h 5390"/>
              <a:gd name="T2" fmla="*/ 3707 w 5472"/>
              <a:gd name="T3" fmla="*/ 221 h 5390"/>
              <a:gd name="T4" fmla="*/ 2906 w 5472"/>
              <a:gd name="T5" fmla="*/ 221 h 5390"/>
              <a:gd name="T6" fmla="*/ 271 w 5472"/>
              <a:gd name="T7" fmla="*/ 2848 h 5390"/>
              <a:gd name="T8" fmla="*/ 276 w 5472"/>
              <a:gd name="T9" fmla="*/ 3837 h 5390"/>
              <a:gd name="T10" fmla="*/ 1515 w 5472"/>
              <a:gd name="T11" fmla="*/ 5075 h 5390"/>
              <a:gd name="T12" fmla="*/ 2232 w 5472"/>
              <a:gd name="T13" fmla="*/ 5376 h 5390"/>
              <a:gd name="T14" fmla="*/ 2778 w 5472"/>
              <a:gd name="T15" fmla="*/ 5116 h 5390"/>
              <a:gd name="T16" fmla="*/ 5200 w 5472"/>
              <a:gd name="T17" fmla="*/ 2693 h 5390"/>
              <a:gd name="T18" fmla="*/ 5195 w 5472"/>
              <a:gd name="T19" fmla="*/ 1704 h 5390"/>
              <a:gd name="T20" fmla="*/ 2122 w 5472"/>
              <a:gd name="T21" fmla="*/ 1700 h 5390"/>
              <a:gd name="T22" fmla="*/ 3253 w 5472"/>
              <a:gd name="T23" fmla="*/ 569 h 5390"/>
              <a:gd name="T24" fmla="*/ 3360 w 5472"/>
              <a:gd name="T25" fmla="*/ 569 h 5390"/>
              <a:gd name="T26" fmla="*/ 4662 w 5472"/>
              <a:gd name="T27" fmla="*/ 1870 h 5390"/>
              <a:gd name="T28" fmla="*/ 4662 w 5472"/>
              <a:gd name="T29" fmla="*/ 1977 h 5390"/>
              <a:gd name="T30" fmla="*/ 3530 w 5472"/>
              <a:gd name="T31" fmla="*/ 3108 h 5390"/>
              <a:gd name="T32" fmla="*/ 3423 w 5472"/>
              <a:gd name="T33" fmla="*/ 3108 h 5390"/>
              <a:gd name="T34" fmla="*/ 2122 w 5472"/>
              <a:gd name="T35" fmla="*/ 1807 h 5390"/>
              <a:gd name="T36" fmla="*/ 2122 w 5472"/>
              <a:gd name="T37" fmla="*/ 1700 h 5390"/>
              <a:gd name="T38" fmla="*/ 5052 w 5472"/>
              <a:gd name="T39" fmla="*/ 2544 h 5390"/>
              <a:gd name="T40" fmla="*/ 2629 w 5472"/>
              <a:gd name="T41" fmla="*/ 4967 h 5390"/>
              <a:gd name="T42" fmla="*/ 1663 w 5472"/>
              <a:gd name="T43" fmla="*/ 4927 h 5390"/>
              <a:gd name="T44" fmla="*/ 425 w 5472"/>
              <a:gd name="T45" fmla="*/ 3688 h 5390"/>
              <a:gd name="T46" fmla="*/ 309 w 5472"/>
              <a:gd name="T47" fmla="*/ 3169 h 5390"/>
              <a:gd name="T48" fmla="*/ 465 w 5472"/>
              <a:gd name="T49" fmla="*/ 3463 h 5390"/>
              <a:gd name="T50" fmla="*/ 1767 w 5472"/>
              <a:gd name="T51" fmla="*/ 4765 h 5390"/>
              <a:gd name="T52" fmla="*/ 2569 w 5472"/>
              <a:gd name="T53" fmla="*/ 4765 h 5390"/>
              <a:gd name="T54" fmla="*/ 5009 w 5472"/>
              <a:gd name="T55" fmla="*/ 2325 h 5390"/>
              <a:gd name="T56" fmla="*/ 5164 w 5472"/>
              <a:gd name="T57" fmla="*/ 2037 h 5390"/>
              <a:gd name="T58" fmla="*/ 5052 w 5472"/>
              <a:gd name="T59" fmla="*/ 2544 h 5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472" h="5390">
                <a:moveTo>
                  <a:pt x="5195" y="1704"/>
                </a:moveTo>
                <a:lnTo>
                  <a:pt x="3707" y="221"/>
                </a:lnTo>
                <a:cubicBezTo>
                  <a:pt x="3486" y="0"/>
                  <a:pt x="3127" y="0"/>
                  <a:pt x="2906" y="221"/>
                </a:cubicBezTo>
                <a:lnTo>
                  <a:pt x="271" y="2848"/>
                </a:lnTo>
                <a:cubicBezTo>
                  <a:pt x="0" y="3119"/>
                  <a:pt x="2" y="3563"/>
                  <a:pt x="276" y="3837"/>
                </a:cubicBezTo>
                <a:lnTo>
                  <a:pt x="1515" y="5075"/>
                </a:lnTo>
                <a:cubicBezTo>
                  <a:pt x="1789" y="5349"/>
                  <a:pt x="2056" y="5390"/>
                  <a:pt x="2232" y="5376"/>
                </a:cubicBezTo>
                <a:cubicBezTo>
                  <a:pt x="2429" y="5360"/>
                  <a:pt x="2628" y="5265"/>
                  <a:pt x="2778" y="5116"/>
                </a:cubicBezTo>
                <a:lnTo>
                  <a:pt x="5200" y="2693"/>
                </a:lnTo>
                <a:cubicBezTo>
                  <a:pt x="5472" y="2421"/>
                  <a:pt x="5469" y="1978"/>
                  <a:pt x="5195" y="1704"/>
                </a:cubicBezTo>
                <a:close/>
                <a:moveTo>
                  <a:pt x="2122" y="1700"/>
                </a:moveTo>
                <a:lnTo>
                  <a:pt x="3253" y="569"/>
                </a:lnTo>
                <a:cubicBezTo>
                  <a:pt x="3283" y="539"/>
                  <a:pt x="3330" y="539"/>
                  <a:pt x="3360" y="569"/>
                </a:cubicBezTo>
                <a:lnTo>
                  <a:pt x="4662" y="1870"/>
                </a:lnTo>
                <a:cubicBezTo>
                  <a:pt x="4691" y="1900"/>
                  <a:pt x="4691" y="1948"/>
                  <a:pt x="4662" y="1977"/>
                </a:cubicBezTo>
                <a:lnTo>
                  <a:pt x="3530" y="3108"/>
                </a:lnTo>
                <a:cubicBezTo>
                  <a:pt x="3501" y="3138"/>
                  <a:pt x="3453" y="3138"/>
                  <a:pt x="3423" y="3108"/>
                </a:cubicBezTo>
                <a:lnTo>
                  <a:pt x="2122" y="1807"/>
                </a:lnTo>
                <a:cubicBezTo>
                  <a:pt x="2092" y="1777"/>
                  <a:pt x="2092" y="1730"/>
                  <a:pt x="2122" y="1700"/>
                </a:cubicBezTo>
                <a:close/>
                <a:moveTo>
                  <a:pt x="5052" y="2544"/>
                </a:moveTo>
                <a:lnTo>
                  <a:pt x="2629" y="4967"/>
                </a:lnTo>
                <a:cubicBezTo>
                  <a:pt x="2415" y="5180"/>
                  <a:pt x="2034" y="5298"/>
                  <a:pt x="1663" y="4927"/>
                </a:cubicBezTo>
                <a:lnTo>
                  <a:pt x="425" y="3688"/>
                </a:lnTo>
                <a:cubicBezTo>
                  <a:pt x="284" y="3547"/>
                  <a:pt x="245" y="3343"/>
                  <a:pt x="309" y="3169"/>
                </a:cubicBezTo>
                <a:cubicBezTo>
                  <a:pt x="330" y="3277"/>
                  <a:pt x="382" y="3380"/>
                  <a:pt x="465" y="3463"/>
                </a:cubicBezTo>
                <a:lnTo>
                  <a:pt x="1767" y="4765"/>
                </a:lnTo>
                <a:cubicBezTo>
                  <a:pt x="1988" y="4986"/>
                  <a:pt x="2348" y="4986"/>
                  <a:pt x="2569" y="4765"/>
                </a:cubicBezTo>
                <a:lnTo>
                  <a:pt x="5009" y="2325"/>
                </a:lnTo>
                <a:cubicBezTo>
                  <a:pt x="5091" y="2243"/>
                  <a:pt x="5142" y="2142"/>
                  <a:pt x="5164" y="2037"/>
                </a:cubicBezTo>
                <a:cubicBezTo>
                  <a:pt x="5225" y="2209"/>
                  <a:pt x="5188" y="2408"/>
                  <a:pt x="5052" y="25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6" name="isļíḓê"/>
          <p:cNvSpPr/>
          <p:nvPr userDrawn="1"/>
        </p:nvSpPr>
        <p:spPr>
          <a:xfrm rot="5400000">
            <a:off x="8117033" y="3074430"/>
            <a:ext cx="612679" cy="1128237"/>
          </a:xfrm>
          <a:prstGeom prst="round2SameRect">
            <a:avLst>
              <a:gd name="adj1" fmla="val 37654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sz="2800" b="1">
              <a:solidFill>
                <a:schemeClr val="bg1"/>
              </a:solidFill>
            </a:endParaRPr>
          </a:p>
        </p:txBody>
      </p:sp>
      <p:sp>
        <p:nvSpPr>
          <p:cNvPr id="17" name="ïs1íḑé"/>
          <p:cNvSpPr/>
          <p:nvPr userDrawn="1"/>
        </p:nvSpPr>
        <p:spPr bwMode="auto">
          <a:xfrm>
            <a:off x="8558299" y="3465463"/>
            <a:ext cx="257724" cy="346173"/>
          </a:xfrm>
          <a:custGeom>
            <a:avLst/>
            <a:gdLst>
              <a:gd name="connsiteX0" fmla="*/ 80189 w 419133"/>
              <a:gd name="connsiteY0" fmla="*/ 252968 h 562977"/>
              <a:gd name="connsiteX1" fmla="*/ 338944 w 419133"/>
              <a:gd name="connsiteY1" fmla="*/ 252968 h 562977"/>
              <a:gd name="connsiteX2" fmla="*/ 338944 w 419133"/>
              <a:gd name="connsiteY2" fmla="*/ 310010 h 562977"/>
              <a:gd name="connsiteX3" fmla="*/ 80189 w 419133"/>
              <a:gd name="connsiteY3" fmla="*/ 310010 h 562977"/>
              <a:gd name="connsiteX4" fmla="*/ 80189 w 419133"/>
              <a:gd name="connsiteY4" fmla="*/ 144671 h 562977"/>
              <a:gd name="connsiteX5" fmla="*/ 338944 w 419133"/>
              <a:gd name="connsiteY5" fmla="*/ 144671 h 562977"/>
              <a:gd name="connsiteX6" fmla="*/ 338944 w 419133"/>
              <a:gd name="connsiteY6" fmla="*/ 201299 h 562977"/>
              <a:gd name="connsiteX7" fmla="*/ 80189 w 419133"/>
              <a:gd name="connsiteY7" fmla="*/ 201299 h 562977"/>
              <a:gd name="connsiteX8" fmla="*/ 43983 w 419133"/>
              <a:gd name="connsiteY8" fmla="*/ 85221 h 562977"/>
              <a:gd name="connsiteX9" fmla="*/ 43983 w 419133"/>
              <a:gd name="connsiteY9" fmla="*/ 519075 h 562977"/>
              <a:gd name="connsiteX10" fmla="*/ 375150 w 419133"/>
              <a:gd name="connsiteY10" fmla="*/ 519075 h 562977"/>
              <a:gd name="connsiteX11" fmla="*/ 375150 w 419133"/>
              <a:gd name="connsiteY11" fmla="*/ 85221 h 562977"/>
              <a:gd name="connsiteX12" fmla="*/ 201805 w 419133"/>
              <a:gd name="connsiteY12" fmla="*/ 0 h 562977"/>
              <a:gd name="connsiteX13" fmla="*/ 214741 w 419133"/>
              <a:gd name="connsiteY13" fmla="*/ 0 h 562977"/>
              <a:gd name="connsiteX14" fmla="*/ 232852 w 419133"/>
              <a:gd name="connsiteY14" fmla="*/ 10330 h 562977"/>
              <a:gd name="connsiteX15" fmla="*/ 263899 w 419133"/>
              <a:gd name="connsiteY15" fmla="*/ 10330 h 562977"/>
              <a:gd name="connsiteX16" fmla="*/ 276835 w 419133"/>
              <a:gd name="connsiteY16" fmla="*/ 25824 h 562977"/>
              <a:gd name="connsiteX17" fmla="*/ 276835 w 419133"/>
              <a:gd name="connsiteY17" fmla="*/ 38737 h 562977"/>
              <a:gd name="connsiteX18" fmla="*/ 375150 w 419133"/>
              <a:gd name="connsiteY18" fmla="*/ 38737 h 562977"/>
              <a:gd name="connsiteX19" fmla="*/ 419133 w 419133"/>
              <a:gd name="connsiteY19" fmla="*/ 85221 h 562977"/>
              <a:gd name="connsiteX20" fmla="*/ 419133 w 419133"/>
              <a:gd name="connsiteY20" fmla="*/ 519075 h 562977"/>
              <a:gd name="connsiteX21" fmla="*/ 375150 w 419133"/>
              <a:gd name="connsiteY21" fmla="*/ 562977 h 562977"/>
              <a:gd name="connsiteX22" fmla="*/ 43983 w 419133"/>
              <a:gd name="connsiteY22" fmla="*/ 562977 h 562977"/>
              <a:gd name="connsiteX23" fmla="*/ 0 w 419133"/>
              <a:gd name="connsiteY23" fmla="*/ 519075 h 562977"/>
              <a:gd name="connsiteX24" fmla="*/ 0 w 419133"/>
              <a:gd name="connsiteY24" fmla="*/ 85221 h 562977"/>
              <a:gd name="connsiteX25" fmla="*/ 43983 w 419133"/>
              <a:gd name="connsiteY25" fmla="*/ 38737 h 562977"/>
              <a:gd name="connsiteX26" fmla="*/ 142298 w 419133"/>
              <a:gd name="connsiteY26" fmla="*/ 38737 h 562977"/>
              <a:gd name="connsiteX27" fmla="*/ 142298 w 419133"/>
              <a:gd name="connsiteY27" fmla="*/ 25824 h 562977"/>
              <a:gd name="connsiteX28" fmla="*/ 155235 w 419133"/>
              <a:gd name="connsiteY28" fmla="*/ 10330 h 562977"/>
              <a:gd name="connsiteX29" fmla="*/ 183694 w 419133"/>
              <a:gd name="connsiteY29" fmla="*/ 10330 h 562977"/>
              <a:gd name="connsiteX30" fmla="*/ 201805 w 419133"/>
              <a:gd name="connsiteY30" fmla="*/ 0 h 56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19133" h="562977">
                <a:moveTo>
                  <a:pt x="80189" y="252968"/>
                </a:moveTo>
                <a:lnTo>
                  <a:pt x="338944" y="252968"/>
                </a:lnTo>
                <a:lnTo>
                  <a:pt x="338944" y="310010"/>
                </a:lnTo>
                <a:lnTo>
                  <a:pt x="80189" y="310010"/>
                </a:lnTo>
                <a:close/>
                <a:moveTo>
                  <a:pt x="80189" y="144671"/>
                </a:moveTo>
                <a:lnTo>
                  <a:pt x="338944" y="144671"/>
                </a:lnTo>
                <a:lnTo>
                  <a:pt x="338944" y="201299"/>
                </a:lnTo>
                <a:lnTo>
                  <a:pt x="80189" y="201299"/>
                </a:lnTo>
                <a:close/>
                <a:moveTo>
                  <a:pt x="43983" y="85221"/>
                </a:moveTo>
                <a:lnTo>
                  <a:pt x="43983" y="519075"/>
                </a:lnTo>
                <a:lnTo>
                  <a:pt x="375150" y="519075"/>
                </a:lnTo>
                <a:lnTo>
                  <a:pt x="375150" y="85221"/>
                </a:lnTo>
                <a:close/>
                <a:moveTo>
                  <a:pt x="201805" y="0"/>
                </a:moveTo>
                <a:lnTo>
                  <a:pt x="214741" y="0"/>
                </a:lnTo>
                <a:cubicBezTo>
                  <a:pt x="222503" y="0"/>
                  <a:pt x="230265" y="5165"/>
                  <a:pt x="232852" y="10330"/>
                </a:cubicBezTo>
                <a:lnTo>
                  <a:pt x="263899" y="10330"/>
                </a:lnTo>
                <a:cubicBezTo>
                  <a:pt x="271660" y="10330"/>
                  <a:pt x="276835" y="15495"/>
                  <a:pt x="276835" y="25824"/>
                </a:cubicBezTo>
                <a:lnTo>
                  <a:pt x="276835" y="38737"/>
                </a:lnTo>
                <a:lnTo>
                  <a:pt x="375150" y="38737"/>
                </a:lnTo>
                <a:cubicBezTo>
                  <a:pt x="398435" y="38737"/>
                  <a:pt x="419133" y="59396"/>
                  <a:pt x="419133" y="85221"/>
                </a:cubicBezTo>
                <a:lnTo>
                  <a:pt x="419133" y="519075"/>
                </a:lnTo>
                <a:cubicBezTo>
                  <a:pt x="419133" y="542318"/>
                  <a:pt x="398435" y="562977"/>
                  <a:pt x="375150" y="562977"/>
                </a:cubicBezTo>
                <a:lnTo>
                  <a:pt x="43983" y="562977"/>
                </a:lnTo>
                <a:cubicBezTo>
                  <a:pt x="20698" y="562977"/>
                  <a:pt x="0" y="542318"/>
                  <a:pt x="0" y="519075"/>
                </a:cubicBezTo>
                <a:lnTo>
                  <a:pt x="0" y="85221"/>
                </a:lnTo>
                <a:cubicBezTo>
                  <a:pt x="0" y="59396"/>
                  <a:pt x="20698" y="38737"/>
                  <a:pt x="43983" y="38737"/>
                </a:cubicBezTo>
                <a:lnTo>
                  <a:pt x="142298" y="38737"/>
                </a:lnTo>
                <a:lnTo>
                  <a:pt x="142298" y="25824"/>
                </a:lnTo>
                <a:cubicBezTo>
                  <a:pt x="142298" y="15495"/>
                  <a:pt x="147473" y="10330"/>
                  <a:pt x="155235" y="10330"/>
                </a:cubicBezTo>
                <a:lnTo>
                  <a:pt x="183694" y="10330"/>
                </a:lnTo>
                <a:cubicBezTo>
                  <a:pt x="186281" y="5165"/>
                  <a:pt x="194043" y="0"/>
                  <a:pt x="2018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8" name="矩形 17"/>
          <p:cNvSpPr/>
          <p:nvPr userDrawn="1"/>
        </p:nvSpPr>
        <p:spPr>
          <a:xfrm>
            <a:off x="8387315" y="2018866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9236501" y="3174511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8387315" y="4335486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25499" y="2018866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 algn="r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842420" y="3174511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 algn="r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1725499" y="4335486"/>
            <a:ext cx="2079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lvl="0" algn="r">
              <a:spcBef>
                <a:spcPts val="600"/>
              </a:spcBef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4" name="î$ľîdê"/>
          <p:cNvSpPr/>
          <p:nvPr userDrawn="1"/>
        </p:nvSpPr>
        <p:spPr>
          <a:xfrm>
            <a:off x="4684458" y="2058970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01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5" name="î$ľîdê"/>
          <p:cNvSpPr/>
          <p:nvPr userDrawn="1"/>
        </p:nvSpPr>
        <p:spPr>
          <a:xfrm>
            <a:off x="3882829" y="3216007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02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6" name="î$ľîdê"/>
          <p:cNvSpPr/>
          <p:nvPr userDrawn="1"/>
        </p:nvSpPr>
        <p:spPr>
          <a:xfrm>
            <a:off x="4684458" y="4376625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03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7" name="î$ľîdê"/>
          <p:cNvSpPr/>
          <p:nvPr userDrawn="1"/>
        </p:nvSpPr>
        <p:spPr>
          <a:xfrm>
            <a:off x="6632422" y="2058970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06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8" name="î$ľîdê"/>
          <p:cNvSpPr/>
          <p:nvPr userDrawn="1"/>
        </p:nvSpPr>
        <p:spPr>
          <a:xfrm>
            <a:off x="7427849" y="3204432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05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9" name="î$ľîdê"/>
          <p:cNvSpPr/>
          <p:nvPr userDrawn="1"/>
        </p:nvSpPr>
        <p:spPr>
          <a:xfrm>
            <a:off x="6632422" y="4376625"/>
            <a:ext cx="837214" cy="837214"/>
          </a:xfrm>
          <a:custGeom>
            <a:avLst/>
            <a:gdLst>
              <a:gd name="connsiteX0" fmla="*/ 793669 w 1587337"/>
              <a:gd name="connsiteY0" fmla="*/ 0 h 1587337"/>
              <a:gd name="connsiteX1" fmla="*/ 940260 w 1587337"/>
              <a:gd name="connsiteY1" fmla="*/ 60713 h 1587337"/>
              <a:gd name="connsiteX2" fmla="*/ 1526624 w 1587337"/>
              <a:gd name="connsiteY2" fmla="*/ 647077 h 1587337"/>
              <a:gd name="connsiteX3" fmla="*/ 1526624 w 1587337"/>
              <a:gd name="connsiteY3" fmla="*/ 940260 h 1587337"/>
              <a:gd name="connsiteX4" fmla="*/ 940260 w 1587337"/>
              <a:gd name="connsiteY4" fmla="*/ 1526624 h 1587337"/>
              <a:gd name="connsiteX5" fmla="*/ 647077 w 1587337"/>
              <a:gd name="connsiteY5" fmla="*/ 1526624 h 1587337"/>
              <a:gd name="connsiteX6" fmla="*/ 60713 w 1587337"/>
              <a:gd name="connsiteY6" fmla="*/ 940260 h 1587337"/>
              <a:gd name="connsiteX7" fmla="*/ 60713 w 1587337"/>
              <a:gd name="connsiteY7" fmla="*/ 647077 h 1587337"/>
              <a:gd name="connsiteX8" fmla="*/ 647077 w 1587337"/>
              <a:gd name="connsiteY8" fmla="*/ 60713 h 1587337"/>
              <a:gd name="connsiteX9" fmla="*/ 793669 w 1587337"/>
              <a:gd name="connsiteY9" fmla="*/ 0 h 158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7337" h="1587337">
                <a:moveTo>
                  <a:pt x="793669" y="0"/>
                </a:moveTo>
                <a:cubicBezTo>
                  <a:pt x="846727" y="0"/>
                  <a:pt x="899785" y="20237"/>
                  <a:pt x="940260" y="60713"/>
                </a:cubicBezTo>
                <a:lnTo>
                  <a:pt x="1526624" y="647077"/>
                </a:lnTo>
                <a:cubicBezTo>
                  <a:pt x="1607575" y="728028"/>
                  <a:pt x="1607575" y="859309"/>
                  <a:pt x="1526624" y="940260"/>
                </a:cubicBezTo>
                <a:lnTo>
                  <a:pt x="940260" y="1526624"/>
                </a:lnTo>
                <a:cubicBezTo>
                  <a:pt x="859309" y="1607575"/>
                  <a:pt x="728028" y="1607575"/>
                  <a:pt x="647077" y="1526624"/>
                </a:cubicBezTo>
                <a:lnTo>
                  <a:pt x="60713" y="940260"/>
                </a:lnTo>
                <a:cubicBezTo>
                  <a:pt x="-20238" y="859309"/>
                  <a:pt x="-20238" y="728028"/>
                  <a:pt x="60713" y="647077"/>
                </a:cubicBezTo>
                <a:lnTo>
                  <a:pt x="647077" y="60713"/>
                </a:lnTo>
                <a:cubicBezTo>
                  <a:pt x="687553" y="20237"/>
                  <a:pt x="740611" y="0"/>
                  <a:pt x="7936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dist="38100" dir="135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04</a:t>
            </a:r>
            <a:endParaRPr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30" name="文本框 29"/>
          <p:cNvSpPr txBox="1"/>
          <p:nvPr userDrawn="1">
            <p:custDataLst>
              <p:tags r:id="rId3"/>
            </p:custDataLst>
          </p:nvPr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09F2F-2C88-4B5F-83BE-5F2D7C249D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isļîḋè"/>
          <p:cNvSpPr/>
          <p:nvPr userDrawn="1"/>
        </p:nvSpPr>
        <p:spPr bwMode="auto">
          <a:xfrm>
            <a:off x="1515267" y="1973580"/>
            <a:ext cx="2258501" cy="1240542"/>
          </a:xfrm>
          <a:prstGeom prst="roundRect">
            <a:avLst>
              <a:gd name="adj" fmla="val 0"/>
            </a:avLst>
          </a:prstGeom>
          <a:gradFill>
            <a:gsLst>
              <a:gs pos="26000">
                <a:srgbClr val="ED6D00"/>
              </a:gs>
              <a:gs pos="100000">
                <a:srgbClr val="87D8D7">
                  <a:alpha val="4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10" name="ïşļîḓe"/>
          <p:cNvGrpSpPr/>
          <p:nvPr userDrawn="1"/>
        </p:nvGrpSpPr>
        <p:grpSpPr>
          <a:xfrm>
            <a:off x="3745381" y="1973580"/>
            <a:ext cx="6931352" cy="4144644"/>
            <a:chOff x="1997161" y="1154683"/>
            <a:chExt cx="7391877" cy="4988942"/>
          </a:xfrm>
        </p:grpSpPr>
        <p:sp>
          <p:nvSpPr>
            <p:cNvPr id="11" name="îṥļïḍé"/>
            <p:cNvSpPr/>
            <p:nvPr/>
          </p:nvSpPr>
          <p:spPr bwMode="auto">
            <a:xfrm>
              <a:off x="1997161" y="4650374"/>
              <a:ext cx="7391877" cy="149325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śľíďé"/>
            <p:cNvSpPr/>
            <p:nvPr/>
          </p:nvSpPr>
          <p:spPr bwMode="auto">
            <a:xfrm>
              <a:off x="1997161" y="2902529"/>
              <a:ext cx="7391877" cy="149325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îSḻiḑé"/>
            <p:cNvSpPr/>
            <p:nvPr/>
          </p:nvSpPr>
          <p:spPr bwMode="auto">
            <a:xfrm>
              <a:off x="1997161" y="1154683"/>
              <a:ext cx="7391877" cy="149325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13"/>
          <p:cNvSpPr txBox="1"/>
          <p:nvPr userDrawn="1"/>
        </p:nvSpPr>
        <p:spPr>
          <a:xfrm>
            <a:off x="4005224" y="4983805"/>
            <a:ext cx="5987634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005224" y="3531754"/>
            <a:ext cx="5987634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005224" y="2103525"/>
            <a:ext cx="5987634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7" name="isļîḋè"/>
          <p:cNvSpPr/>
          <p:nvPr userDrawn="1">
            <p:custDataLst>
              <p:tags r:id="rId2"/>
            </p:custDataLst>
          </p:nvPr>
        </p:nvSpPr>
        <p:spPr bwMode="auto">
          <a:xfrm>
            <a:off x="1486692" y="3425190"/>
            <a:ext cx="2258501" cy="1240542"/>
          </a:xfrm>
          <a:prstGeom prst="roundRect">
            <a:avLst>
              <a:gd name="adj" fmla="val 0"/>
            </a:avLst>
          </a:prstGeom>
          <a:gradFill>
            <a:gsLst>
              <a:gs pos="26000">
                <a:srgbClr val="ED6D00"/>
              </a:gs>
              <a:gs pos="100000">
                <a:srgbClr val="87D8D7">
                  <a:alpha val="4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isļîḋè"/>
          <p:cNvSpPr/>
          <p:nvPr userDrawn="1">
            <p:custDataLst>
              <p:tags r:id="rId3"/>
            </p:custDataLst>
          </p:nvPr>
        </p:nvSpPr>
        <p:spPr bwMode="auto">
          <a:xfrm>
            <a:off x="1515267" y="4876800"/>
            <a:ext cx="2258501" cy="1240542"/>
          </a:xfrm>
          <a:prstGeom prst="roundRect">
            <a:avLst>
              <a:gd name="adj" fmla="val 0"/>
            </a:avLst>
          </a:prstGeom>
          <a:gradFill>
            <a:gsLst>
              <a:gs pos="26000">
                <a:srgbClr val="ED6D00"/>
              </a:gs>
              <a:gs pos="100000">
                <a:srgbClr val="87D8D7">
                  <a:alpha val="4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0F0F-0FF4-4752-BF3A-CC3C54AA26E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4413885" y="786765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ïšľiďe"/>
          <p:cNvSpPr/>
          <p:nvPr>
            <p:custDataLst>
              <p:tags r:id="rId2"/>
            </p:custDataLst>
          </p:nvPr>
        </p:nvSpPr>
        <p:spPr>
          <a:xfrm>
            <a:off x="1150620" y="5227955"/>
            <a:ext cx="713105" cy="713105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iślïḋé"/>
          <p:cNvSpPr/>
          <p:nvPr>
            <p:custDataLst>
              <p:tags r:id="rId3"/>
            </p:custDataLst>
          </p:nvPr>
        </p:nvSpPr>
        <p:spPr>
          <a:xfrm>
            <a:off x="1303655" y="5426075"/>
            <a:ext cx="407035" cy="316865"/>
          </a:xfrm>
          <a:custGeom>
            <a:avLst/>
            <a:gdLst>
              <a:gd name="T0" fmla="*/ 2312 w 2608"/>
              <a:gd name="T1" fmla="*/ 1968 h 2034"/>
              <a:gd name="T2" fmla="*/ 2246 w 2608"/>
              <a:gd name="T3" fmla="*/ 2034 h 2034"/>
              <a:gd name="T4" fmla="*/ 2156 w 2608"/>
              <a:gd name="T5" fmla="*/ 2034 h 2034"/>
              <a:gd name="T6" fmla="*/ 1905 w 2608"/>
              <a:gd name="T7" fmla="*/ 2034 h 2034"/>
              <a:gd name="T8" fmla="*/ 228 w 2608"/>
              <a:gd name="T9" fmla="*/ 2034 h 2034"/>
              <a:gd name="T10" fmla="*/ 0 w 2608"/>
              <a:gd name="T11" fmla="*/ 1806 h 2034"/>
              <a:gd name="T12" fmla="*/ 0 w 2608"/>
              <a:gd name="T13" fmla="*/ 1537 h 2034"/>
              <a:gd name="T14" fmla="*/ 228 w 2608"/>
              <a:gd name="T15" fmla="*/ 1309 h 2034"/>
              <a:gd name="T16" fmla="*/ 1905 w 2608"/>
              <a:gd name="T17" fmla="*/ 1309 h 2034"/>
              <a:gd name="T18" fmla="*/ 2156 w 2608"/>
              <a:gd name="T19" fmla="*/ 1309 h 2034"/>
              <a:gd name="T20" fmla="*/ 2246 w 2608"/>
              <a:gd name="T21" fmla="*/ 1309 h 2034"/>
              <a:gd name="T22" fmla="*/ 2312 w 2608"/>
              <a:gd name="T23" fmla="*/ 1376 h 2034"/>
              <a:gd name="T24" fmla="*/ 2246 w 2608"/>
              <a:gd name="T25" fmla="*/ 1442 h 2034"/>
              <a:gd name="T26" fmla="*/ 2222 w 2608"/>
              <a:gd name="T27" fmla="*/ 1442 h 2034"/>
              <a:gd name="T28" fmla="*/ 2222 w 2608"/>
              <a:gd name="T29" fmla="*/ 1901 h 2034"/>
              <a:gd name="T30" fmla="*/ 2246 w 2608"/>
              <a:gd name="T31" fmla="*/ 1901 h 2034"/>
              <a:gd name="T32" fmla="*/ 2312 w 2608"/>
              <a:gd name="T33" fmla="*/ 1968 h 2034"/>
              <a:gd name="T34" fmla="*/ 2608 w 2608"/>
              <a:gd name="T35" fmla="*/ 1134 h 2034"/>
              <a:gd name="T36" fmla="*/ 2541 w 2608"/>
              <a:gd name="T37" fmla="*/ 1201 h 2034"/>
              <a:gd name="T38" fmla="*/ 2437 w 2608"/>
              <a:gd name="T39" fmla="*/ 1201 h 2034"/>
              <a:gd name="T40" fmla="*/ 2201 w 2608"/>
              <a:gd name="T41" fmla="*/ 1201 h 2034"/>
              <a:gd name="T42" fmla="*/ 809 w 2608"/>
              <a:gd name="T43" fmla="*/ 1201 h 2034"/>
              <a:gd name="T44" fmla="*/ 597 w 2608"/>
              <a:gd name="T45" fmla="*/ 989 h 2034"/>
              <a:gd name="T46" fmla="*/ 597 w 2608"/>
              <a:gd name="T47" fmla="*/ 795 h 2034"/>
              <a:gd name="T48" fmla="*/ 809 w 2608"/>
              <a:gd name="T49" fmla="*/ 583 h 2034"/>
              <a:gd name="T50" fmla="*/ 2201 w 2608"/>
              <a:gd name="T51" fmla="*/ 583 h 2034"/>
              <a:gd name="T52" fmla="*/ 2437 w 2608"/>
              <a:gd name="T53" fmla="*/ 583 h 2034"/>
              <a:gd name="T54" fmla="*/ 2541 w 2608"/>
              <a:gd name="T55" fmla="*/ 583 h 2034"/>
              <a:gd name="T56" fmla="*/ 2608 w 2608"/>
              <a:gd name="T57" fmla="*/ 650 h 2034"/>
              <a:gd name="T58" fmla="*/ 2541 w 2608"/>
              <a:gd name="T59" fmla="*/ 717 h 2034"/>
              <a:gd name="T60" fmla="*/ 2504 w 2608"/>
              <a:gd name="T61" fmla="*/ 717 h 2034"/>
              <a:gd name="T62" fmla="*/ 2504 w 2608"/>
              <a:gd name="T63" fmla="*/ 1068 h 2034"/>
              <a:gd name="T64" fmla="*/ 2541 w 2608"/>
              <a:gd name="T65" fmla="*/ 1068 h 2034"/>
              <a:gd name="T66" fmla="*/ 2608 w 2608"/>
              <a:gd name="T67" fmla="*/ 1134 h 2034"/>
              <a:gd name="T68" fmla="*/ 2201 w 2608"/>
              <a:gd name="T69" fmla="*/ 1068 h 2034"/>
              <a:gd name="T70" fmla="*/ 2371 w 2608"/>
              <a:gd name="T71" fmla="*/ 1068 h 2034"/>
              <a:gd name="T72" fmla="*/ 2371 w 2608"/>
              <a:gd name="T73" fmla="*/ 717 h 2034"/>
              <a:gd name="T74" fmla="*/ 2201 w 2608"/>
              <a:gd name="T75" fmla="*/ 717 h 2034"/>
              <a:gd name="T76" fmla="*/ 809 w 2608"/>
              <a:gd name="T77" fmla="*/ 717 h 2034"/>
              <a:gd name="T78" fmla="*/ 730 w 2608"/>
              <a:gd name="T79" fmla="*/ 795 h 2034"/>
              <a:gd name="T80" fmla="*/ 730 w 2608"/>
              <a:gd name="T81" fmla="*/ 989 h 2034"/>
              <a:gd name="T82" fmla="*/ 809 w 2608"/>
              <a:gd name="T83" fmla="*/ 1068 h 2034"/>
              <a:gd name="T84" fmla="*/ 2201 w 2608"/>
              <a:gd name="T85" fmla="*/ 1068 h 2034"/>
              <a:gd name="T86" fmla="*/ 2036 w 2608"/>
              <a:gd name="T87" fmla="*/ 0 h 2034"/>
              <a:gd name="T88" fmla="*/ 607 w 2608"/>
              <a:gd name="T89" fmla="*/ 0 h 2034"/>
              <a:gd name="T90" fmla="*/ 296 w 2608"/>
              <a:gd name="T91" fmla="*/ 0 h 2034"/>
              <a:gd name="T92" fmla="*/ 209 w 2608"/>
              <a:gd name="T93" fmla="*/ 0 h 2034"/>
              <a:gd name="T94" fmla="*/ 142 w 2608"/>
              <a:gd name="T95" fmla="*/ 66 h 2034"/>
              <a:gd name="T96" fmla="*/ 209 w 2608"/>
              <a:gd name="T97" fmla="*/ 133 h 2034"/>
              <a:gd name="T98" fmla="*/ 229 w 2608"/>
              <a:gd name="T99" fmla="*/ 133 h 2034"/>
              <a:gd name="T100" fmla="*/ 229 w 2608"/>
              <a:gd name="T101" fmla="*/ 362 h 2034"/>
              <a:gd name="T102" fmla="*/ 209 w 2608"/>
              <a:gd name="T103" fmla="*/ 362 h 2034"/>
              <a:gd name="T104" fmla="*/ 142 w 2608"/>
              <a:gd name="T105" fmla="*/ 429 h 2034"/>
              <a:gd name="T106" fmla="*/ 209 w 2608"/>
              <a:gd name="T107" fmla="*/ 495 h 2034"/>
              <a:gd name="T108" fmla="*/ 296 w 2608"/>
              <a:gd name="T109" fmla="*/ 495 h 2034"/>
              <a:gd name="T110" fmla="*/ 296 w 2608"/>
              <a:gd name="T111" fmla="*/ 495 h 2034"/>
              <a:gd name="T112" fmla="*/ 2036 w 2608"/>
              <a:gd name="T113" fmla="*/ 495 h 2034"/>
              <a:gd name="T114" fmla="*/ 2263 w 2608"/>
              <a:gd name="T115" fmla="*/ 268 h 2034"/>
              <a:gd name="T116" fmla="*/ 2263 w 2608"/>
              <a:gd name="T117" fmla="*/ 227 h 2034"/>
              <a:gd name="T118" fmla="*/ 2036 w 2608"/>
              <a:gd name="T119" fmla="*/ 0 h 2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608" h="2034">
                <a:moveTo>
                  <a:pt x="2312" y="1968"/>
                </a:moveTo>
                <a:cubicBezTo>
                  <a:pt x="2312" y="2004"/>
                  <a:pt x="2283" y="2034"/>
                  <a:pt x="2246" y="2034"/>
                </a:cubicBezTo>
                <a:lnTo>
                  <a:pt x="2156" y="2034"/>
                </a:lnTo>
                <a:lnTo>
                  <a:pt x="1905" y="2034"/>
                </a:lnTo>
                <a:lnTo>
                  <a:pt x="228" y="2034"/>
                </a:lnTo>
                <a:cubicBezTo>
                  <a:pt x="102" y="2034"/>
                  <a:pt x="0" y="1932"/>
                  <a:pt x="0" y="1806"/>
                </a:cubicBezTo>
                <a:lnTo>
                  <a:pt x="0" y="1537"/>
                </a:lnTo>
                <a:cubicBezTo>
                  <a:pt x="0" y="1411"/>
                  <a:pt x="102" y="1309"/>
                  <a:pt x="228" y="1309"/>
                </a:cubicBezTo>
                <a:lnTo>
                  <a:pt x="1905" y="1309"/>
                </a:lnTo>
                <a:lnTo>
                  <a:pt x="2156" y="1309"/>
                </a:lnTo>
                <a:lnTo>
                  <a:pt x="2246" y="1309"/>
                </a:lnTo>
                <a:cubicBezTo>
                  <a:pt x="2283" y="1309"/>
                  <a:pt x="2312" y="1339"/>
                  <a:pt x="2312" y="1376"/>
                </a:cubicBezTo>
                <a:cubicBezTo>
                  <a:pt x="2312" y="1412"/>
                  <a:pt x="2283" y="1442"/>
                  <a:pt x="2246" y="1442"/>
                </a:cubicBezTo>
                <a:lnTo>
                  <a:pt x="2222" y="1442"/>
                </a:lnTo>
                <a:lnTo>
                  <a:pt x="2222" y="1901"/>
                </a:lnTo>
                <a:lnTo>
                  <a:pt x="2246" y="1901"/>
                </a:lnTo>
                <a:cubicBezTo>
                  <a:pt x="2283" y="1901"/>
                  <a:pt x="2312" y="1931"/>
                  <a:pt x="2312" y="1968"/>
                </a:cubicBezTo>
                <a:close/>
                <a:moveTo>
                  <a:pt x="2608" y="1134"/>
                </a:moveTo>
                <a:cubicBezTo>
                  <a:pt x="2608" y="1171"/>
                  <a:pt x="2578" y="1201"/>
                  <a:pt x="2541" y="1201"/>
                </a:cubicBezTo>
                <a:lnTo>
                  <a:pt x="2437" y="1201"/>
                </a:lnTo>
                <a:lnTo>
                  <a:pt x="2201" y="1201"/>
                </a:lnTo>
                <a:lnTo>
                  <a:pt x="809" y="1201"/>
                </a:lnTo>
                <a:cubicBezTo>
                  <a:pt x="692" y="1201"/>
                  <a:pt x="597" y="1106"/>
                  <a:pt x="597" y="989"/>
                </a:cubicBezTo>
                <a:lnTo>
                  <a:pt x="597" y="795"/>
                </a:lnTo>
                <a:cubicBezTo>
                  <a:pt x="597" y="678"/>
                  <a:pt x="692" y="583"/>
                  <a:pt x="809" y="583"/>
                </a:cubicBezTo>
                <a:lnTo>
                  <a:pt x="2201" y="583"/>
                </a:lnTo>
                <a:lnTo>
                  <a:pt x="2437" y="583"/>
                </a:lnTo>
                <a:lnTo>
                  <a:pt x="2541" y="583"/>
                </a:lnTo>
                <a:cubicBezTo>
                  <a:pt x="2578" y="583"/>
                  <a:pt x="2608" y="613"/>
                  <a:pt x="2608" y="650"/>
                </a:cubicBezTo>
                <a:cubicBezTo>
                  <a:pt x="2608" y="687"/>
                  <a:pt x="2578" y="717"/>
                  <a:pt x="2541" y="717"/>
                </a:cubicBezTo>
                <a:lnTo>
                  <a:pt x="2504" y="717"/>
                </a:lnTo>
                <a:lnTo>
                  <a:pt x="2504" y="1068"/>
                </a:lnTo>
                <a:lnTo>
                  <a:pt x="2541" y="1068"/>
                </a:lnTo>
                <a:cubicBezTo>
                  <a:pt x="2578" y="1068"/>
                  <a:pt x="2608" y="1098"/>
                  <a:pt x="2608" y="1134"/>
                </a:cubicBezTo>
                <a:close/>
                <a:moveTo>
                  <a:pt x="2201" y="1068"/>
                </a:moveTo>
                <a:lnTo>
                  <a:pt x="2371" y="1068"/>
                </a:lnTo>
                <a:lnTo>
                  <a:pt x="2371" y="717"/>
                </a:lnTo>
                <a:lnTo>
                  <a:pt x="2201" y="717"/>
                </a:lnTo>
                <a:lnTo>
                  <a:pt x="809" y="717"/>
                </a:lnTo>
                <a:cubicBezTo>
                  <a:pt x="765" y="717"/>
                  <a:pt x="730" y="752"/>
                  <a:pt x="730" y="795"/>
                </a:cubicBezTo>
                <a:lnTo>
                  <a:pt x="730" y="989"/>
                </a:lnTo>
                <a:cubicBezTo>
                  <a:pt x="730" y="1033"/>
                  <a:pt x="765" y="1068"/>
                  <a:pt x="809" y="1068"/>
                </a:cubicBezTo>
                <a:lnTo>
                  <a:pt x="2201" y="1068"/>
                </a:lnTo>
                <a:close/>
                <a:moveTo>
                  <a:pt x="2036" y="0"/>
                </a:moveTo>
                <a:lnTo>
                  <a:pt x="607" y="0"/>
                </a:lnTo>
                <a:lnTo>
                  <a:pt x="296" y="0"/>
                </a:lnTo>
                <a:lnTo>
                  <a:pt x="209" y="0"/>
                </a:lnTo>
                <a:cubicBezTo>
                  <a:pt x="172" y="0"/>
                  <a:pt x="142" y="29"/>
                  <a:pt x="142" y="66"/>
                </a:cubicBezTo>
                <a:cubicBezTo>
                  <a:pt x="142" y="103"/>
                  <a:pt x="172" y="133"/>
                  <a:pt x="209" y="133"/>
                </a:cubicBezTo>
                <a:lnTo>
                  <a:pt x="229" y="133"/>
                </a:lnTo>
                <a:lnTo>
                  <a:pt x="229" y="362"/>
                </a:lnTo>
                <a:lnTo>
                  <a:pt x="209" y="362"/>
                </a:lnTo>
                <a:cubicBezTo>
                  <a:pt x="172" y="362"/>
                  <a:pt x="142" y="392"/>
                  <a:pt x="142" y="429"/>
                </a:cubicBezTo>
                <a:cubicBezTo>
                  <a:pt x="142" y="466"/>
                  <a:pt x="172" y="495"/>
                  <a:pt x="209" y="495"/>
                </a:cubicBezTo>
                <a:lnTo>
                  <a:pt x="296" y="495"/>
                </a:lnTo>
                <a:cubicBezTo>
                  <a:pt x="296" y="495"/>
                  <a:pt x="296" y="495"/>
                  <a:pt x="296" y="495"/>
                </a:cubicBezTo>
                <a:lnTo>
                  <a:pt x="2036" y="495"/>
                </a:lnTo>
                <a:cubicBezTo>
                  <a:pt x="2161" y="495"/>
                  <a:pt x="2263" y="393"/>
                  <a:pt x="2263" y="268"/>
                </a:cubicBezTo>
                <a:lnTo>
                  <a:pt x="2263" y="227"/>
                </a:lnTo>
                <a:cubicBezTo>
                  <a:pt x="2263" y="102"/>
                  <a:pt x="2161" y="0"/>
                  <a:pt x="2036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14" name="直接连接符 13"/>
          <p:cNvCxnSpPr>
            <a:stCxn id="12" idx="0"/>
          </p:cNvCxnSpPr>
          <p:nvPr userDrawn="1">
            <p:custDataLst>
              <p:tags r:id="rId4"/>
            </p:custDataLst>
          </p:nvPr>
        </p:nvCxnSpPr>
        <p:spPr>
          <a:xfrm flipV="1">
            <a:off x="1506974" y="3562043"/>
            <a:ext cx="7620" cy="1665605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işḻïḓe"/>
          <p:cNvSpPr/>
          <p:nvPr>
            <p:custDataLst>
              <p:tags r:id="rId5"/>
            </p:custDataLst>
          </p:nvPr>
        </p:nvSpPr>
        <p:spPr>
          <a:xfrm>
            <a:off x="5737860" y="5391785"/>
            <a:ext cx="713105" cy="713105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îSḻïde"/>
          <p:cNvSpPr/>
          <p:nvPr>
            <p:custDataLst>
              <p:tags r:id="rId6"/>
            </p:custDataLst>
          </p:nvPr>
        </p:nvSpPr>
        <p:spPr>
          <a:xfrm>
            <a:off x="5936615" y="5544820"/>
            <a:ext cx="315595" cy="407035"/>
          </a:xfrm>
          <a:custGeom>
            <a:avLst/>
            <a:gdLst>
              <a:gd name="T0" fmla="*/ 561 w 580"/>
              <a:gd name="T1" fmla="*/ 78 h 748"/>
              <a:gd name="T2" fmla="*/ 496 w 580"/>
              <a:gd name="T3" fmla="*/ 20 h 748"/>
              <a:gd name="T4" fmla="*/ 496 w 580"/>
              <a:gd name="T5" fmla="*/ 0 h 748"/>
              <a:gd name="T6" fmla="*/ 0 w 580"/>
              <a:gd name="T7" fmla="*/ 0 h 748"/>
              <a:gd name="T8" fmla="*/ 0 w 580"/>
              <a:gd name="T9" fmla="*/ 670 h 748"/>
              <a:gd name="T10" fmla="*/ 84 w 580"/>
              <a:gd name="T11" fmla="*/ 748 h 748"/>
              <a:gd name="T12" fmla="*/ 580 w 580"/>
              <a:gd name="T13" fmla="*/ 748 h 748"/>
              <a:gd name="T14" fmla="*/ 580 w 580"/>
              <a:gd name="T15" fmla="*/ 78 h 748"/>
              <a:gd name="T16" fmla="*/ 561 w 580"/>
              <a:gd name="T17" fmla="*/ 78 h 748"/>
              <a:gd name="T18" fmla="*/ 561 w 580"/>
              <a:gd name="T19" fmla="*/ 78 h 748"/>
              <a:gd name="T20" fmla="*/ 557 w 580"/>
              <a:gd name="T21" fmla="*/ 91 h 748"/>
              <a:gd name="T22" fmla="*/ 557 w 580"/>
              <a:gd name="T23" fmla="*/ 724 h 748"/>
              <a:gd name="T24" fmla="*/ 96 w 580"/>
              <a:gd name="T25" fmla="*/ 724 h 748"/>
              <a:gd name="T26" fmla="*/ 96 w 580"/>
              <a:gd name="T27" fmla="*/ 721 h 748"/>
              <a:gd name="T28" fmla="*/ 93 w 580"/>
              <a:gd name="T29" fmla="*/ 721 h 748"/>
              <a:gd name="T30" fmla="*/ 84 w 580"/>
              <a:gd name="T31" fmla="*/ 712 h 748"/>
              <a:gd name="T32" fmla="*/ 80 w 580"/>
              <a:gd name="T33" fmla="*/ 709 h 748"/>
              <a:gd name="T34" fmla="*/ 77 w 580"/>
              <a:gd name="T35" fmla="*/ 706 h 748"/>
              <a:gd name="T36" fmla="*/ 47 w 580"/>
              <a:gd name="T37" fmla="*/ 676 h 748"/>
              <a:gd name="T38" fmla="*/ 44 w 580"/>
              <a:gd name="T39" fmla="*/ 673 h 748"/>
              <a:gd name="T40" fmla="*/ 41 w 580"/>
              <a:gd name="T41" fmla="*/ 670 h 748"/>
              <a:gd name="T42" fmla="*/ 84 w 580"/>
              <a:gd name="T43" fmla="*/ 670 h 748"/>
              <a:gd name="T44" fmla="*/ 96 w 580"/>
              <a:gd name="T45" fmla="*/ 670 h 748"/>
              <a:gd name="T46" fmla="*/ 496 w 580"/>
              <a:gd name="T47" fmla="*/ 670 h 748"/>
              <a:gd name="T48" fmla="*/ 496 w 580"/>
              <a:gd name="T49" fmla="*/ 90 h 748"/>
              <a:gd name="T50" fmla="*/ 496 w 580"/>
              <a:gd name="T51" fmla="*/ 78 h 748"/>
              <a:gd name="T52" fmla="*/ 496 w 580"/>
              <a:gd name="T53" fmla="*/ 37 h 748"/>
              <a:gd name="T54" fmla="*/ 543 w 580"/>
              <a:gd name="T55" fmla="*/ 78 h 748"/>
              <a:gd name="T56" fmla="*/ 557 w 580"/>
              <a:gd name="T57" fmla="*/ 90 h 748"/>
              <a:gd name="T58" fmla="*/ 557 w 580"/>
              <a:gd name="T59" fmla="*/ 91 h 7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80" h="748">
                <a:moveTo>
                  <a:pt x="561" y="78"/>
                </a:moveTo>
                <a:lnTo>
                  <a:pt x="496" y="20"/>
                </a:lnTo>
                <a:lnTo>
                  <a:pt x="496" y="0"/>
                </a:lnTo>
                <a:lnTo>
                  <a:pt x="0" y="0"/>
                </a:lnTo>
                <a:lnTo>
                  <a:pt x="0" y="670"/>
                </a:lnTo>
                <a:lnTo>
                  <a:pt x="84" y="748"/>
                </a:lnTo>
                <a:lnTo>
                  <a:pt x="580" y="748"/>
                </a:lnTo>
                <a:lnTo>
                  <a:pt x="580" y="78"/>
                </a:lnTo>
                <a:lnTo>
                  <a:pt x="561" y="78"/>
                </a:lnTo>
                <a:lnTo>
                  <a:pt x="561" y="78"/>
                </a:lnTo>
                <a:close/>
                <a:moveTo>
                  <a:pt x="557" y="91"/>
                </a:moveTo>
                <a:lnTo>
                  <a:pt x="557" y="724"/>
                </a:lnTo>
                <a:lnTo>
                  <a:pt x="96" y="724"/>
                </a:lnTo>
                <a:lnTo>
                  <a:pt x="96" y="721"/>
                </a:lnTo>
                <a:lnTo>
                  <a:pt x="93" y="721"/>
                </a:lnTo>
                <a:lnTo>
                  <a:pt x="84" y="712"/>
                </a:lnTo>
                <a:lnTo>
                  <a:pt x="80" y="709"/>
                </a:lnTo>
                <a:lnTo>
                  <a:pt x="77" y="706"/>
                </a:lnTo>
                <a:lnTo>
                  <a:pt x="47" y="676"/>
                </a:lnTo>
                <a:lnTo>
                  <a:pt x="44" y="673"/>
                </a:lnTo>
                <a:lnTo>
                  <a:pt x="41" y="670"/>
                </a:lnTo>
                <a:lnTo>
                  <a:pt x="84" y="670"/>
                </a:lnTo>
                <a:lnTo>
                  <a:pt x="96" y="670"/>
                </a:lnTo>
                <a:lnTo>
                  <a:pt x="496" y="670"/>
                </a:lnTo>
                <a:lnTo>
                  <a:pt x="496" y="90"/>
                </a:lnTo>
                <a:lnTo>
                  <a:pt x="496" y="78"/>
                </a:lnTo>
                <a:lnTo>
                  <a:pt x="496" y="37"/>
                </a:lnTo>
                <a:lnTo>
                  <a:pt x="543" y="78"/>
                </a:lnTo>
                <a:lnTo>
                  <a:pt x="557" y="90"/>
                </a:lnTo>
                <a:lnTo>
                  <a:pt x="557" y="91"/>
                </a:lnTo>
                <a:close/>
              </a:path>
            </a:pathLst>
          </a:custGeom>
          <a:solidFill>
            <a:schemeClr val="bg1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>
            <a:stCxn id="16" idx="0"/>
          </p:cNvCxnSpPr>
          <p:nvPr userDrawn="1">
            <p:custDataLst>
              <p:tags r:id="rId7"/>
            </p:custDataLst>
          </p:nvPr>
        </p:nvCxnSpPr>
        <p:spPr>
          <a:xfrm flipV="1">
            <a:off x="6094731" y="3743333"/>
            <a:ext cx="1270" cy="1648460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" name="íṣḻïḑé"/>
          <p:cNvSpPr/>
          <p:nvPr>
            <p:custDataLst>
              <p:tags r:id="rId8"/>
            </p:custDataLst>
          </p:nvPr>
        </p:nvSpPr>
        <p:spPr>
          <a:xfrm>
            <a:off x="3367405" y="5028565"/>
            <a:ext cx="713105" cy="713105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îṡļïdê"/>
          <p:cNvSpPr/>
          <p:nvPr>
            <p:custDataLst>
              <p:tags r:id="rId9"/>
            </p:custDataLst>
          </p:nvPr>
        </p:nvSpPr>
        <p:spPr>
          <a:xfrm>
            <a:off x="3521075" y="5225415"/>
            <a:ext cx="407035" cy="319405"/>
          </a:xfrm>
          <a:custGeom>
            <a:avLst/>
            <a:gdLst>
              <a:gd name="T0" fmla="*/ 2873 w 2896"/>
              <a:gd name="T1" fmla="*/ 141 h 2277"/>
              <a:gd name="T2" fmla="*/ 2818 w 2896"/>
              <a:gd name="T3" fmla="*/ 127 h 2277"/>
              <a:gd name="T4" fmla="*/ 2663 w 2896"/>
              <a:gd name="T5" fmla="*/ 154 h 2277"/>
              <a:gd name="T6" fmla="*/ 2633 w 2896"/>
              <a:gd name="T7" fmla="*/ 142 h 2277"/>
              <a:gd name="T8" fmla="*/ 2061 w 2896"/>
              <a:gd name="T9" fmla="*/ 99 h 2277"/>
              <a:gd name="T10" fmla="*/ 2035 w 2896"/>
              <a:gd name="T11" fmla="*/ 99 h 2277"/>
              <a:gd name="T12" fmla="*/ 2035 w 2896"/>
              <a:gd name="T13" fmla="*/ 70 h 2277"/>
              <a:gd name="T14" fmla="*/ 2009 w 2896"/>
              <a:gd name="T15" fmla="*/ 18 h 2277"/>
              <a:gd name="T16" fmla="*/ 1953 w 2896"/>
              <a:gd name="T17" fmla="*/ 5 h 2277"/>
              <a:gd name="T18" fmla="*/ 1695 w 2896"/>
              <a:gd name="T19" fmla="*/ 65 h 2277"/>
              <a:gd name="T20" fmla="*/ 1644 w 2896"/>
              <a:gd name="T21" fmla="*/ 129 h 2277"/>
              <a:gd name="T22" fmla="*/ 1644 w 2896"/>
              <a:gd name="T23" fmla="*/ 178 h 2277"/>
              <a:gd name="T24" fmla="*/ 1448 w 2896"/>
              <a:gd name="T25" fmla="*/ 320 h 2277"/>
              <a:gd name="T26" fmla="*/ 1120 w 2896"/>
              <a:gd name="T27" fmla="*/ 127 h 2277"/>
              <a:gd name="T28" fmla="*/ 835 w 2896"/>
              <a:gd name="T29" fmla="*/ 99 h 2277"/>
              <a:gd name="T30" fmla="*/ 263 w 2896"/>
              <a:gd name="T31" fmla="*/ 142 h 2277"/>
              <a:gd name="T32" fmla="*/ 234 w 2896"/>
              <a:gd name="T33" fmla="*/ 154 h 2277"/>
              <a:gd name="T34" fmla="*/ 78 w 2896"/>
              <a:gd name="T35" fmla="*/ 127 h 2277"/>
              <a:gd name="T36" fmla="*/ 24 w 2896"/>
              <a:gd name="T37" fmla="*/ 141 h 2277"/>
              <a:gd name="T38" fmla="*/ 0 w 2896"/>
              <a:gd name="T39" fmla="*/ 192 h 2277"/>
              <a:gd name="T40" fmla="*/ 0 w 2896"/>
              <a:gd name="T41" fmla="*/ 1912 h 2277"/>
              <a:gd name="T42" fmla="*/ 55 w 2896"/>
              <a:gd name="T43" fmla="*/ 1978 h 2277"/>
              <a:gd name="T44" fmla="*/ 1200 w 2896"/>
              <a:gd name="T45" fmla="*/ 2181 h 2277"/>
              <a:gd name="T46" fmla="*/ 1200 w 2896"/>
              <a:gd name="T47" fmla="*/ 2211 h 2277"/>
              <a:gd name="T48" fmla="*/ 1267 w 2896"/>
              <a:gd name="T49" fmla="*/ 2277 h 2277"/>
              <a:gd name="T50" fmla="*/ 1607 w 2896"/>
              <a:gd name="T51" fmla="*/ 2277 h 2277"/>
              <a:gd name="T52" fmla="*/ 1674 w 2896"/>
              <a:gd name="T53" fmla="*/ 2211 h 2277"/>
              <a:gd name="T54" fmla="*/ 1674 w 2896"/>
              <a:gd name="T55" fmla="*/ 2185 h 2277"/>
              <a:gd name="T56" fmla="*/ 2841 w 2896"/>
              <a:gd name="T57" fmla="*/ 1978 h 2277"/>
              <a:gd name="T58" fmla="*/ 2896 w 2896"/>
              <a:gd name="T59" fmla="*/ 1912 h 2277"/>
              <a:gd name="T60" fmla="*/ 2896 w 2896"/>
              <a:gd name="T61" fmla="*/ 192 h 2277"/>
              <a:gd name="T62" fmla="*/ 2873 w 2896"/>
              <a:gd name="T63" fmla="*/ 141 h 2277"/>
              <a:gd name="T64" fmla="*/ 1644 w 2896"/>
              <a:gd name="T65" fmla="*/ 332 h 2277"/>
              <a:gd name="T66" fmla="*/ 1644 w 2896"/>
              <a:gd name="T67" fmla="*/ 1072 h 2277"/>
              <a:gd name="T68" fmla="*/ 1693 w 2896"/>
              <a:gd name="T69" fmla="*/ 1136 h 2277"/>
              <a:gd name="T70" fmla="*/ 1710 w 2896"/>
              <a:gd name="T71" fmla="*/ 1138 h 2277"/>
              <a:gd name="T72" fmla="*/ 1768 w 2896"/>
              <a:gd name="T73" fmla="*/ 1104 h 2277"/>
              <a:gd name="T74" fmla="*/ 1845 w 2896"/>
              <a:gd name="T75" fmla="*/ 968 h 2277"/>
              <a:gd name="T76" fmla="*/ 1916 w 2896"/>
              <a:gd name="T77" fmla="*/ 1056 h 2277"/>
              <a:gd name="T78" fmla="*/ 1990 w 2896"/>
              <a:gd name="T79" fmla="*/ 1077 h 2277"/>
              <a:gd name="T80" fmla="*/ 2035 w 2896"/>
              <a:gd name="T81" fmla="*/ 1014 h 2277"/>
              <a:gd name="T82" fmla="*/ 2035 w 2896"/>
              <a:gd name="T83" fmla="*/ 232 h 2277"/>
              <a:gd name="T84" fmla="*/ 2061 w 2896"/>
              <a:gd name="T85" fmla="*/ 232 h 2277"/>
              <a:gd name="T86" fmla="*/ 2557 w 2896"/>
              <a:gd name="T87" fmla="*/ 267 h 2277"/>
              <a:gd name="T88" fmla="*/ 2557 w 2896"/>
              <a:gd name="T89" fmla="*/ 1757 h 2277"/>
              <a:gd name="T90" fmla="*/ 2051 w 2896"/>
              <a:gd name="T91" fmla="*/ 1718 h 2277"/>
              <a:gd name="T92" fmla="*/ 1781 w 2896"/>
              <a:gd name="T93" fmla="*/ 1741 h 2277"/>
              <a:gd name="T94" fmla="*/ 1515 w 2896"/>
              <a:gd name="T95" fmla="*/ 1831 h 2277"/>
              <a:gd name="T96" fmla="*/ 1515 w 2896"/>
              <a:gd name="T97" fmla="*/ 445 h 2277"/>
              <a:gd name="T98" fmla="*/ 1644 w 2896"/>
              <a:gd name="T99" fmla="*/ 332 h 2277"/>
              <a:gd name="T100" fmla="*/ 1083 w 2896"/>
              <a:gd name="T101" fmla="*/ 255 h 2277"/>
              <a:gd name="T102" fmla="*/ 1382 w 2896"/>
              <a:gd name="T103" fmla="*/ 445 h 2277"/>
              <a:gd name="T104" fmla="*/ 1382 w 2896"/>
              <a:gd name="T105" fmla="*/ 1831 h 2277"/>
              <a:gd name="T106" fmla="*/ 1115 w 2896"/>
              <a:gd name="T107" fmla="*/ 1741 h 2277"/>
              <a:gd name="T108" fmla="*/ 845 w 2896"/>
              <a:gd name="T109" fmla="*/ 1718 h 2277"/>
              <a:gd name="T110" fmla="*/ 339 w 2896"/>
              <a:gd name="T111" fmla="*/ 1757 h 2277"/>
              <a:gd name="T112" fmla="*/ 339 w 2896"/>
              <a:gd name="T113" fmla="*/ 267 h 2277"/>
              <a:gd name="T114" fmla="*/ 835 w 2896"/>
              <a:gd name="T115" fmla="*/ 232 h 2277"/>
              <a:gd name="T116" fmla="*/ 1083 w 2896"/>
              <a:gd name="T117" fmla="*/ 255 h 2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96" h="2277">
                <a:moveTo>
                  <a:pt x="2873" y="141"/>
                </a:moveTo>
                <a:cubicBezTo>
                  <a:pt x="2857" y="129"/>
                  <a:pt x="2838" y="123"/>
                  <a:pt x="2818" y="127"/>
                </a:cubicBezTo>
                <a:lnTo>
                  <a:pt x="2663" y="154"/>
                </a:lnTo>
                <a:cubicBezTo>
                  <a:pt x="2654" y="148"/>
                  <a:pt x="2644" y="144"/>
                  <a:pt x="2633" y="142"/>
                </a:cubicBezTo>
                <a:cubicBezTo>
                  <a:pt x="2621" y="141"/>
                  <a:pt x="2322" y="99"/>
                  <a:pt x="2061" y="99"/>
                </a:cubicBezTo>
                <a:cubicBezTo>
                  <a:pt x="2052" y="99"/>
                  <a:pt x="2043" y="99"/>
                  <a:pt x="2035" y="99"/>
                </a:cubicBezTo>
                <a:lnTo>
                  <a:pt x="2035" y="70"/>
                </a:lnTo>
                <a:cubicBezTo>
                  <a:pt x="2035" y="49"/>
                  <a:pt x="2025" y="30"/>
                  <a:pt x="2009" y="18"/>
                </a:cubicBezTo>
                <a:cubicBezTo>
                  <a:pt x="1994" y="5"/>
                  <a:pt x="1973" y="0"/>
                  <a:pt x="1953" y="5"/>
                </a:cubicBezTo>
                <a:lnTo>
                  <a:pt x="1695" y="65"/>
                </a:lnTo>
                <a:cubicBezTo>
                  <a:pt x="1665" y="72"/>
                  <a:pt x="1644" y="98"/>
                  <a:pt x="1644" y="129"/>
                </a:cubicBezTo>
                <a:lnTo>
                  <a:pt x="1644" y="178"/>
                </a:lnTo>
                <a:cubicBezTo>
                  <a:pt x="1554" y="223"/>
                  <a:pt x="1489" y="278"/>
                  <a:pt x="1448" y="320"/>
                </a:cubicBezTo>
                <a:cubicBezTo>
                  <a:pt x="1389" y="259"/>
                  <a:pt x="1281" y="172"/>
                  <a:pt x="1120" y="127"/>
                </a:cubicBezTo>
                <a:cubicBezTo>
                  <a:pt x="1052" y="108"/>
                  <a:pt x="959" y="99"/>
                  <a:pt x="835" y="99"/>
                </a:cubicBezTo>
                <a:cubicBezTo>
                  <a:pt x="574" y="99"/>
                  <a:pt x="276" y="141"/>
                  <a:pt x="263" y="142"/>
                </a:cubicBezTo>
                <a:cubicBezTo>
                  <a:pt x="252" y="144"/>
                  <a:pt x="242" y="148"/>
                  <a:pt x="234" y="154"/>
                </a:cubicBezTo>
                <a:lnTo>
                  <a:pt x="78" y="127"/>
                </a:lnTo>
                <a:cubicBezTo>
                  <a:pt x="59" y="123"/>
                  <a:pt x="39" y="129"/>
                  <a:pt x="24" y="141"/>
                </a:cubicBezTo>
                <a:cubicBezTo>
                  <a:pt x="9" y="154"/>
                  <a:pt x="0" y="173"/>
                  <a:pt x="0" y="192"/>
                </a:cubicBezTo>
                <a:lnTo>
                  <a:pt x="0" y="1912"/>
                </a:lnTo>
                <a:cubicBezTo>
                  <a:pt x="0" y="1944"/>
                  <a:pt x="23" y="1972"/>
                  <a:pt x="55" y="1978"/>
                </a:cubicBezTo>
                <a:lnTo>
                  <a:pt x="1200" y="2181"/>
                </a:lnTo>
                <a:lnTo>
                  <a:pt x="1200" y="2211"/>
                </a:lnTo>
                <a:cubicBezTo>
                  <a:pt x="1200" y="2248"/>
                  <a:pt x="1230" y="2277"/>
                  <a:pt x="1267" y="2277"/>
                </a:cubicBezTo>
                <a:lnTo>
                  <a:pt x="1607" y="2277"/>
                </a:lnTo>
                <a:cubicBezTo>
                  <a:pt x="1644" y="2277"/>
                  <a:pt x="1674" y="2248"/>
                  <a:pt x="1674" y="2211"/>
                </a:cubicBezTo>
                <a:lnTo>
                  <a:pt x="1674" y="2185"/>
                </a:lnTo>
                <a:lnTo>
                  <a:pt x="2841" y="1978"/>
                </a:lnTo>
                <a:cubicBezTo>
                  <a:pt x="2873" y="1972"/>
                  <a:pt x="2896" y="1944"/>
                  <a:pt x="2896" y="1912"/>
                </a:cubicBezTo>
                <a:lnTo>
                  <a:pt x="2896" y="192"/>
                </a:lnTo>
                <a:cubicBezTo>
                  <a:pt x="2896" y="173"/>
                  <a:pt x="2888" y="154"/>
                  <a:pt x="2873" y="141"/>
                </a:cubicBezTo>
                <a:close/>
                <a:moveTo>
                  <a:pt x="1644" y="332"/>
                </a:moveTo>
                <a:lnTo>
                  <a:pt x="1644" y="1072"/>
                </a:lnTo>
                <a:cubicBezTo>
                  <a:pt x="1644" y="1102"/>
                  <a:pt x="1664" y="1129"/>
                  <a:pt x="1693" y="1136"/>
                </a:cubicBezTo>
                <a:cubicBezTo>
                  <a:pt x="1699" y="1138"/>
                  <a:pt x="1705" y="1138"/>
                  <a:pt x="1710" y="1138"/>
                </a:cubicBezTo>
                <a:cubicBezTo>
                  <a:pt x="1734" y="1138"/>
                  <a:pt x="1756" y="1126"/>
                  <a:pt x="1768" y="1104"/>
                </a:cubicBezTo>
                <a:lnTo>
                  <a:pt x="1845" y="968"/>
                </a:lnTo>
                <a:lnTo>
                  <a:pt x="1916" y="1056"/>
                </a:lnTo>
                <a:cubicBezTo>
                  <a:pt x="1934" y="1078"/>
                  <a:pt x="1964" y="1086"/>
                  <a:pt x="1990" y="1077"/>
                </a:cubicBezTo>
                <a:cubicBezTo>
                  <a:pt x="2017" y="1067"/>
                  <a:pt x="2035" y="1042"/>
                  <a:pt x="2035" y="1014"/>
                </a:cubicBezTo>
                <a:lnTo>
                  <a:pt x="2035" y="232"/>
                </a:lnTo>
                <a:cubicBezTo>
                  <a:pt x="2043" y="232"/>
                  <a:pt x="2052" y="232"/>
                  <a:pt x="2061" y="232"/>
                </a:cubicBezTo>
                <a:cubicBezTo>
                  <a:pt x="2247" y="232"/>
                  <a:pt x="2458" y="255"/>
                  <a:pt x="2557" y="267"/>
                </a:cubicBezTo>
                <a:lnTo>
                  <a:pt x="2557" y="1757"/>
                </a:lnTo>
                <a:cubicBezTo>
                  <a:pt x="2449" y="1742"/>
                  <a:pt x="2244" y="1718"/>
                  <a:pt x="2051" y="1718"/>
                </a:cubicBezTo>
                <a:cubicBezTo>
                  <a:pt x="1943" y="1718"/>
                  <a:pt x="1852" y="1726"/>
                  <a:pt x="1781" y="1741"/>
                </a:cubicBezTo>
                <a:cubicBezTo>
                  <a:pt x="1659" y="1766"/>
                  <a:pt x="1574" y="1800"/>
                  <a:pt x="1515" y="1831"/>
                </a:cubicBezTo>
                <a:lnTo>
                  <a:pt x="1515" y="445"/>
                </a:lnTo>
                <a:cubicBezTo>
                  <a:pt x="1533" y="422"/>
                  <a:pt x="1576" y="376"/>
                  <a:pt x="1644" y="332"/>
                </a:cubicBezTo>
                <a:close/>
                <a:moveTo>
                  <a:pt x="1083" y="255"/>
                </a:moveTo>
                <a:cubicBezTo>
                  <a:pt x="1253" y="303"/>
                  <a:pt x="1350" y="407"/>
                  <a:pt x="1382" y="445"/>
                </a:cubicBezTo>
                <a:lnTo>
                  <a:pt x="1382" y="1831"/>
                </a:lnTo>
                <a:cubicBezTo>
                  <a:pt x="1323" y="1800"/>
                  <a:pt x="1237" y="1766"/>
                  <a:pt x="1115" y="1741"/>
                </a:cubicBezTo>
                <a:cubicBezTo>
                  <a:pt x="1044" y="1726"/>
                  <a:pt x="953" y="1718"/>
                  <a:pt x="845" y="1718"/>
                </a:cubicBezTo>
                <a:cubicBezTo>
                  <a:pt x="652" y="1718"/>
                  <a:pt x="448" y="1742"/>
                  <a:pt x="339" y="1757"/>
                </a:cubicBezTo>
                <a:lnTo>
                  <a:pt x="339" y="267"/>
                </a:lnTo>
                <a:cubicBezTo>
                  <a:pt x="439" y="255"/>
                  <a:pt x="650" y="232"/>
                  <a:pt x="835" y="232"/>
                </a:cubicBezTo>
                <a:cubicBezTo>
                  <a:pt x="945" y="232"/>
                  <a:pt x="1029" y="240"/>
                  <a:pt x="1083" y="255"/>
                </a:cubicBezTo>
                <a:close/>
              </a:path>
            </a:pathLst>
          </a:custGeom>
          <a:solidFill>
            <a:schemeClr val="bg1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22" name="直接连接符 21"/>
          <p:cNvCxnSpPr>
            <a:stCxn id="20" idx="0"/>
          </p:cNvCxnSpPr>
          <p:nvPr userDrawn="1">
            <p:custDataLst>
              <p:tags r:id="rId10"/>
            </p:custDataLst>
          </p:nvPr>
        </p:nvCxnSpPr>
        <p:spPr>
          <a:xfrm flipV="1">
            <a:off x="3724335" y="2856620"/>
            <a:ext cx="76835" cy="217170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ís1ídé"/>
          <p:cNvSpPr/>
          <p:nvPr>
            <p:custDataLst>
              <p:tags r:id="rId11"/>
            </p:custDataLst>
          </p:nvPr>
        </p:nvSpPr>
        <p:spPr>
          <a:xfrm>
            <a:off x="7992745" y="4531995"/>
            <a:ext cx="713105" cy="713105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îsḻïḑe"/>
          <p:cNvSpPr/>
          <p:nvPr>
            <p:custDataLst>
              <p:tags r:id="rId12"/>
            </p:custDataLst>
          </p:nvPr>
        </p:nvSpPr>
        <p:spPr>
          <a:xfrm>
            <a:off x="8146415" y="4747895"/>
            <a:ext cx="407035" cy="280670"/>
          </a:xfrm>
          <a:custGeom>
            <a:avLst/>
            <a:gdLst>
              <a:gd name="T0" fmla="*/ 455839 w 606244"/>
              <a:gd name="T1" fmla="*/ 455839 w 606244"/>
              <a:gd name="T2" fmla="*/ 600116 w 606244"/>
              <a:gd name="T3" fmla="*/ 600116 w 606244"/>
              <a:gd name="T4" fmla="*/ 600116 w 606244"/>
              <a:gd name="T5" fmla="*/ 600116 w 606244"/>
              <a:gd name="T6" fmla="*/ 600116 w 606244"/>
              <a:gd name="T7" fmla="*/ 600116 w 606244"/>
              <a:gd name="T8" fmla="*/ 600116 w 606244"/>
              <a:gd name="T9" fmla="*/ 600116 w 606244"/>
              <a:gd name="T10" fmla="*/ 600116 w 606244"/>
              <a:gd name="T11" fmla="*/ 600116 w 606244"/>
              <a:gd name="T12" fmla="*/ 600116 w 606244"/>
              <a:gd name="T13" fmla="*/ 600116 w 606244"/>
              <a:gd name="T14" fmla="*/ 600116 w 606244"/>
              <a:gd name="T15" fmla="*/ 600116 w 606244"/>
              <a:gd name="T16" fmla="*/ 600116 w 606244"/>
              <a:gd name="T17" fmla="*/ 600116 w 606244"/>
              <a:gd name="T18" fmla="*/ 600116 w 606244"/>
              <a:gd name="T19" fmla="*/ 600116 w 606244"/>
              <a:gd name="T20" fmla="*/ 600116 w 606244"/>
              <a:gd name="T21" fmla="*/ 600116 w 606244"/>
              <a:gd name="T22" fmla="*/ 600116 w 606244"/>
              <a:gd name="T23" fmla="*/ 600116 w 606244"/>
              <a:gd name="T24" fmla="*/ 600116 w 606244"/>
              <a:gd name="T25" fmla="*/ 600116 w 606244"/>
              <a:gd name="T26" fmla="*/ 600116 w 606244"/>
              <a:gd name="T27" fmla="*/ 600116 w 606244"/>
              <a:gd name="T28" fmla="*/ 600116 w 606244"/>
              <a:gd name="T29" fmla="*/ 600116 w 606244"/>
              <a:gd name="T30" fmla="*/ 600116 w 606244"/>
              <a:gd name="T31" fmla="*/ 600116 w 606244"/>
              <a:gd name="T32" fmla="*/ 600116 w 606244"/>
              <a:gd name="T33" fmla="*/ 600116 w 606244"/>
              <a:gd name="T34" fmla="*/ 600116 w 606244"/>
              <a:gd name="T35" fmla="*/ 600116 w 606244"/>
              <a:gd name="T36" fmla="*/ 600116 w 606244"/>
              <a:gd name="T37" fmla="*/ 600116 w 606244"/>
              <a:gd name="T38" fmla="*/ 600116 w 606244"/>
              <a:gd name="T39" fmla="*/ 600116 w 606244"/>
              <a:gd name="T40" fmla="*/ 600116 w 606244"/>
              <a:gd name="T41" fmla="*/ 600116 w 606244"/>
              <a:gd name="T42" fmla="*/ 600116 w 606244"/>
              <a:gd name="T43" fmla="*/ 600116 w 606244"/>
              <a:gd name="T44" fmla="*/ 600116 w 606244"/>
              <a:gd name="T45" fmla="*/ 600116 w 606244"/>
              <a:gd name="T46" fmla="*/ 600116 w 606244"/>
              <a:gd name="T47" fmla="*/ 600116 w 606244"/>
              <a:gd name="T48" fmla="*/ 600116 w 606244"/>
              <a:gd name="T49" fmla="*/ 600116 w 606244"/>
              <a:gd name="T50" fmla="*/ 600116 w 606244"/>
              <a:gd name="T51" fmla="*/ 600116 w 606244"/>
              <a:gd name="T52" fmla="*/ 600116 w 606244"/>
              <a:gd name="T53" fmla="*/ 600116 w 606244"/>
              <a:gd name="T54" fmla="*/ 600116 w 606244"/>
              <a:gd name="T55" fmla="*/ 600116 w 606244"/>
              <a:gd name="T56" fmla="*/ 600116 w 606244"/>
              <a:gd name="T57" fmla="*/ 600116 w 606244"/>
              <a:gd name="T58" fmla="*/ 600116 w 606244"/>
              <a:gd name="T59" fmla="*/ 600116 w 606244"/>
              <a:gd name="T60" fmla="*/ 600116 w 606244"/>
              <a:gd name="T61" fmla="*/ 600116 w 606244"/>
              <a:gd name="T62" fmla="*/ 600116 w 606244"/>
              <a:gd name="T63" fmla="*/ 600116 w 606244"/>
              <a:gd name="T64" fmla="*/ 600116 w 606244"/>
              <a:gd name="T65" fmla="*/ 600116 w 606244"/>
              <a:gd name="T66" fmla="*/ 600116 w 606244"/>
              <a:gd name="T67" fmla="*/ 600116 w 606244"/>
              <a:gd name="T68" fmla="*/ 600116 w 606244"/>
              <a:gd name="T69" fmla="*/ 600116 w 606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47" h="240">
                <a:moveTo>
                  <a:pt x="347" y="94"/>
                </a:moveTo>
                <a:cubicBezTo>
                  <a:pt x="347" y="97"/>
                  <a:pt x="345" y="100"/>
                  <a:pt x="343" y="103"/>
                </a:cubicBezTo>
                <a:lnTo>
                  <a:pt x="209" y="236"/>
                </a:lnTo>
                <a:cubicBezTo>
                  <a:pt x="207" y="239"/>
                  <a:pt x="204" y="240"/>
                  <a:pt x="200" y="240"/>
                </a:cubicBezTo>
                <a:lnTo>
                  <a:pt x="53" y="240"/>
                </a:lnTo>
                <a:cubicBezTo>
                  <a:pt x="14" y="240"/>
                  <a:pt x="0" y="208"/>
                  <a:pt x="0" y="187"/>
                </a:cubicBezTo>
                <a:lnTo>
                  <a:pt x="0" y="174"/>
                </a:lnTo>
                <a:cubicBezTo>
                  <a:pt x="0" y="161"/>
                  <a:pt x="4" y="151"/>
                  <a:pt x="10" y="143"/>
                </a:cubicBezTo>
                <a:cubicBezTo>
                  <a:pt x="9" y="144"/>
                  <a:pt x="9" y="144"/>
                  <a:pt x="9" y="144"/>
                </a:cubicBezTo>
                <a:lnTo>
                  <a:pt x="11" y="142"/>
                </a:lnTo>
                <a:lnTo>
                  <a:pt x="11" y="141"/>
                </a:lnTo>
                <a:lnTo>
                  <a:pt x="40" y="107"/>
                </a:lnTo>
                <a:lnTo>
                  <a:pt x="133" y="14"/>
                </a:lnTo>
                <a:cubicBezTo>
                  <a:pt x="133" y="14"/>
                  <a:pt x="147" y="0"/>
                  <a:pt x="173" y="0"/>
                </a:cubicBezTo>
                <a:lnTo>
                  <a:pt x="293" y="0"/>
                </a:lnTo>
                <a:cubicBezTo>
                  <a:pt x="293" y="0"/>
                  <a:pt x="320" y="0"/>
                  <a:pt x="320" y="27"/>
                </a:cubicBezTo>
                <a:lnTo>
                  <a:pt x="320" y="44"/>
                </a:lnTo>
                <a:cubicBezTo>
                  <a:pt x="320" y="57"/>
                  <a:pt x="313" y="67"/>
                  <a:pt x="307" y="73"/>
                </a:cubicBezTo>
                <a:cubicBezTo>
                  <a:pt x="293" y="87"/>
                  <a:pt x="192" y="188"/>
                  <a:pt x="192" y="188"/>
                </a:cubicBezTo>
                <a:cubicBezTo>
                  <a:pt x="192" y="188"/>
                  <a:pt x="192" y="188"/>
                  <a:pt x="192" y="188"/>
                </a:cubicBezTo>
                <a:cubicBezTo>
                  <a:pt x="185" y="197"/>
                  <a:pt x="175" y="200"/>
                  <a:pt x="167" y="200"/>
                </a:cubicBezTo>
                <a:lnTo>
                  <a:pt x="67" y="200"/>
                </a:lnTo>
                <a:cubicBezTo>
                  <a:pt x="59" y="200"/>
                  <a:pt x="53" y="194"/>
                  <a:pt x="53" y="187"/>
                </a:cubicBezTo>
                <a:cubicBezTo>
                  <a:pt x="53" y="180"/>
                  <a:pt x="59" y="174"/>
                  <a:pt x="67" y="174"/>
                </a:cubicBezTo>
                <a:lnTo>
                  <a:pt x="167" y="174"/>
                </a:lnTo>
                <a:cubicBezTo>
                  <a:pt x="171" y="173"/>
                  <a:pt x="173" y="169"/>
                  <a:pt x="173" y="160"/>
                </a:cubicBezTo>
                <a:cubicBezTo>
                  <a:pt x="173" y="150"/>
                  <a:pt x="166" y="147"/>
                  <a:pt x="160" y="147"/>
                </a:cubicBezTo>
                <a:lnTo>
                  <a:pt x="53" y="147"/>
                </a:lnTo>
                <a:cubicBezTo>
                  <a:pt x="44" y="147"/>
                  <a:pt x="27" y="155"/>
                  <a:pt x="27" y="174"/>
                </a:cubicBezTo>
                <a:lnTo>
                  <a:pt x="27" y="187"/>
                </a:lnTo>
                <a:cubicBezTo>
                  <a:pt x="27" y="193"/>
                  <a:pt x="29" y="214"/>
                  <a:pt x="53" y="214"/>
                </a:cubicBezTo>
                <a:lnTo>
                  <a:pt x="194" y="214"/>
                </a:lnTo>
                <a:lnTo>
                  <a:pt x="324" y="84"/>
                </a:lnTo>
                <a:cubicBezTo>
                  <a:pt x="329" y="79"/>
                  <a:pt x="338" y="79"/>
                  <a:pt x="343" y="84"/>
                </a:cubicBezTo>
                <a:cubicBezTo>
                  <a:pt x="345" y="87"/>
                  <a:pt x="347" y="90"/>
                  <a:pt x="347" y="94"/>
                </a:cubicBezTo>
                <a:close/>
              </a:path>
            </a:pathLst>
          </a:custGeom>
          <a:solidFill>
            <a:schemeClr val="bg1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>
            <a:stCxn id="24" idx="0"/>
            <a:endCxn id="47" idx="2"/>
          </p:cNvCxnSpPr>
          <p:nvPr userDrawn="1">
            <p:custDataLst>
              <p:tags r:id="rId13"/>
            </p:custDataLst>
          </p:nvPr>
        </p:nvCxnSpPr>
        <p:spPr>
          <a:xfrm flipH="1" flipV="1">
            <a:off x="8343207" y="3577990"/>
            <a:ext cx="6350" cy="953770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îsľïḋè"/>
          <p:cNvSpPr/>
          <p:nvPr>
            <p:custDataLst>
              <p:tags r:id="rId14"/>
            </p:custDataLst>
          </p:nvPr>
        </p:nvSpPr>
        <p:spPr>
          <a:xfrm>
            <a:off x="10311130" y="5391785"/>
            <a:ext cx="713105" cy="713105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ïSļíḍé"/>
          <p:cNvSpPr/>
          <p:nvPr>
            <p:custDataLst>
              <p:tags r:id="rId15"/>
            </p:custDataLst>
          </p:nvPr>
        </p:nvSpPr>
        <p:spPr>
          <a:xfrm>
            <a:off x="10554335" y="5544820"/>
            <a:ext cx="227330" cy="407035"/>
          </a:xfrm>
          <a:custGeom>
            <a:avLst/>
            <a:gdLst>
              <a:gd name="T0" fmla="*/ 674 w 736"/>
              <a:gd name="T1" fmla="*/ 94 h 1320"/>
              <a:gd name="T2" fmla="*/ 519 w 736"/>
              <a:gd name="T3" fmla="*/ 47 h 1320"/>
              <a:gd name="T4" fmla="*/ 519 w 736"/>
              <a:gd name="T5" fmla="*/ 0 h 1320"/>
              <a:gd name="T6" fmla="*/ 0 w 736"/>
              <a:gd name="T7" fmla="*/ 282 h 1320"/>
              <a:gd name="T8" fmla="*/ 0 w 736"/>
              <a:gd name="T9" fmla="*/ 1260 h 1320"/>
              <a:gd name="T10" fmla="*/ 217 w 736"/>
              <a:gd name="T11" fmla="*/ 1320 h 1320"/>
              <a:gd name="T12" fmla="*/ 736 w 736"/>
              <a:gd name="T13" fmla="*/ 1039 h 1320"/>
              <a:gd name="T14" fmla="*/ 736 w 736"/>
              <a:gd name="T15" fmla="*/ 60 h 1320"/>
              <a:gd name="T16" fmla="*/ 674 w 736"/>
              <a:gd name="T17" fmla="*/ 94 h 1320"/>
              <a:gd name="T18" fmla="*/ 519 w 736"/>
              <a:gd name="T19" fmla="*/ 167 h 1320"/>
              <a:gd name="T20" fmla="*/ 495 w 736"/>
              <a:gd name="T21" fmla="*/ 180 h 1320"/>
              <a:gd name="T22" fmla="*/ 215 w 736"/>
              <a:gd name="T23" fmla="*/ 322 h 1320"/>
              <a:gd name="T24" fmla="*/ 74 w 736"/>
              <a:gd name="T25" fmla="*/ 282 h 1320"/>
              <a:gd name="T26" fmla="*/ 494 w 736"/>
              <a:gd name="T27" fmla="*/ 59 h 1320"/>
              <a:gd name="T28" fmla="*/ 495 w 736"/>
              <a:gd name="T29" fmla="*/ 59 h 1320"/>
              <a:gd name="T30" fmla="*/ 519 w 736"/>
              <a:gd name="T31" fmla="*/ 66 h 1320"/>
              <a:gd name="T32" fmla="*/ 643 w 736"/>
              <a:gd name="T33" fmla="*/ 104 h 1320"/>
              <a:gd name="T34" fmla="*/ 519 w 736"/>
              <a:gd name="T35" fmla="*/ 167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36" h="1320">
                <a:moveTo>
                  <a:pt x="674" y="94"/>
                </a:moveTo>
                <a:lnTo>
                  <a:pt x="519" y="47"/>
                </a:lnTo>
                <a:lnTo>
                  <a:pt x="519" y="0"/>
                </a:lnTo>
                <a:lnTo>
                  <a:pt x="0" y="282"/>
                </a:lnTo>
                <a:lnTo>
                  <a:pt x="0" y="1260"/>
                </a:lnTo>
                <a:lnTo>
                  <a:pt x="217" y="1320"/>
                </a:lnTo>
                <a:lnTo>
                  <a:pt x="736" y="1039"/>
                </a:lnTo>
                <a:lnTo>
                  <a:pt x="736" y="60"/>
                </a:lnTo>
                <a:lnTo>
                  <a:pt x="674" y="94"/>
                </a:lnTo>
                <a:close/>
                <a:moveTo>
                  <a:pt x="519" y="167"/>
                </a:moveTo>
                <a:lnTo>
                  <a:pt x="495" y="180"/>
                </a:lnTo>
                <a:lnTo>
                  <a:pt x="215" y="322"/>
                </a:lnTo>
                <a:lnTo>
                  <a:pt x="74" y="282"/>
                </a:lnTo>
                <a:lnTo>
                  <a:pt x="494" y="59"/>
                </a:lnTo>
                <a:lnTo>
                  <a:pt x="495" y="59"/>
                </a:lnTo>
                <a:lnTo>
                  <a:pt x="519" y="66"/>
                </a:lnTo>
                <a:lnTo>
                  <a:pt x="643" y="104"/>
                </a:lnTo>
                <a:lnTo>
                  <a:pt x="519" y="167"/>
                </a:lnTo>
                <a:close/>
              </a:path>
            </a:pathLst>
          </a:custGeom>
          <a:solidFill>
            <a:schemeClr val="bg1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>
            <a:stCxn id="28" idx="0"/>
            <a:endCxn id="50" idx="2"/>
          </p:cNvCxnSpPr>
          <p:nvPr userDrawn="1">
            <p:custDataLst>
              <p:tags r:id="rId16"/>
            </p:custDataLst>
          </p:nvPr>
        </p:nvCxnSpPr>
        <p:spPr>
          <a:xfrm flipH="1" flipV="1">
            <a:off x="10658992" y="3578102"/>
            <a:ext cx="8890" cy="1813560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>
            <p:custDataLst>
              <p:tags r:id="rId17"/>
            </p:custDataLst>
          </p:nvPr>
        </p:nvSpPr>
        <p:spPr>
          <a:xfrm>
            <a:off x="367323" y="1343029"/>
            <a:ext cx="2090868" cy="101566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 w="25400"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kumimoji="0" lang="en-US" altLang="zh-CN" sz="6000" b="1" i="0" u="none" strike="noStrike" kern="1200" cap="none" spc="-150" normalizeH="0" baseline="0" noProof="0" dirty="0">
              <a:ln w="25400"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2">
                      <a:alpha val="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448791" y="1930400"/>
            <a:ext cx="2342669" cy="1647768"/>
            <a:chOff x="1010" y="3039"/>
            <a:chExt cx="3689" cy="2595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1010" y="3794"/>
              <a:ext cx="2981" cy="18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endParaRPr lang="zh-CN" altLang="en-US" sz="1400" dirty="0"/>
            </a:p>
          </p:txBody>
        </p:sp>
        <p:sp>
          <p:nvSpPr>
            <p:cNvPr id="34" name="文本框 33"/>
            <p:cNvSpPr txBox="1"/>
            <p:nvPr>
              <p:custDataLst>
                <p:tags r:id="rId19"/>
              </p:custDataLst>
            </p:nvPr>
          </p:nvSpPr>
          <p:spPr>
            <a:xfrm>
              <a:off x="1010" y="3039"/>
              <a:ext cx="36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5" name="文本框 34"/>
          <p:cNvSpPr txBox="1"/>
          <p:nvPr userDrawn="1">
            <p:custDataLst>
              <p:tags r:id="rId20"/>
            </p:custDataLst>
          </p:nvPr>
        </p:nvSpPr>
        <p:spPr>
          <a:xfrm>
            <a:off x="2616493" y="1343664"/>
            <a:ext cx="2090868" cy="1014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 w="25400"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kumimoji="0" lang="en-US" altLang="zh-CN" sz="6000" b="1" i="0" u="none" strike="noStrike" kern="1200" cap="none" spc="-150" normalizeH="0" baseline="0" noProof="0" dirty="0">
              <a:ln w="25400"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2">
                      <a:alpha val="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文本框 35"/>
          <p:cNvSpPr txBox="1"/>
          <p:nvPr userDrawn="1">
            <p:custDataLst>
              <p:tags r:id="rId21"/>
            </p:custDataLst>
          </p:nvPr>
        </p:nvSpPr>
        <p:spPr>
          <a:xfrm>
            <a:off x="4945673" y="1394464"/>
            <a:ext cx="2090868" cy="1014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 w="25400"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kumimoji="0" lang="en-US" altLang="zh-CN" sz="6000" b="1" i="0" u="none" strike="noStrike" kern="1200" cap="none" spc="-150" normalizeH="0" baseline="0" noProof="0" dirty="0">
              <a:ln w="25400"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2">
                      <a:alpha val="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文本框 36"/>
          <p:cNvSpPr txBox="1"/>
          <p:nvPr userDrawn="1">
            <p:custDataLst>
              <p:tags r:id="rId22"/>
            </p:custDataLst>
          </p:nvPr>
        </p:nvSpPr>
        <p:spPr>
          <a:xfrm>
            <a:off x="7234848" y="1342394"/>
            <a:ext cx="2090868" cy="1014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 w="25400"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kumimoji="0" lang="en-US" altLang="zh-CN" sz="6000" b="1" i="0" u="none" strike="noStrike" kern="1200" cap="none" spc="-150" normalizeH="0" baseline="0" noProof="0" dirty="0">
              <a:ln w="25400"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2">
                      <a:alpha val="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文本框 37"/>
          <p:cNvSpPr txBox="1"/>
          <p:nvPr userDrawn="1">
            <p:custDataLst>
              <p:tags r:id="rId23"/>
            </p:custDataLst>
          </p:nvPr>
        </p:nvSpPr>
        <p:spPr>
          <a:xfrm>
            <a:off x="9721508" y="1341759"/>
            <a:ext cx="2090868" cy="1014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 w="25400"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  <a:endParaRPr kumimoji="0" lang="en-US" altLang="zh-CN" sz="6000" b="1" i="0" u="none" strike="noStrike" kern="1200" cap="none" spc="-150" normalizeH="0" baseline="0" noProof="0" dirty="0">
              <a:ln w="25400"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2">
                      <a:alpha val="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9" name="组合 38"/>
          <p:cNvGrpSpPr/>
          <p:nvPr userDrawn="1"/>
        </p:nvGrpSpPr>
        <p:grpSpPr>
          <a:xfrm>
            <a:off x="2764790" y="1930400"/>
            <a:ext cx="2342515" cy="2724785"/>
            <a:chOff x="1010" y="3039"/>
            <a:chExt cx="3689" cy="4291"/>
          </a:xfrm>
        </p:grpSpPr>
        <p:sp>
          <p:nvSpPr>
            <p:cNvPr id="40" name="矩形 39"/>
            <p:cNvSpPr/>
            <p:nvPr>
              <p:custDataLst>
                <p:tags r:id="rId24"/>
              </p:custDataLst>
            </p:nvPr>
          </p:nvSpPr>
          <p:spPr>
            <a:xfrm>
              <a:off x="1010" y="3794"/>
              <a:ext cx="2981" cy="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endParaRPr lang="zh-CN" altLang="en-US" sz="1400" dirty="0"/>
            </a:p>
          </p:txBody>
        </p:sp>
        <p:sp>
          <p:nvSpPr>
            <p:cNvPr id="41" name="文本框 40"/>
            <p:cNvSpPr txBox="1"/>
            <p:nvPr>
              <p:custDataLst>
                <p:tags r:id="rId25"/>
              </p:custDataLst>
            </p:nvPr>
          </p:nvSpPr>
          <p:spPr>
            <a:xfrm>
              <a:off x="1010" y="3039"/>
              <a:ext cx="36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>
            <a:off x="5080635" y="1930400"/>
            <a:ext cx="2342515" cy="1863090"/>
            <a:chOff x="1010" y="3039"/>
            <a:chExt cx="3689" cy="2934"/>
          </a:xfrm>
        </p:grpSpPr>
        <p:sp>
          <p:nvSpPr>
            <p:cNvPr id="43" name="矩形 42"/>
            <p:cNvSpPr/>
            <p:nvPr>
              <p:custDataLst>
                <p:tags r:id="rId26"/>
              </p:custDataLst>
            </p:nvPr>
          </p:nvSpPr>
          <p:spPr>
            <a:xfrm>
              <a:off x="1010" y="3794"/>
              <a:ext cx="2981" cy="21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endParaRPr lang="zh-CN" altLang="en-US" sz="1400" dirty="0"/>
            </a:p>
          </p:txBody>
        </p:sp>
        <p:sp>
          <p:nvSpPr>
            <p:cNvPr id="44" name="文本框 43"/>
            <p:cNvSpPr txBox="1"/>
            <p:nvPr>
              <p:custDataLst>
                <p:tags r:id="rId27"/>
              </p:custDataLst>
            </p:nvPr>
          </p:nvSpPr>
          <p:spPr>
            <a:xfrm>
              <a:off x="1010" y="3039"/>
              <a:ext cx="36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cxnSp>
        <p:nvCxnSpPr>
          <p:cNvPr id="45" name="直接连接符 44"/>
          <p:cNvCxnSpPr/>
          <p:nvPr userDrawn="1">
            <p:custDataLst>
              <p:tags r:id="rId28"/>
            </p:custDataLst>
          </p:nvPr>
        </p:nvCxnSpPr>
        <p:spPr>
          <a:xfrm flipV="1">
            <a:off x="3733107" y="4628915"/>
            <a:ext cx="635" cy="379095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 userDrawn="1"/>
        </p:nvGrpSpPr>
        <p:grpSpPr>
          <a:xfrm>
            <a:off x="7396480" y="1930400"/>
            <a:ext cx="2342515" cy="1647825"/>
            <a:chOff x="1010" y="3039"/>
            <a:chExt cx="3689" cy="2595"/>
          </a:xfrm>
        </p:grpSpPr>
        <p:sp>
          <p:nvSpPr>
            <p:cNvPr id="47" name="矩形 46"/>
            <p:cNvSpPr/>
            <p:nvPr>
              <p:custDataLst>
                <p:tags r:id="rId29"/>
              </p:custDataLst>
            </p:nvPr>
          </p:nvSpPr>
          <p:spPr>
            <a:xfrm>
              <a:off x="1010" y="3794"/>
              <a:ext cx="2981" cy="18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endParaRPr lang="zh-CN" altLang="en-US" sz="1400" dirty="0"/>
            </a:p>
          </p:txBody>
        </p:sp>
        <p:sp>
          <p:nvSpPr>
            <p:cNvPr id="48" name="文本框 47"/>
            <p:cNvSpPr txBox="1"/>
            <p:nvPr>
              <p:custDataLst>
                <p:tags r:id="rId30"/>
              </p:custDataLst>
            </p:nvPr>
          </p:nvSpPr>
          <p:spPr>
            <a:xfrm>
              <a:off x="1010" y="3039"/>
              <a:ext cx="36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9712325" y="1930400"/>
            <a:ext cx="2342515" cy="1647825"/>
            <a:chOff x="1010" y="3039"/>
            <a:chExt cx="3689" cy="2595"/>
          </a:xfrm>
        </p:grpSpPr>
        <p:sp>
          <p:nvSpPr>
            <p:cNvPr id="50" name="矩形 49"/>
            <p:cNvSpPr/>
            <p:nvPr>
              <p:custDataLst>
                <p:tags r:id="rId31"/>
              </p:custDataLst>
            </p:nvPr>
          </p:nvSpPr>
          <p:spPr>
            <a:xfrm>
              <a:off x="1010" y="3794"/>
              <a:ext cx="2981" cy="18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</a:t>
              </a:r>
              <a:r>
                <a:rPr lang="zh-CN" altLang="en-US" sz="1400" dirty="0">
                  <a:solidFill>
                    <a:srgbClr val="F2F2F2">
                      <a:lumMod val="50000"/>
                    </a:srgb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。</a:t>
              </a:r>
              <a:endParaRPr lang="zh-CN" altLang="en-US" sz="1400" dirty="0"/>
            </a:p>
          </p:txBody>
        </p:sp>
        <p:sp>
          <p:nvSpPr>
            <p:cNvPr id="51" name="文本框 50"/>
            <p:cNvSpPr txBox="1"/>
            <p:nvPr>
              <p:custDataLst>
                <p:tags r:id="rId32"/>
              </p:custDataLst>
            </p:nvPr>
          </p:nvSpPr>
          <p:spPr>
            <a:xfrm>
              <a:off x="1010" y="3039"/>
              <a:ext cx="36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447F0-9055-46F4-A18B-76441A5DBC1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0" y="2543143"/>
            <a:ext cx="2583696" cy="3231411"/>
            <a:chOff x="-701041" y="2543143"/>
            <a:chExt cx="3284737" cy="3231411"/>
          </a:xfrm>
        </p:grpSpPr>
        <p:sp>
          <p:nvSpPr>
            <p:cNvPr id="7" name="iṡ1idè"/>
            <p:cNvSpPr/>
            <p:nvPr>
              <p:custDataLst>
                <p:tags r:id="rId2"/>
              </p:custDataLst>
            </p:nvPr>
          </p:nvSpPr>
          <p:spPr>
            <a:xfrm>
              <a:off x="-701041" y="2543143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l" defTabSz="914400"/>
              <a:r>
                <a:rPr lang="en-US" altLang="zh-CN" sz="2000" dirty="0">
                  <a:solidFill>
                    <a:srgbClr val="003F4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+mn-ea"/>
                </a:rPr>
                <a:t>  </a:t>
              </a:r>
              <a:r>
                <a:rPr lang="zh-CN" altLang="en-US" sz="2000" dirty="0">
                  <a:solidFill>
                    <a:srgbClr val="003F4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+mn-ea"/>
                </a:rPr>
                <a:t>输入条目标题</a:t>
              </a:r>
              <a:endPara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endParaRPr>
            </a:p>
          </p:txBody>
        </p:sp>
        <p:sp>
          <p:nvSpPr>
            <p:cNvPr id="8" name="ïṣľíḑê"/>
            <p:cNvSpPr/>
            <p:nvPr>
              <p:custDataLst>
                <p:tags r:id="rId3"/>
              </p:custDataLst>
            </p:nvPr>
          </p:nvSpPr>
          <p:spPr>
            <a:xfrm>
              <a:off x="-701041" y="4397467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î$ļíḍê"/>
            <p:cNvSpPr/>
            <p:nvPr>
              <p:custDataLst>
                <p:tags r:id="rId4"/>
              </p:custDataLst>
            </p:nvPr>
          </p:nvSpPr>
          <p:spPr>
            <a:xfrm>
              <a:off x="-701041" y="3470305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îs1îḓê"/>
            <p:cNvSpPr/>
            <p:nvPr>
              <p:custDataLst>
                <p:tags r:id="rId5"/>
              </p:custDataLst>
            </p:nvPr>
          </p:nvSpPr>
          <p:spPr>
            <a:xfrm>
              <a:off x="-701041" y="5324629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íṩľïde"/>
          <p:cNvSpPr/>
          <p:nvPr userDrawn="1">
            <p:custDataLst>
              <p:tags r:id="rId6"/>
            </p:custDataLst>
          </p:nvPr>
        </p:nvSpPr>
        <p:spPr>
          <a:xfrm>
            <a:off x="-40640" y="2576166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algn="ctr" defTabSz="914400"/>
            <a:endParaRPr lang="zh-CN" altLang="en-US" sz="14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12" name="ïśľïḓe"/>
          <p:cNvSpPr/>
          <p:nvPr userDrawn="1">
            <p:custDataLst>
              <p:tags r:id="rId7"/>
            </p:custDataLst>
          </p:nvPr>
        </p:nvSpPr>
        <p:spPr>
          <a:xfrm>
            <a:off x="2199260" y="2383670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í$1íďè"/>
          <p:cNvSpPr/>
          <p:nvPr userDrawn="1">
            <p:custDataLst>
              <p:tags r:id="rId8"/>
            </p:custDataLst>
          </p:nvPr>
        </p:nvSpPr>
        <p:spPr>
          <a:xfrm>
            <a:off x="2379186" y="2563927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ïsľiďé"/>
          <p:cNvSpPr/>
          <p:nvPr userDrawn="1">
            <p:custDataLst>
              <p:tags r:id="rId9"/>
            </p:custDataLst>
          </p:nvPr>
        </p:nvSpPr>
        <p:spPr>
          <a:xfrm>
            <a:off x="-40640" y="4430490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003F4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15" name="í$ḷíḋe"/>
          <p:cNvSpPr/>
          <p:nvPr userDrawn="1">
            <p:custDataLst>
              <p:tags r:id="rId10"/>
            </p:custDataLst>
          </p:nvPr>
        </p:nvSpPr>
        <p:spPr>
          <a:xfrm>
            <a:off x="2199260" y="4237994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ïSlïḑê"/>
          <p:cNvSpPr/>
          <p:nvPr userDrawn="1">
            <p:custDataLst>
              <p:tags r:id="rId11"/>
            </p:custDataLst>
          </p:nvPr>
        </p:nvSpPr>
        <p:spPr>
          <a:xfrm>
            <a:off x="-40640" y="3503328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17" name="ïṣḻiḍè"/>
          <p:cNvSpPr/>
          <p:nvPr userDrawn="1">
            <p:custDataLst>
              <p:tags r:id="rId12"/>
            </p:custDataLst>
          </p:nvPr>
        </p:nvSpPr>
        <p:spPr>
          <a:xfrm>
            <a:off x="2199260" y="3310832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îsḻíde"/>
          <p:cNvSpPr/>
          <p:nvPr userDrawn="1">
            <p:custDataLst>
              <p:tags r:id="rId13"/>
            </p:custDataLst>
          </p:nvPr>
        </p:nvSpPr>
        <p:spPr>
          <a:xfrm>
            <a:off x="-40640" y="5357652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19" name="iṧḷiḑé"/>
          <p:cNvSpPr/>
          <p:nvPr userDrawn="1">
            <p:custDataLst>
              <p:tags r:id="rId14"/>
            </p:custDataLst>
          </p:nvPr>
        </p:nvSpPr>
        <p:spPr>
          <a:xfrm>
            <a:off x="2199260" y="5165156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 userDrawn="1">
            <p:custDataLst>
              <p:tags r:id="rId15"/>
            </p:custDataLst>
          </p:nvPr>
        </p:nvSpPr>
        <p:spPr>
          <a:xfrm>
            <a:off x="3118485" y="246951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1" name="í$1íďè"/>
          <p:cNvSpPr/>
          <p:nvPr userDrawn="1">
            <p:custDataLst>
              <p:tags r:id="rId16"/>
            </p:custDataLst>
          </p:nvPr>
        </p:nvSpPr>
        <p:spPr>
          <a:xfrm>
            <a:off x="2379186" y="3478962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2" name="í$1íďè"/>
          <p:cNvSpPr/>
          <p:nvPr userDrawn="1">
            <p:custDataLst>
              <p:tags r:id="rId17"/>
            </p:custDataLst>
          </p:nvPr>
        </p:nvSpPr>
        <p:spPr>
          <a:xfrm>
            <a:off x="2379186" y="4397807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í$1íďè"/>
          <p:cNvSpPr/>
          <p:nvPr userDrawn="1">
            <p:custDataLst>
              <p:tags r:id="rId18"/>
            </p:custDataLst>
          </p:nvPr>
        </p:nvSpPr>
        <p:spPr>
          <a:xfrm>
            <a:off x="2379186" y="5324272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矩形 23"/>
          <p:cNvSpPr/>
          <p:nvPr userDrawn="1">
            <p:custDataLst>
              <p:tags r:id="rId19"/>
            </p:custDataLst>
          </p:nvPr>
        </p:nvSpPr>
        <p:spPr>
          <a:xfrm>
            <a:off x="3118485" y="341185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5" name="矩形 24"/>
          <p:cNvSpPr/>
          <p:nvPr userDrawn="1">
            <p:custDataLst>
              <p:tags r:id="rId20"/>
            </p:custDataLst>
          </p:nvPr>
        </p:nvSpPr>
        <p:spPr>
          <a:xfrm>
            <a:off x="3118485" y="435419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6" name="矩形 25"/>
          <p:cNvSpPr/>
          <p:nvPr userDrawn="1">
            <p:custDataLst>
              <p:tags r:id="rId21"/>
            </p:custDataLst>
          </p:nvPr>
        </p:nvSpPr>
        <p:spPr>
          <a:xfrm>
            <a:off x="3118485" y="529653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22"/>
            </p:custDataLst>
          </p:nvPr>
        </p:nvSpPr>
        <p:spPr>
          <a:xfrm>
            <a:off x="4413885" y="786765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946C-DD75-4096-BF0B-CE09F4B367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8" name="îṧḷíḋé"/>
          <p:cNvSpPr/>
          <p:nvPr userDrawn="1"/>
        </p:nvSpPr>
        <p:spPr bwMode="auto">
          <a:xfrm>
            <a:off x="4396779" y="971311"/>
            <a:ext cx="3552431" cy="453735"/>
          </a:xfrm>
          <a:prstGeom prst="rect">
            <a:avLst/>
          </a:prstGeom>
          <a:solidFill>
            <a:srgbClr val="003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9" name="íSlïḍê"/>
          <p:cNvSpPr/>
          <p:nvPr userDrawn="1"/>
        </p:nvSpPr>
        <p:spPr bwMode="auto">
          <a:xfrm>
            <a:off x="4396779" y="1425044"/>
            <a:ext cx="3552431" cy="467413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0" name="iŝḷïde"/>
          <p:cNvSpPr/>
          <p:nvPr userDrawn="1"/>
        </p:nvSpPr>
        <p:spPr bwMode="auto">
          <a:xfrm>
            <a:off x="8133080" y="971550"/>
            <a:ext cx="3552190" cy="44767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i$ḻíḓè"/>
          <p:cNvSpPr/>
          <p:nvPr userDrawn="1"/>
        </p:nvSpPr>
        <p:spPr bwMode="auto">
          <a:xfrm>
            <a:off x="8143240" y="1418590"/>
            <a:ext cx="3542665" cy="468058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570092" y="1586105"/>
            <a:ext cx="3205804" cy="199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96944" y="3380511"/>
            <a:ext cx="3205804" cy="199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4" name="îṧḷíḋé"/>
          <p:cNvSpPr/>
          <p:nvPr userDrawn="1">
            <p:custDataLst>
              <p:tags r:id="rId2"/>
            </p:custDataLst>
          </p:nvPr>
        </p:nvSpPr>
        <p:spPr bwMode="auto">
          <a:xfrm>
            <a:off x="685204" y="964961"/>
            <a:ext cx="3552431" cy="45373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输入条目标题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íSlïḍê"/>
          <p:cNvSpPr/>
          <p:nvPr userDrawn="1">
            <p:custDataLst>
              <p:tags r:id="rId3"/>
            </p:custDataLst>
          </p:nvPr>
        </p:nvSpPr>
        <p:spPr bwMode="auto">
          <a:xfrm>
            <a:off x="685204" y="1418694"/>
            <a:ext cx="3552431" cy="467413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4"/>
            </p:custDataLst>
          </p:nvPr>
        </p:nvSpPr>
        <p:spPr>
          <a:xfrm>
            <a:off x="842679" y="3507511"/>
            <a:ext cx="3205804" cy="199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1A96-3CCE-4877-B8C9-A1CCE8BCC11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515937" y="4402344"/>
            <a:ext cx="4442291" cy="190638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rcRect/>
            <a:tile tx="0" ty="0" sx="25000" sy="25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>
            <a:off x="7233771" y="2255519"/>
            <a:ext cx="4442291" cy="1906380"/>
          </a:xfrm>
          <a:prstGeom prst="rect">
            <a:avLst/>
          </a:prstGeom>
          <a:blipFill dpi="0" rotWithShape="1">
            <a:blip r:embed="rId4"/>
            <a:srcRect/>
            <a:tile tx="0" ty="0" sx="30000" sy="3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7233771" y="4402344"/>
            <a:ext cx="4442291" cy="190638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5153667" y="2255519"/>
            <a:ext cx="1884664" cy="1906380"/>
          </a:xfrm>
          <a:prstGeom prst="rect">
            <a:avLst/>
          </a:pr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5153667" y="4402344"/>
            <a:ext cx="1884664" cy="1906380"/>
          </a:xfrm>
          <a:prstGeom prst="rect">
            <a:avLst/>
          </a:prstGeom>
          <a:blipFill dpi="0" rotWithShape="1">
            <a:blip r:embed="rId5"/>
            <a:srcRect/>
            <a:tile tx="0" ty="0" sx="25000" sy="25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 userDrawn="1"/>
        </p:nvSpPr>
        <p:spPr>
          <a:xfrm>
            <a:off x="7412756" y="4841387"/>
            <a:ext cx="4084320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400"/>
              </a:spcBef>
              <a:defRPr/>
            </a:pPr>
            <a:r>
              <a:rPr lang="zh-CN" altLang="en-US" sz="14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515722" y="2502201"/>
            <a:ext cx="4442291" cy="1413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请于此输入小标题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 userDrawn="1"/>
        </p:nvSpPr>
        <p:spPr>
          <a:xfrm>
            <a:off x="5450506" y="-2382633"/>
            <a:ext cx="7200000" cy="7200000"/>
          </a:xfrm>
          <a:prstGeom prst="ellipse">
            <a:avLst/>
          </a:prstGeom>
          <a:blipFill dpi="0" rotWithShape="1">
            <a:blip r:embed="rId2"/>
            <a:srcRect/>
            <a:tile tx="0" ty="0" sx="72000" sy="72000" flip="none" algn="ctr"/>
          </a:blip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338D-3A33-4BFD-AE05-81957C0872B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15722" y="2497976"/>
            <a:ext cx="3185487" cy="931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1200" normalizeH="0" baseline="0" noProof="0" dirty="0">
                <a:ln>
                  <a:noFill/>
                </a:ln>
                <a:solidFill>
                  <a:srgbClr val="2BB7B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 HERE</a:t>
            </a: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722" y="4572544"/>
            <a:ext cx="5849310" cy="173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请于此输入小标题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386347" y="3464528"/>
            <a:ext cx="3312372" cy="238884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74295"/>
            <a:endParaRPr lang="zh-CN" altLang="en-US" dirty="0">
              <a:solidFill>
                <a:srgbClr val="FF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563689" y="3821637"/>
            <a:ext cx="2957689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点击此处输入文本，文本内容应尽量简约精炼，尽可能减少赘余的内容，并和本页呈现的主题高度相关。点击此处输入文本，文本内容应尽量简约精炼。</a:t>
            </a:r>
            <a:endParaRPr lang="en-US" altLang="zh-CN" sz="1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D89F-E73E-4725-879F-049688AC2C6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423" y="-379058"/>
            <a:ext cx="9052562" cy="826429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695325" y="3752850"/>
            <a:ext cx="3402330" cy="1403985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636870" y="3969038"/>
            <a:ext cx="3154680" cy="199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6383C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zh-CN" altLang="en-US" sz="3600" b="0" i="0" u="none" strike="noStrike" kern="1200" cap="none" spc="300" normalizeH="0" baseline="0" noProof="0" dirty="0">
              <a:ln>
                <a:noFill/>
              </a:ln>
              <a:solidFill>
                <a:srgbClr val="06383C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383C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  <a:sym typeface="+mn-ea"/>
              </a:rPr>
              <a:t>请于此输入小标题</a:t>
            </a:r>
            <a:endParaRPr kumimoji="0" lang="zh-CN" altLang="en-US" sz="3600" b="0" i="0" u="none" strike="noStrike" kern="1200" cap="none" spc="30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6383C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51598" y="3753091"/>
            <a:ext cx="7740402" cy="2555634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4757195" y="3987172"/>
            <a:ext cx="6918867" cy="18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400"/>
              </a:spcBef>
              <a:defRPr/>
            </a:pPr>
            <a:r>
              <a:rPr lang="zh-CN" altLang="en-US" sz="14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spcBef>
                <a:spcPts val="1400"/>
              </a:spcBef>
              <a:defRPr/>
            </a:pPr>
            <a:r>
              <a:rPr lang="zh-CN" altLang="en-US" sz="14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DAAA-6081-44B3-BA90-A0A58DAAD2C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318625" y="926467"/>
            <a:ext cx="2717507" cy="195398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6973" y="1551009"/>
            <a:ext cx="2717507" cy="1953980"/>
          </a:xfrm>
          <a:prstGeom prst="rect">
            <a:avLst/>
          </a:pr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5318626" y="3454465"/>
            <a:ext cx="2717507" cy="195398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8446974" y="4434119"/>
            <a:ext cx="2717507" cy="1953980"/>
          </a:xfrm>
          <a:prstGeom prst="rect">
            <a:avLst/>
          </a:pr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15938" y="3547699"/>
            <a:ext cx="3185487" cy="931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1200" normalizeH="0" baseline="0" noProof="0" dirty="0">
                <a:ln>
                  <a:noFill/>
                </a:ln>
                <a:solidFill>
                  <a:srgbClr val="2BB7B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 HERE</a:t>
            </a: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515938" y="5280429"/>
            <a:ext cx="3396857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2" name="íSļíḓè"/>
          <p:cNvSpPr/>
          <p:nvPr userDrawn="1"/>
        </p:nvSpPr>
        <p:spPr>
          <a:xfrm>
            <a:off x="8572370" y="4629873"/>
            <a:ext cx="496558" cy="287426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 fontScale="8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3" name="i$1îḍê"/>
          <p:cNvSpPr/>
          <p:nvPr userDrawn="1"/>
        </p:nvSpPr>
        <p:spPr>
          <a:xfrm>
            <a:off x="5517521" y="3658866"/>
            <a:ext cx="356865" cy="359554"/>
          </a:xfrm>
          <a:custGeom>
            <a:avLst/>
            <a:gdLst>
              <a:gd name="T0" fmla="*/ 122 w 212"/>
              <a:gd name="T1" fmla="*/ 117 h 214"/>
              <a:gd name="T2" fmla="*/ 133 w 212"/>
              <a:gd name="T3" fmla="*/ 128 h 214"/>
              <a:gd name="T4" fmla="*/ 122 w 212"/>
              <a:gd name="T5" fmla="*/ 139 h 214"/>
              <a:gd name="T6" fmla="*/ 110 w 212"/>
              <a:gd name="T7" fmla="*/ 128 h 214"/>
              <a:gd name="T8" fmla="*/ 122 w 212"/>
              <a:gd name="T9" fmla="*/ 117 h 214"/>
              <a:gd name="T10" fmla="*/ 90 w 212"/>
              <a:gd name="T11" fmla="*/ 111 h 214"/>
              <a:gd name="T12" fmla="*/ 79 w 212"/>
              <a:gd name="T13" fmla="*/ 122 h 214"/>
              <a:gd name="T14" fmla="*/ 90 w 212"/>
              <a:gd name="T15" fmla="*/ 133 h 214"/>
              <a:gd name="T16" fmla="*/ 101 w 212"/>
              <a:gd name="T17" fmla="*/ 122 h 214"/>
              <a:gd name="T18" fmla="*/ 90 w 212"/>
              <a:gd name="T19" fmla="*/ 111 h 214"/>
              <a:gd name="T20" fmla="*/ 120 w 212"/>
              <a:gd name="T21" fmla="*/ 103 h 214"/>
              <a:gd name="T22" fmla="*/ 112 w 212"/>
              <a:gd name="T23" fmla="*/ 95 h 214"/>
              <a:gd name="T24" fmla="*/ 104 w 212"/>
              <a:gd name="T25" fmla="*/ 103 h 214"/>
              <a:gd name="T26" fmla="*/ 112 w 212"/>
              <a:gd name="T27" fmla="*/ 111 h 214"/>
              <a:gd name="T28" fmla="*/ 120 w 212"/>
              <a:gd name="T29" fmla="*/ 103 h 214"/>
              <a:gd name="T30" fmla="*/ 183 w 212"/>
              <a:gd name="T31" fmla="*/ 214 h 214"/>
              <a:gd name="T32" fmla="*/ 29 w 212"/>
              <a:gd name="T33" fmla="*/ 214 h 214"/>
              <a:gd name="T34" fmla="*/ 7 w 212"/>
              <a:gd name="T35" fmla="*/ 176 h 214"/>
              <a:gd name="T36" fmla="*/ 77 w 212"/>
              <a:gd name="T37" fmla="*/ 55 h 214"/>
              <a:gd name="T38" fmla="*/ 77 w 212"/>
              <a:gd name="T39" fmla="*/ 14 h 214"/>
              <a:gd name="T40" fmla="*/ 74 w 212"/>
              <a:gd name="T41" fmla="*/ 14 h 214"/>
              <a:gd name="T42" fmla="*/ 67 w 212"/>
              <a:gd name="T43" fmla="*/ 7 h 214"/>
              <a:gd name="T44" fmla="*/ 74 w 212"/>
              <a:gd name="T45" fmla="*/ 0 h 214"/>
              <a:gd name="T46" fmla="*/ 138 w 212"/>
              <a:gd name="T47" fmla="*/ 0 h 214"/>
              <a:gd name="T48" fmla="*/ 145 w 212"/>
              <a:gd name="T49" fmla="*/ 7 h 214"/>
              <a:gd name="T50" fmla="*/ 138 w 212"/>
              <a:gd name="T51" fmla="*/ 14 h 214"/>
              <a:gd name="T52" fmla="*/ 135 w 212"/>
              <a:gd name="T53" fmla="*/ 14 h 214"/>
              <a:gd name="T54" fmla="*/ 135 w 212"/>
              <a:gd name="T55" fmla="*/ 55 h 214"/>
              <a:gd name="T56" fmla="*/ 205 w 212"/>
              <a:gd name="T57" fmla="*/ 176 h 214"/>
              <a:gd name="T58" fmla="*/ 183 w 212"/>
              <a:gd name="T59" fmla="*/ 214 h 214"/>
              <a:gd name="T60" fmla="*/ 171 w 212"/>
              <a:gd name="T61" fmla="*/ 146 h 214"/>
              <a:gd name="T62" fmla="*/ 123 w 212"/>
              <a:gd name="T63" fmla="*/ 63 h 214"/>
              <a:gd name="T64" fmla="*/ 121 w 212"/>
              <a:gd name="T65" fmla="*/ 60 h 214"/>
              <a:gd name="T66" fmla="*/ 91 w 212"/>
              <a:gd name="T67" fmla="*/ 60 h 214"/>
              <a:gd name="T68" fmla="*/ 89 w 212"/>
              <a:gd name="T69" fmla="*/ 63 h 214"/>
              <a:gd name="T70" fmla="*/ 41 w 212"/>
              <a:gd name="T71" fmla="*/ 146 h 214"/>
              <a:gd name="T72" fmla="*/ 171 w 212"/>
              <a:gd name="T73" fmla="*/ 146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2" h="214">
                <a:moveTo>
                  <a:pt x="122" y="117"/>
                </a:moveTo>
                <a:cubicBezTo>
                  <a:pt x="128" y="117"/>
                  <a:pt x="133" y="122"/>
                  <a:pt x="133" y="128"/>
                </a:cubicBezTo>
                <a:cubicBezTo>
                  <a:pt x="133" y="134"/>
                  <a:pt x="128" y="139"/>
                  <a:pt x="122" y="139"/>
                </a:cubicBezTo>
                <a:cubicBezTo>
                  <a:pt x="115" y="139"/>
                  <a:pt x="110" y="134"/>
                  <a:pt x="110" y="128"/>
                </a:cubicBezTo>
                <a:cubicBezTo>
                  <a:pt x="110" y="122"/>
                  <a:pt x="115" y="117"/>
                  <a:pt x="122" y="117"/>
                </a:cubicBezTo>
                <a:close/>
                <a:moveTo>
                  <a:pt x="90" y="111"/>
                </a:moveTo>
                <a:cubicBezTo>
                  <a:pt x="84" y="111"/>
                  <a:pt x="79" y="116"/>
                  <a:pt x="79" y="122"/>
                </a:cubicBezTo>
                <a:cubicBezTo>
                  <a:pt x="79" y="128"/>
                  <a:pt x="84" y="133"/>
                  <a:pt x="90" y="133"/>
                </a:cubicBezTo>
                <a:cubicBezTo>
                  <a:pt x="96" y="133"/>
                  <a:pt x="101" y="128"/>
                  <a:pt x="101" y="122"/>
                </a:cubicBezTo>
                <a:cubicBezTo>
                  <a:pt x="101" y="116"/>
                  <a:pt x="96" y="111"/>
                  <a:pt x="90" y="111"/>
                </a:cubicBezTo>
                <a:close/>
                <a:moveTo>
                  <a:pt x="120" y="103"/>
                </a:moveTo>
                <a:cubicBezTo>
                  <a:pt x="120" y="98"/>
                  <a:pt x="117" y="95"/>
                  <a:pt x="112" y="95"/>
                </a:cubicBezTo>
                <a:cubicBezTo>
                  <a:pt x="108" y="95"/>
                  <a:pt x="104" y="98"/>
                  <a:pt x="104" y="103"/>
                </a:cubicBezTo>
                <a:cubicBezTo>
                  <a:pt x="104" y="107"/>
                  <a:pt x="108" y="111"/>
                  <a:pt x="112" y="111"/>
                </a:cubicBezTo>
                <a:cubicBezTo>
                  <a:pt x="117" y="111"/>
                  <a:pt x="120" y="107"/>
                  <a:pt x="120" y="103"/>
                </a:cubicBezTo>
                <a:close/>
                <a:moveTo>
                  <a:pt x="183" y="214"/>
                </a:moveTo>
                <a:lnTo>
                  <a:pt x="29" y="214"/>
                </a:lnTo>
                <a:cubicBezTo>
                  <a:pt x="8" y="214"/>
                  <a:pt x="0" y="196"/>
                  <a:pt x="7" y="176"/>
                </a:cubicBezTo>
                <a:cubicBezTo>
                  <a:pt x="7" y="176"/>
                  <a:pt x="34" y="126"/>
                  <a:pt x="77" y="55"/>
                </a:cubicBezTo>
                <a:lnTo>
                  <a:pt x="77" y="14"/>
                </a:lnTo>
                <a:lnTo>
                  <a:pt x="74" y="14"/>
                </a:lnTo>
                <a:cubicBezTo>
                  <a:pt x="71" y="14"/>
                  <a:pt x="67" y="11"/>
                  <a:pt x="67" y="7"/>
                </a:cubicBezTo>
                <a:cubicBezTo>
                  <a:pt x="67" y="3"/>
                  <a:pt x="71" y="0"/>
                  <a:pt x="74" y="0"/>
                </a:cubicBezTo>
                <a:lnTo>
                  <a:pt x="138" y="0"/>
                </a:lnTo>
                <a:cubicBezTo>
                  <a:pt x="142" y="0"/>
                  <a:pt x="145" y="3"/>
                  <a:pt x="145" y="7"/>
                </a:cubicBezTo>
                <a:cubicBezTo>
                  <a:pt x="145" y="11"/>
                  <a:pt x="142" y="14"/>
                  <a:pt x="138" y="14"/>
                </a:cubicBezTo>
                <a:lnTo>
                  <a:pt x="135" y="14"/>
                </a:lnTo>
                <a:lnTo>
                  <a:pt x="135" y="55"/>
                </a:lnTo>
                <a:cubicBezTo>
                  <a:pt x="178" y="126"/>
                  <a:pt x="205" y="176"/>
                  <a:pt x="205" y="176"/>
                </a:cubicBezTo>
                <a:cubicBezTo>
                  <a:pt x="212" y="196"/>
                  <a:pt x="204" y="214"/>
                  <a:pt x="183" y="214"/>
                </a:cubicBezTo>
                <a:close/>
                <a:moveTo>
                  <a:pt x="171" y="146"/>
                </a:moveTo>
                <a:cubicBezTo>
                  <a:pt x="164" y="134"/>
                  <a:pt x="133" y="79"/>
                  <a:pt x="123" y="63"/>
                </a:cubicBezTo>
                <a:lnTo>
                  <a:pt x="121" y="60"/>
                </a:lnTo>
                <a:lnTo>
                  <a:pt x="91" y="60"/>
                </a:lnTo>
                <a:lnTo>
                  <a:pt x="89" y="63"/>
                </a:lnTo>
                <a:cubicBezTo>
                  <a:pt x="78" y="81"/>
                  <a:pt x="45" y="139"/>
                  <a:pt x="41" y="146"/>
                </a:cubicBezTo>
                <a:lnTo>
                  <a:pt x="171" y="146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4" name="íŝļîdé"/>
          <p:cNvSpPr/>
          <p:nvPr userDrawn="1"/>
        </p:nvSpPr>
        <p:spPr>
          <a:xfrm>
            <a:off x="5517521" y="1127731"/>
            <a:ext cx="423893" cy="423278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5" name="íşḻïḑê"/>
          <p:cNvSpPr/>
          <p:nvPr userDrawn="1"/>
        </p:nvSpPr>
        <p:spPr>
          <a:xfrm>
            <a:off x="8660521" y="1758008"/>
            <a:ext cx="343407" cy="412751"/>
          </a:xfrm>
          <a:custGeom>
            <a:avLst/>
            <a:gdLst>
              <a:gd name="connsiteX0" fmla="*/ 383382 w 504966"/>
              <a:gd name="connsiteY0" fmla="*/ 485631 h 606933"/>
              <a:gd name="connsiteX1" fmla="*/ 496287 w 504966"/>
              <a:gd name="connsiteY1" fmla="*/ 485631 h 606933"/>
              <a:gd name="connsiteX2" fmla="*/ 383382 w 504966"/>
              <a:gd name="connsiteY2" fmla="*/ 598536 h 606933"/>
              <a:gd name="connsiteX3" fmla="*/ 56107 w 504966"/>
              <a:gd name="connsiteY3" fmla="*/ 373573 h 606933"/>
              <a:gd name="connsiteX4" fmla="*/ 56107 w 504966"/>
              <a:gd name="connsiteY4" fmla="*/ 429602 h 606933"/>
              <a:gd name="connsiteX5" fmla="*/ 252483 w 504966"/>
              <a:gd name="connsiteY5" fmla="*/ 429602 h 606933"/>
              <a:gd name="connsiteX6" fmla="*/ 252483 w 504966"/>
              <a:gd name="connsiteY6" fmla="*/ 373573 h 606933"/>
              <a:gd name="connsiteX7" fmla="*/ 56107 w 504966"/>
              <a:gd name="connsiteY7" fmla="*/ 261515 h 606933"/>
              <a:gd name="connsiteX8" fmla="*/ 56107 w 504966"/>
              <a:gd name="connsiteY8" fmla="*/ 317544 h 606933"/>
              <a:gd name="connsiteX9" fmla="*/ 448859 w 504966"/>
              <a:gd name="connsiteY9" fmla="*/ 317544 h 606933"/>
              <a:gd name="connsiteX10" fmla="*/ 448859 w 504966"/>
              <a:gd name="connsiteY10" fmla="*/ 261515 h 606933"/>
              <a:gd name="connsiteX11" fmla="*/ 224429 w 504966"/>
              <a:gd name="connsiteY11" fmla="*/ 56029 h 606933"/>
              <a:gd name="connsiteX12" fmla="*/ 224429 w 504966"/>
              <a:gd name="connsiteY12" fmla="*/ 168087 h 606933"/>
              <a:gd name="connsiteX13" fmla="*/ 280537 w 504966"/>
              <a:gd name="connsiteY13" fmla="*/ 168087 h 606933"/>
              <a:gd name="connsiteX14" fmla="*/ 280537 w 504966"/>
              <a:gd name="connsiteY14" fmla="*/ 56029 h 606933"/>
              <a:gd name="connsiteX15" fmla="*/ 224429 w 504966"/>
              <a:gd name="connsiteY15" fmla="*/ 0 h 606933"/>
              <a:gd name="connsiteX16" fmla="*/ 280537 w 504966"/>
              <a:gd name="connsiteY16" fmla="*/ 0 h 606933"/>
              <a:gd name="connsiteX17" fmla="*/ 336644 w 504966"/>
              <a:gd name="connsiteY17" fmla="*/ 56029 h 606933"/>
              <a:gd name="connsiteX18" fmla="*/ 336644 w 504966"/>
              <a:gd name="connsiteY18" fmla="*/ 102673 h 606933"/>
              <a:gd name="connsiteX19" fmla="*/ 458116 w 504966"/>
              <a:gd name="connsiteY19" fmla="*/ 102673 h 606933"/>
              <a:gd name="connsiteX20" fmla="*/ 504966 w 504966"/>
              <a:gd name="connsiteY20" fmla="*/ 149457 h 606933"/>
              <a:gd name="connsiteX21" fmla="*/ 504966 w 504966"/>
              <a:gd name="connsiteY21" fmla="*/ 429602 h 606933"/>
              <a:gd name="connsiteX22" fmla="*/ 327246 w 504966"/>
              <a:gd name="connsiteY22" fmla="*/ 429602 h 606933"/>
              <a:gd name="connsiteX23" fmla="*/ 327246 w 504966"/>
              <a:gd name="connsiteY23" fmla="*/ 606933 h 606933"/>
              <a:gd name="connsiteX24" fmla="*/ 46709 w 504966"/>
              <a:gd name="connsiteY24" fmla="*/ 606933 h 606933"/>
              <a:gd name="connsiteX25" fmla="*/ 0 w 504966"/>
              <a:gd name="connsiteY25" fmla="*/ 560289 h 606933"/>
              <a:gd name="connsiteX26" fmla="*/ 0 w 504966"/>
              <a:gd name="connsiteY26" fmla="*/ 149457 h 606933"/>
              <a:gd name="connsiteX27" fmla="*/ 46709 w 504966"/>
              <a:gd name="connsiteY27" fmla="*/ 102673 h 606933"/>
              <a:gd name="connsiteX28" fmla="*/ 168322 w 504966"/>
              <a:gd name="connsiteY28" fmla="*/ 102673 h 606933"/>
              <a:gd name="connsiteX29" fmla="*/ 168322 w 504966"/>
              <a:gd name="connsiteY29" fmla="*/ 56029 h 606933"/>
              <a:gd name="connsiteX30" fmla="*/ 224429 w 504966"/>
              <a:gd name="connsiteY30" fmla="*/ 0 h 60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04966" h="606933">
                <a:moveTo>
                  <a:pt x="383382" y="485631"/>
                </a:moveTo>
                <a:lnTo>
                  <a:pt x="496287" y="485631"/>
                </a:lnTo>
                <a:cubicBezTo>
                  <a:pt x="494744" y="487732"/>
                  <a:pt x="383382" y="598536"/>
                  <a:pt x="383382" y="598536"/>
                </a:cubicBezTo>
                <a:close/>
                <a:moveTo>
                  <a:pt x="56107" y="373573"/>
                </a:moveTo>
                <a:lnTo>
                  <a:pt x="56107" y="429602"/>
                </a:lnTo>
                <a:lnTo>
                  <a:pt x="252483" y="429602"/>
                </a:lnTo>
                <a:lnTo>
                  <a:pt x="252483" y="373573"/>
                </a:lnTo>
                <a:close/>
                <a:moveTo>
                  <a:pt x="56107" y="261515"/>
                </a:moveTo>
                <a:lnTo>
                  <a:pt x="56107" y="317544"/>
                </a:lnTo>
                <a:lnTo>
                  <a:pt x="448859" y="317544"/>
                </a:lnTo>
                <a:lnTo>
                  <a:pt x="448859" y="261515"/>
                </a:lnTo>
                <a:close/>
                <a:moveTo>
                  <a:pt x="224429" y="56029"/>
                </a:moveTo>
                <a:lnTo>
                  <a:pt x="224429" y="168087"/>
                </a:lnTo>
                <a:lnTo>
                  <a:pt x="280537" y="168087"/>
                </a:lnTo>
                <a:lnTo>
                  <a:pt x="280537" y="56029"/>
                </a:lnTo>
                <a:close/>
                <a:moveTo>
                  <a:pt x="224429" y="0"/>
                </a:moveTo>
                <a:lnTo>
                  <a:pt x="280537" y="0"/>
                </a:lnTo>
                <a:cubicBezTo>
                  <a:pt x="311536" y="0"/>
                  <a:pt x="336644" y="25073"/>
                  <a:pt x="336644" y="56029"/>
                </a:cubicBezTo>
                <a:lnTo>
                  <a:pt x="336644" y="102673"/>
                </a:lnTo>
                <a:lnTo>
                  <a:pt x="458116" y="102673"/>
                </a:lnTo>
                <a:cubicBezTo>
                  <a:pt x="483926" y="102673"/>
                  <a:pt x="504966" y="123684"/>
                  <a:pt x="504966" y="149457"/>
                </a:cubicBezTo>
                <a:lnTo>
                  <a:pt x="504966" y="429602"/>
                </a:lnTo>
                <a:lnTo>
                  <a:pt x="327246" y="429602"/>
                </a:lnTo>
                <a:lnTo>
                  <a:pt x="327246" y="606933"/>
                </a:lnTo>
                <a:lnTo>
                  <a:pt x="46709" y="606933"/>
                </a:lnTo>
                <a:cubicBezTo>
                  <a:pt x="20900" y="606933"/>
                  <a:pt x="0" y="586062"/>
                  <a:pt x="0" y="560289"/>
                </a:cubicBezTo>
                <a:lnTo>
                  <a:pt x="0" y="149457"/>
                </a:lnTo>
                <a:cubicBezTo>
                  <a:pt x="0" y="123684"/>
                  <a:pt x="20900" y="102673"/>
                  <a:pt x="46709" y="102673"/>
                </a:cubicBezTo>
                <a:lnTo>
                  <a:pt x="168322" y="102673"/>
                </a:lnTo>
                <a:lnTo>
                  <a:pt x="168322" y="56029"/>
                </a:lnTo>
                <a:cubicBezTo>
                  <a:pt x="168322" y="25073"/>
                  <a:pt x="193430" y="0"/>
                  <a:pt x="224429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426057" y="1637918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426057" y="4153118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642662" y="2271873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642662" y="5139437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8E2D-6594-4A7C-B625-8388996EF64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35" name="ïşḻíḍe"/>
          <p:cNvSpPr/>
          <p:nvPr userDrawn="1"/>
        </p:nvSpPr>
        <p:spPr bwMode="auto">
          <a:xfrm>
            <a:off x="9338476" y="2522246"/>
            <a:ext cx="2337587" cy="1092664"/>
          </a:xfrm>
          <a:custGeom>
            <a:avLst/>
            <a:gdLst>
              <a:gd name="T0" fmla="*/ 1803400 w 21600"/>
              <a:gd name="T1" fmla="*/ 973931 h 21600"/>
              <a:gd name="T2" fmla="*/ 1803400 w 21600"/>
              <a:gd name="T3" fmla="*/ 973931 h 21600"/>
              <a:gd name="T4" fmla="*/ 1803400 w 21600"/>
              <a:gd name="T5" fmla="*/ 973931 h 21600"/>
              <a:gd name="T6" fmla="*/ 1803400 w 21600"/>
              <a:gd name="T7" fmla="*/ 973931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6" name="îs1idê"/>
          <p:cNvSpPr/>
          <p:nvPr userDrawn="1"/>
        </p:nvSpPr>
        <p:spPr bwMode="auto">
          <a:xfrm>
            <a:off x="9722679" y="2793722"/>
            <a:ext cx="1569183" cy="5497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defRPr/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2020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37" name="îs1îďe"/>
          <p:cNvSpPr/>
          <p:nvPr userDrawn="1"/>
        </p:nvSpPr>
        <p:spPr bwMode="auto">
          <a:xfrm>
            <a:off x="515939" y="2444771"/>
            <a:ext cx="2337587" cy="1092664"/>
          </a:xfrm>
          <a:custGeom>
            <a:avLst/>
            <a:gdLst>
              <a:gd name="T0" fmla="*/ 1803400 w 21600"/>
              <a:gd name="T1" fmla="*/ 973932 h 21600"/>
              <a:gd name="T2" fmla="*/ 1803400 w 21600"/>
              <a:gd name="T3" fmla="*/ 973932 h 21600"/>
              <a:gd name="T4" fmla="*/ 1803400 w 21600"/>
              <a:gd name="T5" fmla="*/ 973932 h 21600"/>
              <a:gd name="T6" fmla="*/ 1803400 w 21600"/>
              <a:gd name="T7" fmla="*/ 973932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ïšlïḓe"/>
          <p:cNvSpPr/>
          <p:nvPr userDrawn="1"/>
        </p:nvSpPr>
        <p:spPr bwMode="auto">
          <a:xfrm>
            <a:off x="2270158" y="1941629"/>
            <a:ext cx="2337587" cy="1092664"/>
          </a:xfrm>
          <a:custGeom>
            <a:avLst/>
            <a:gdLst>
              <a:gd name="T0" fmla="*/ 1803400 w 21600"/>
              <a:gd name="T1" fmla="*/ 973931 h 21600"/>
              <a:gd name="T2" fmla="*/ 1803400 w 21600"/>
              <a:gd name="T3" fmla="*/ 973931 h 21600"/>
              <a:gd name="T4" fmla="*/ 1803400 w 21600"/>
              <a:gd name="T5" fmla="*/ 973931 h 21600"/>
              <a:gd name="T6" fmla="*/ 1803400 w 21600"/>
              <a:gd name="T7" fmla="*/ 973931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9" name="íŝľiḍé"/>
          <p:cNvSpPr/>
          <p:nvPr userDrawn="1"/>
        </p:nvSpPr>
        <p:spPr bwMode="auto">
          <a:xfrm>
            <a:off x="4050098" y="3023607"/>
            <a:ext cx="2337587" cy="1092664"/>
          </a:xfrm>
          <a:custGeom>
            <a:avLst/>
            <a:gdLst>
              <a:gd name="T0" fmla="*/ 1803400 w 21600"/>
              <a:gd name="T1" fmla="*/ 973932 h 21600"/>
              <a:gd name="T2" fmla="*/ 1803400 w 21600"/>
              <a:gd name="T3" fmla="*/ 973932 h 21600"/>
              <a:gd name="T4" fmla="*/ 1803400 w 21600"/>
              <a:gd name="T5" fmla="*/ 973932 h 21600"/>
              <a:gd name="T6" fmla="*/ 1803400 w 21600"/>
              <a:gd name="T7" fmla="*/ 973932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0" name="îṧļiḑé"/>
          <p:cNvSpPr/>
          <p:nvPr userDrawn="1"/>
        </p:nvSpPr>
        <p:spPr bwMode="auto">
          <a:xfrm rot="10800000">
            <a:off x="2290735" y="3023607"/>
            <a:ext cx="562791" cy="512047"/>
          </a:xfrm>
          <a:custGeom>
            <a:avLst/>
            <a:gdLst>
              <a:gd name="T0" fmla="*/ 434181 w 21600"/>
              <a:gd name="T1" fmla="*/ 456407 h 21600"/>
              <a:gd name="T2" fmla="*/ 434181 w 21600"/>
              <a:gd name="T3" fmla="*/ 456407 h 21600"/>
              <a:gd name="T4" fmla="*/ 434181 w 21600"/>
              <a:gd name="T5" fmla="*/ 456407 h 21600"/>
              <a:gd name="T6" fmla="*/ 434181 w 21600"/>
              <a:gd name="T7" fmla="*/ 45640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1600" y="215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1" name="ísļiḓé"/>
          <p:cNvSpPr/>
          <p:nvPr userDrawn="1"/>
        </p:nvSpPr>
        <p:spPr bwMode="auto">
          <a:xfrm rot="10800000" flipH="1">
            <a:off x="4050098" y="3023607"/>
            <a:ext cx="562791" cy="512938"/>
          </a:xfrm>
          <a:custGeom>
            <a:avLst/>
            <a:gdLst>
              <a:gd name="T0" fmla="*/ 434182 w 21600"/>
              <a:gd name="T1" fmla="*/ 457200 h 21600"/>
              <a:gd name="T2" fmla="*/ 434182 w 21600"/>
              <a:gd name="T3" fmla="*/ 457200 h 21600"/>
              <a:gd name="T4" fmla="*/ 434182 w 21600"/>
              <a:gd name="T5" fmla="*/ 457200 h 21600"/>
              <a:gd name="T6" fmla="*/ 434182 w 21600"/>
              <a:gd name="T7" fmla="*/ 4572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1600" y="215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2" name="ïSḻíďé"/>
          <p:cNvSpPr/>
          <p:nvPr userDrawn="1"/>
        </p:nvSpPr>
        <p:spPr bwMode="auto">
          <a:xfrm rot="10800000">
            <a:off x="5824894" y="3604224"/>
            <a:ext cx="562791" cy="512047"/>
          </a:xfrm>
          <a:custGeom>
            <a:avLst/>
            <a:gdLst>
              <a:gd name="T0" fmla="*/ 434181 w 21600"/>
              <a:gd name="T1" fmla="*/ 456407 h 21600"/>
              <a:gd name="T2" fmla="*/ 434181 w 21600"/>
              <a:gd name="T3" fmla="*/ 456407 h 21600"/>
              <a:gd name="T4" fmla="*/ 434181 w 21600"/>
              <a:gd name="T5" fmla="*/ 456407 h 21600"/>
              <a:gd name="T6" fmla="*/ 434181 w 21600"/>
              <a:gd name="T7" fmla="*/ 45640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1600" y="215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3" name="îṥļíďê"/>
          <p:cNvSpPr/>
          <p:nvPr userDrawn="1"/>
        </p:nvSpPr>
        <p:spPr bwMode="auto">
          <a:xfrm>
            <a:off x="5804318" y="2522246"/>
            <a:ext cx="2337587" cy="1092664"/>
          </a:xfrm>
          <a:custGeom>
            <a:avLst/>
            <a:gdLst>
              <a:gd name="T0" fmla="*/ 1803400 w 21600"/>
              <a:gd name="T1" fmla="*/ 973931 h 21600"/>
              <a:gd name="T2" fmla="*/ 1803400 w 21600"/>
              <a:gd name="T3" fmla="*/ 973931 h 21600"/>
              <a:gd name="T4" fmla="*/ 1803400 w 21600"/>
              <a:gd name="T5" fmla="*/ 973931 h 21600"/>
              <a:gd name="T6" fmla="*/ 1803400 w 21600"/>
              <a:gd name="T7" fmla="*/ 973931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4" name="íslîdé"/>
          <p:cNvSpPr/>
          <p:nvPr userDrawn="1"/>
        </p:nvSpPr>
        <p:spPr bwMode="auto">
          <a:xfrm rot="10800000">
            <a:off x="7579114" y="3101082"/>
            <a:ext cx="562791" cy="512047"/>
          </a:xfrm>
          <a:custGeom>
            <a:avLst/>
            <a:gdLst>
              <a:gd name="T0" fmla="*/ 434181 w 21600"/>
              <a:gd name="T1" fmla="*/ 456406 h 21600"/>
              <a:gd name="T2" fmla="*/ 434181 w 21600"/>
              <a:gd name="T3" fmla="*/ 456406 h 21600"/>
              <a:gd name="T4" fmla="*/ 434181 w 21600"/>
              <a:gd name="T5" fmla="*/ 456406 h 21600"/>
              <a:gd name="T6" fmla="*/ 434181 w 21600"/>
              <a:gd name="T7" fmla="*/ 45640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1600" y="215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5" name="ïṩḷíḍè"/>
          <p:cNvSpPr/>
          <p:nvPr userDrawn="1"/>
        </p:nvSpPr>
        <p:spPr bwMode="auto">
          <a:xfrm>
            <a:off x="7558536" y="2008417"/>
            <a:ext cx="2337587" cy="1092664"/>
          </a:xfrm>
          <a:custGeom>
            <a:avLst/>
            <a:gdLst>
              <a:gd name="T0" fmla="*/ 1803400 w 21600"/>
              <a:gd name="T1" fmla="*/ 973932 h 21600"/>
              <a:gd name="T2" fmla="*/ 1803400 w 21600"/>
              <a:gd name="T3" fmla="*/ 973932 h 21600"/>
              <a:gd name="T4" fmla="*/ 1803400 w 21600"/>
              <a:gd name="T5" fmla="*/ 973932 h 21600"/>
              <a:gd name="T6" fmla="*/ 1803400 w 21600"/>
              <a:gd name="T7" fmla="*/ 973932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6" name="iṩļíḋé"/>
          <p:cNvSpPr/>
          <p:nvPr userDrawn="1"/>
        </p:nvSpPr>
        <p:spPr bwMode="auto">
          <a:xfrm rot="10800000" flipH="1">
            <a:off x="9335906" y="3101972"/>
            <a:ext cx="562791" cy="512938"/>
          </a:xfrm>
          <a:custGeom>
            <a:avLst/>
            <a:gdLst>
              <a:gd name="T0" fmla="*/ 434182 w 21600"/>
              <a:gd name="T1" fmla="*/ 457200 h 21600"/>
              <a:gd name="T2" fmla="*/ 434182 w 21600"/>
              <a:gd name="T3" fmla="*/ 457200 h 21600"/>
              <a:gd name="T4" fmla="*/ 434182 w 21600"/>
              <a:gd name="T5" fmla="*/ 457200 h 21600"/>
              <a:gd name="T6" fmla="*/ 434182 w 21600"/>
              <a:gd name="T7" fmla="*/ 4572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1600" y="215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7" name="îṣlïďé"/>
          <p:cNvSpPr/>
          <p:nvPr userDrawn="1"/>
        </p:nvSpPr>
        <p:spPr bwMode="auto">
          <a:xfrm>
            <a:off x="900141" y="2716247"/>
            <a:ext cx="1569183" cy="5497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2015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48" name="íṧḷïḍê"/>
          <p:cNvSpPr/>
          <p:nvPr userDrawn="1"/>
        </p:nvSpPr>
        <p:spPr bwMode="auto">
          <a:xfrm>
            <a:off x="2653740" y="2213105"/>
            <a:ext cx="1570421" cy="5497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2016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49" name="i$ḻîďè"/>
          <p:cNvSpPr/>
          <p:nvPr userDrawn="1"/>
        </p:nvSpPr>
        <p:spPr bwMode="auto">
          <a:xfrm>
            <a:off x="4340099" y="3295083"/>
            <a:ext cx="1757582" cy="5497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2017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50" name="iṣ1ïḍe"/>
          <p:cNvSpPr/>
          <p:nvPr userDrawn="1"/>
        </p:nvSpPr>
        <p:spPr bwMode="auto">
          <a:xfrm>
            <a:off x="6188520" y="2793722"/>
            <a:ext cx="1569183" cy="5497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2018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51" name="ïṩļîḋè"/>
          <p:cNvSpPr/>
          <p:nvPr userDrawn="1"/>
        </p:nvSpPr>
        <p:spPr bwMode="auto">
          <a:xfrm>
            <a:off x="7942739" y="2279508"/>
            <a:ext cx="1569183" cy="55048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>
                <a:solidFill>
                  <a:schemeClr val="bg1"/>
                </a:solidFill>
                <a:latin typeface="Akrobat Black" panose="00000A00000000000000" pitchFamily="50" charset="0"/>
              </a:rPr>
              <a:t>2019</a:t>
            </a:r>
            <a:endParaRPr lang="en-US" altLang="zh-CN" sz="3600" b="1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文本框 52"/>
          <p:cNvSpPr txBox="1"/>
          <p:nvPr userDrawn="1"/>
        </p:nvSpPr>
        <p:spPr>
          <a:xfrm>
            <a:off x="779422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2577306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87D8D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87D8D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4375190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56" name="文本框 55"/>
          <p:cNvSpPr txBox="1"/>
          <p:nvPr userDrawn="1"/>
        </p:nvSpPr>
        <p:spPr>
          <a:xfrm>
            <a:off x="6173074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87D8D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87D8D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7970958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lang="en-US" altLang="zh-CN" dirty="0"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58" name="文本框 57"/>
          <p:cNvSpPr txBox="1"/>
          <p:nvPr userDrawn="1"/>
        </p:nvSpPr>
        <p:spPr>
          <a:xfrm>
            <a:off x="9768840" y="4528673"/>
            <a:ext cx="1643738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87D8D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87D8D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cxnSp>
        <p:nvCxnSpPr>
          <p:cNvPr id="59" name="直接连接符 58"/>
          <p:cNvCxnSpPr/>
          <p:nvPr userDrawn="1"/>
        </p:nvCxnSpPr>
        <p:spPr>
          <a:xfrm>
            <a:off x="2438400" y="4720590"/>
            <a:ext cx="0" cy="10668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 userDrawn="1"/>
        </p:nvCxnSpPr>
        <p:spPr>
          <a:xfrm>
            <a:off x="4221044" y="4720590"/>
            <a:ext cx="0" cy="10668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 userDrawn="1"/>
        </p:nvCxnSpPr>
        <p:spPr>
          <a:xfrm>
            <a:off x="6095564" y="4720590"/>
            <a:ext cx="0" cy="10668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 userDrawn="1"/>
        </p:nvCxnSpPr>
        <p:spPr>
          <a:xfrm>
            <a:off x="7860073" y="4720590"/>
            <a:ext cx="0" cy="10668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 userDrawn="1"/>
        </p:nvCxnSpPr>
        <p:spPr>
          <a:xfrm>
            <a:off x="9626169" y="4720590"/>
            <a:ext cx="0" cy="10668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E19C-F388-44F0-87AA-34F1CA487A7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形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6240" y="876936"/>
            <a:ext cx="12694920" cy="2531745"/>
          </a:xfrm>
          <a:prstGeom prst="rect">
            <a:avLst/>
          </a:prstGeom>
        </p:spPr>
      </p:pic>
      <p:sp>
        <p:nvSpPr>
          <p:cNvPr id="7" name="îşḷíďê"/>
          <p:cNvSpPr/>
          <p:nvPr userDrawn="1"/>
        </p:nvSpPr>
        <p:spPr bwMode="auto">
          <a:xfrm>
            <a:off x="0" y="3449319"/>
            <a:ext cx="12192000" cy="571559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i$ľiḑé"/>
          <p:cNvSpPr/>
          <p:nvPr userDrawn="1"/>
        </p:nvSpPr>
        <p:spPr>
          <a:xfrm>
            <a:off x="1089667" y="2553553"/>
            <a:ext cx="1200498" cy="1210084"/>
          </a:xfrm>
          <a:prstGeom prst="ellipse">
            <a:avLst/>
          </a:prstGeom>
          <a:blipFill dpi="0" rotWithShape="1">
            <a:blip r:embed="rId3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9" name="îṣḻïḑé"/>
          <p:cNvSpPr/>
          <p:nvPr userDrawn="1"/>
        </p:nvSpPr>
        <p:spPr>
          <a:xfrm>
            <a:off x="3239196" y="2553553"/>
            <a:ext cx="1200498" cy="1210084"/>
          </a:xfrm>
          <a:prstGeom prst="ellipse">
            <a:avLst/>
          </a:prstGeom>
          <a:blipFill dpi="0" rotWithShape="1">
            <a:blip r:embed="rId3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îsḷîḋe"/>
          <p:cNvSpPr/>
          <p:nvPr userDrawn="1"/>
        </p:nvSpPr>
        <p:spPr>
          <a:xfrm>
            <a:off x="5489401" y="2553553"/>
            <a:ext cx="1200498" cy="1210084"/>
          </a:xfrm>
          <a:prstGeom prst="ellipse">
            <a:avLst/>
          </a:prstGeom>
          <a:blipFill dpi="0" rotWithShape="1">
            <a:blip r:embed="rId3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slîḋé"/>
          <p:cNvSpPr/>
          <p:nvPr userDrawn="1"/>
        </p:nvSpPr>
        <p:spPr>
          <a:xfrm>
            <a:off x="7689267" y="2553553"/>
            <a:ext cx="1200498" cy="1210084"/>
          </a:xfrm>
          <a:prstGeom prst="ellipse">
            <a:avLst/>
          </a:prstGeom>
          <a:blipFill dpi="0" rotWithShape="1">
            <a:blip r:embed="rId3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ṥḻídè"/>
          <p:cNvSpPr/>
          <p:nvPr userDrawn="1"/>
        </p:nvSpPr>
        <p:spPr>
          <a:xfrm>
            <a:off x="9889135" y="2553553"/>
            <a:ext cx="1200498" cy="1210084"/>
          </a:xfrm>
          <a:prstGeom prst="ellipse">
            <a:avLst/>
          </a:prstGeom>
          <a:blipFill dpi="0" rotWithShape="1">
            <a:blip r:embed="rId3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58552" y="4061516"/>
            <a:ext cx="1862728" cy="17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908081" y="4061516"/>
            <a:ext cx="1862728" cy="17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164636" y="4061516"/>
            <a:ext cx="1862728" cy="17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58152" y="4061516"/>
            <a:ext cx="1862728" cy="17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9570720" y="4061516"/>
            <a:ext cx="1862728" cy="17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4390390"/>
            <a:ext cx="12192000" cy="246761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3ECF3-88F3-4764-9778-F2B7DDC61E7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7775151" y="3154680"/>
            <a:ext cx="3900912" cy="22228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515938" y="3154680"/>
            <a:ext cx="3900912" cy="22228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3903462" y="2376508"/>
            <a:ext cx="4385076" cy="31446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717097" y="4130040"/>
            <a:ext cx="3014430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475085" y="4130040"/>
            <a:ext cx="3014430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0" name="îṩļíḍe"/>
          <p:cNvSpPr/>
          <p:nvPr userDrawn="1"/>
        </p:nvSpPr>
        <p:spPr bwMode="auto">
          <a:xfrm>
            <a:off x="901550" y="3507344"/>
            <a:ext cx="335802" cy="467220"/>
          </a:xfrm>
          <a:custGeom>
            <a:avLst/>
            <a:gdLst>
              <a:gd name="connsiteX0" fmla="*/ 264916 w 435254"/>
              <a:gd name="connsiteY0" fmla="*/ 387002 h 605592"/>
              <a:gd name="connsiteX1" fmla="*/ 232980 w 435254"/>
              <a:gd name="connsiteY1" fmla="*/ 444284 h 605592"/>
              <a:gd name="connsiteX2" fmla="*/ 290446 w 435254"/>
              <a:gd name="connsiteY2" fmla="*/ 476076 h 605592"/>
              <a:gd name="connsiteX3" fmla="*/ 322289 w 435254"/>
              <a:gd name="connsiteY3" fmla="*/ 418794 h 605592"/>
              <a:gd name="connsiteX4" fmla="*/ 264916 w 435254"/>
              <a:gd name="connsiteY4" fmla="*/ 387002 h 605592"/>
              <a:gd name="connsiteX5" fmla="*/ 139402 w 435254"/>
              <a:gd name="connsiteY5" fmla="*/ 338432 h 605592"/>
              <a:gd name="connsiteX6" fmla="*/ 295830 w 435254"/>
              <a:gd name="connsiteY6" fmla="*/ 338432 h 605592"/>
              <a:gd name="connsiteX7" fmla="*/ 380961 w 435254"/>
              <a:gd name="connsiteY7" fmla="*/ 497395 h 605592"/>
              <a:gd name="connsiteX8" fmla="*/ 379940 w 435254"/>
              <a:gd name="connsiteY8" fmla="*/ 538271 h 605592"/>
              <a:gd name="connsiteX9" fmla="*/ 344291 w 435254"/>
              <a:gd name="connsiteY9" fmla="*/ 558384 h 605592"/>
              <a:gd name="connsiteX10" fmla="*/ 90941 w 435254"/>
              <a:gd name="connsiteY10" fmla="*/ 558384 h 605592"/>
              <a:gd name="connsiteX11" fmla="*/ 55385 w 435254"/>
              <a:gd name="connsiteY11" fmla="*/ 538271 h 605592"/>
              <a:gd name="connsiteX12" fmla="*/ 54364 w 435254"/>
              <a:gd name="connsiteY12" fmla="*/ 497395 h 605592"/>
              <a:gd name="connsiteX13" fmla="*/ 206517 w 435254"/>
              <a:gd name="connsiteY13" fmla="*/ 242939 h 605592"/>
              <a:gd name="connsiteX14" fmla="*/ 242338 w 435254"/>
              <a:gd name="connsiteY14" fmla="*/ 262869 h 605592"/>
              <a:gd name="connsiteX15" fmla="*/ 222386 w 435254"/>
              <a:gd name="connsiteY15" fmla="*/ 298651 h 605592"/>
              <a:gd name="connsiteX16" fmla="*/ 186565 w 435254"/>
              <a:gd name="connsiteY16" fmla="*/ 278813 h 605592"/>
              <a:gd name="connsiteX17" fmla="*/ 206517 w 435254"/>
              <a:gd name="connsiteY17" fmla="*/ 242939 h 605592"/>
              <a:gd name="connsiteX18" fmla="*/ 247634 w 435254"/>
              <a:gd name="connsiteY18" fmla="*/ 115529 h 605592"/>
              <a:gd name="connsiteX19" fmla="*/ 277725 w 435254"/>
              <a:gd name="connsiteY19" fmla="*/ 132203 h 605592"/>
              <a:gd name="connsiteX20" fmla="*/ 261007 w 435254"/>
              <a:gd name="connsiteY20" fmla="*/ 162123 h 605592"/>
              <a:gd name="connsiteX21" fmla="*/ 231009 w 435254"/>
              <a:gd name="connsiteY21" fmla="*/ 145542 h 605592"/>
              <a:gd name="connsiteX22" fmla="*/ 247634 w 435254"/>
              <a:gd name="connsiteY22" fmla="*/ 115529 h 605592"/>
              <a:gd name="connsiteX23" fmla="*/ 150273 w 435254"/>
              <a:gd name="connsiteY23" fmla="*/ 71748 h 605592"/>
              <a:gd name="connsiteX24" fmla="*/ 150273 w 435254"/>
              <a:gd name="connsiteY24" fmla="*/ 263353 h 605592"/>
              <a:gd name="connsiteX25" fmla="*/ 32555 w 435254"/>
              <a:gd name="connsiteY25" fmla="*/ 483510 h 605592"/>
              <a:gd name="connsiteX26" fmla="*/ 34134 w 435254"/>
              <a:gd name="connsiteY26" fmla="*/ 548769 h 605592"/>
              <a:gd name="connsiteX27" fmla="*/ 90950 w 435254"/>
              <a:gd name="connsiteY27" fmla="*/ 580935 h 605592"/>
              <a:gd name="connsiteX28" fmla="*/ 344304 w 435254"/>
              <a:gd name="connsiteY28" fmla="*/ 580935 h 605592"/>
              <a:gd name="connsiteX29" fmla="*/ 401120 w 435254"/>
              <a:gd name="connsiteY29" fmla="*/ 548769 h 605592"/>
              <a:gd name="connsiteX30" fmla="*/ 402791 w 435254"/>
              <a:gd name="connsiteY30" fmla="*/ 483510 h 605592"/>
              <a:gd name="connsiteX31" fmla="*/ 284981 w 435254"/>
              <a:gd name="connsiteY31" fmla="*/ 263353 h 605592"/>
              <a:gd name="connsiteX32" fmla="*/ 284981 w 435254"/>
              <a:gd name="connsiteY32" fmla="*/ 71748 h 605592"/>
              <a:gd name="connsiteX33" fmla="*/ 96799 w 435254"/>
              <a:gd name="connsiteY33" fmla="*/ 0 h 605592"/>
              <a:gd name="connsiteX34" fmla="*/ 337527 w 435254"/>
              <a:gd name="connsiteY34" fmla="*/ 0 h 605592"/>
              <a:gd name="connsiteX35" fmla="*/ 373548 w 435254"/>
              <a:gd name="connsiteY35" fmla="*/ 35874 h 605592"/>
              <a:gd name="connsiteX36" fmla="*/ 337527 w 435254"/>
              <a:gd name="connsiteY36" fmla="*/ 71748 h 605592"/>
              <a:gd name="connsiteX37" fmla="*/ 309768 w 435254"/>
              <a:gd name="connsiteY37" fmla="*/ 71748 h 605592"/>
              <a:gd name="connsiteX38" fmla="*/ 309768 w 435254"/>
              <a:gd name="connsiteY38" fmla="*/ 257235 h 605592"/>
              <a:gd name="connsiteX39" fmla="*/ 424608 w 435254"/>
              <a:gd name="connsiteY39" fmla="*/ 471923 h 605592"/>
              <a:gd name="connsiteX40" fmla="*/ 422380 w 435254"/>
              <a:gd name="connsiteY40" fmla="*/ 561468 h 605592"/>
              <a:gd name="connsiteX41" fmla="*/ 344304 w 435254"/>
              <a:gd name="connsiteY41" fmla="*/ 605592 h 605592"/>
              <a:gd name="connsiteX42" fmla="*/ 90950 w 435254"/>
              <a:gd name="connsiteY42" fmla="*/ 605592 h 605592"/>
              <a:gd name="connsiteX43" fmla="*/ 12874 w 435254"/>
              <a:gd name="connsiteY43" fmla="*/ 561468 h 605592"/>
              <a:gd name="connsiteX44" fmla="*/ 10646 w 435254"/>
              <a:gd name="connsiteY44" fmla="*/ 471923 h 605592"/>
              <a:gd name="connsiteX45" fmla="*/ 125579 w 435254"/>
              <a:gd name="connsiteY45" fmla="*/ 257235 h 605592"/>
              <a:gd name="connsiteX46" fmla="*/ 125579 w 435254"/>
              <a:gd name="connsiteY46" fmla="*/ 71748 h 605592"/>
              <a:gd name="connsiteX47" fmla="*/ 96799 w 435254"/>
              <a:gd name="connsiteY47" fmla="*/ 71748 h 605592"/>
              <a:gd name="connsiteX48" fmla="*/ 61799 w 435254"/>
              <a:gd name="connsiteY48" fmla="*/ 35874 h 605592"/>
              <a:gd name="connsiteX49" fmla="*/ 96799 w 435254"/>
              <a:gd name="connsiteY49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35254" h="605592">
                <a:moveTo>
                  <a:pt x="264916" y="387002"/>
                </a:moveTo>
                <a:cubicBezTo>
                  <a:pt x="240222" y="393953"/>
                  <a:pt x="225925" y="419628"/>
                  <a:pt x="232980" y="444284"/>
                </a:cubicBezTo>
                <a:cubicBezTo>
                  <a:pt x="240036" y="468846"/>
                  <a:pt x="265752" y="483120"/>
                  <a:pt x="290446" y="476076"/>
                </a:cubicBezTo>
                <a:cubicBezTo>
                  <a:pt x="315048" y="469032"/>
                  <a:pt x="329344" y="443357"/>
                  <a:pt x="322289" y="418794"/>
                </a:cubicBezTo>
                <a:cubicBezTo>
                  <a:pt x="315233" y="394139"/>
                  <a:pt x="289518" y="379957"/>
                  <a:pt x="264916" y="387002"/>
                </a:cubicBezTo>
                <a:close/>
                <a:moveTo>
                  <a:pt x="139402" y="338432"/>
                </a:moveTo>
                <a:lnTo>
                  <a:pt x="295830" y="338432"/>
                </a:lnTo>
                <a:lnTo>
                  <a:pt x="380961" y="497395"/>
                </a:lnTo>
                <a:cubicBezTo>
                  <a:pt x="387831" y="510278"/>
                  <a:pt x="387367" y="525758"/>
                  <a:pt x="379940" y="538271"/>
                </a:cubicBezTo>
                <a:cubicBezTo>
                  <a:pt x="372420" y="550784"/>
                  <a:pt x="358866" y="558384"/>
                  <a:pt x="344291" y="558384"/>
                </a:cubicBezTo>
                <a:lnTo>
                  <a:pt x="90941" y="558384"/>
                </a:lnTo>
                <a:cubicBezTo>
                  <a:pt x="76366" y="558384"/>
                  <a:pt x="62905" y="550784"/>
                  <a:pt x="55385" y="538271"/>
                </a:cubicBezTo>
                <a:cubicBezTo>
                  <a:pt x="47865" y="525758"/>
                  <a:pt x="47494" y="510278"/>
                  <a:pt x="54364" y="497395"/>
                </a:cubicBezTo>
                <a:close/>
                <a:moveTo>
                  <a:pt x="206517" y="242939"/>
                </a:moveTo>
                <a:cubicBezTo>
                  <a:pt x="221829" y="238582"/>
                  <a:pt x="237884" y="247481"/>
                  <a:pt x="242338" y="262869"/>
                </a:cubicBezTo>
                <a:cubicBezTo>
                  <a:pt x="246700" y="278257"/>
                  <a:pt x="237791" y="294201"/>
                  <a:pt x="222386" y="298651"/>
                </a:cubicBezTo>
                <a:cubicBezTo>
                  <a:pt x="206981" y="303008"/>
                  <a:pt x="191019" y="294109"/>
                  <a:pt x="186565" y="278813"/>
                </a:cubicBezTo>
                <a:cubicBezTo>
                  <a:pt x="182203" y="263425"/>
                  <a:pt x="191112" y="247388"/>
                  <a:pt x="206517" y="242939"/>
                </a:cubicBezTo>
                <a:close/>
                <a:moveTo>
                  <a:pt x="247634" y="115529"/>
                </a:moveTo>
                <a:cubicBezTo>
                  <a:pt x="260543" y="111917"/>
                  <a:pt x="274010" y="119327"/>
                  <a:pt x="277725" y="132203"/>
                </a:cubicBezTo>
                <a:cubicBezTo>
                  <a:pt x="281347" y="145079"/>
                  <a:pt x="273917" y="158418"/>
                  <a:pt x="261007" y="162123"/>
                </a:cubicBezTo>
                <a:cubicBezTo>
                  <a:pt x="248191" y="165829"/>
                  <a:pt x="234724" y="158326"/>
                  <a:pt x="231009" y="145542"/>
                </a:cubicBezTo>
                <a:cubicBezTo>
                  <a:pt x="227294" y="132666"/>
                  <a:pt x="234817" y="119235"/>
                  <a:pt x="247634" y="115529"/>
                </a:cubicBezTo>
                <a:close/>
                <a:moveTo>
                  <a:pt x="150273" y="71748"/>
                </a:moveTo>
                <a:lnTo>
                  <a:pt x="150273" y="263353"/>
                </a:lnTo>
                <a:lnTo>
                  <a:pt x="32555" y="483510"/>
                </a:lnTo>
                <a:cubicBezTo>
                  <a:pt x="21601" y="503903"/>
                  <a:pt x="22251" y="528931"/>
                  <a:pt x="34134" y="548769"/>
                </a:cubicBezTo>
                <a:cubicBezTo>
                  <a:pt x="46017" y="568606"/>
                  <a:pt x="67834" y="580935"/>
                  <a:pt x="90950" y="580935"/>
                </a:cubicBezTo>
                <a:lnTo>
                  <a:pt x="344304" y="580935"/>
                </a:lnTo>
                <a:cubicBezTo>
                  <a:pt x="367420" y="580935"/>
                  <a:pt x="389237" y="568606"/>
                  <a:pt x="401120" y="548769"/>
                </a:cubicBezTo>
                <a:cubicBezTo>
                  <a:pt x="413096" y="528931"/>
                  <a:pt x="413653" y="503903"/>
                  <a:pt x="402791" y="483510"/>
                </a:cubicBezTo>
                <a:lnTo>
                  <a:pt x="284981" y="263353"/>
                </a:lnTo>
                <a:lnTo>
                  <a:pt x="284981" y="71748"/>
                </a:lnTo>
                <a:close/>
                <a:moveTo>
                  <a:pt x="96799" y="0"/>
                </a:moveTo>
                <a:lnTo>
                  <a:pt x="337527" y="0"/>
                </a:lnTo>
                <a:cubicBezTo>
                  <a:pt x="357394" y="0"/>
                  <a:pt x="373548" y="16036"/>
                  <a:pt x="373548" y="35874"/>
                </a:cubicBezTo>
                <a:cubicBezTo>
                  <a:pt x="373548" y="55711"/>
                  <a:pt x="357394" y="71748"/>
                  <a:pt x="337527" y="71748"/>
                </a:cubicBezTo>
                <a:lnTo>
                  <a:pt x="309768" y="71748"/>
                </a:lnTo>
                <a:lnTo>
                  <a:pt x="309768" y="257235"/>
                </a:lnTo>
                <a:lnTo>
                  <a:pt x="424608" y="471923"/>
                </a:lnTo>
                <a:cubicBezTo>
                  <a:pt x="439555" y="499917"/>
                  <a:pt x="438719" y="534215"/>
                  <a:pt x="422380" y="561468"/>
                </a:cubicBezTo>
                <a:cubicBezTo>
                  <a:pt x="406041" y="588721"/>
                  <a:pt x="376147" y="605592"/>
                  <a:pt x="344304" y="605592"/>
                </a:cubicBezTo>
                <a:lnTo>
                  <a:pt x="90950" y="605592"/>
                </a:lnTo>
                <a:cubicBezTo>
                  <a:pt x="59200" y="605592"/>
                  <a:pt x="29213" y="588721"/>
                  <a:pt x="12874" y="561468"/>
                </a:cubicBezTo>
                <a:cubicBezTo>
                  <a:pt x="-3465" y="534215"/>
                  <a:pt x="-4301" y="499917"/>
                  <a:pt x="10646" y="471923"/>
                </a:cubicBezTo>
                <a:lnTo>
                  <a:pt x="125579" y="257235"/>
                </a:lnTo>
                <a:lnTo>
                  <a:pt x="125579" y="71748"/>
                </a:lnTo>
                <a:lnTo>
                  <a:pt x="96799" y="71748"/>
                </a:lnTo>
                <a:cubicBezTo>
                  <a:pt x="77396" y="71284"/>
                  <a:pt x="61799" y="55433"/>
                  <a:pt x="61799" y="35874"/>
                </a:cubicBezTo>
                <a:cubicBezTo>
                  <a:pt x="61799" y="16407"/>
                  <a:pt x="77396" y="556"/>
                  <a:pt x="96799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îślïḋe"/>
          <p:cNvSpPr/>
          <p:nvPr userDrawn="1"/>
        </p:nvSpPr>
        <p:spPr bwMode="auto">
          <a:xfrm>
            <a:off x="8615862" y="3502107"/>
            <a:ext cx="332462" cy="467220"/>
          </a:xfrm>
          <a:custGeom>
            <a:avLst/>
            <a:gdLst>
              <a:gd name="connsiteX0" fmla="*/ 302953 w 418198"/>
              <a:gd name="connsiteY0" fmla="*/ 299792 h 605874"/>
              <a:gd name="connsiteX1" fmla="*/ 249019 w 418198"/>
              <a:gd name="connsiteY1" fmla="*/ 317406 h 605874"/>
              <a:gd name="connsiteX2" fmla="*/ 269813 w 418198"/>
              <a:gd name="connsiteY2" fmla="*/ 380633 h 605874"/>
              <a:gd name="connsiteX3" fmla="*/ 296734 w 418198"/>
              <a:gd name="connsiteY3" fmla="*/ 400102 h 605874"/>
              <a:gd name="connsiteX4" fmla="*/ 305646 w 418198"/>
              <a:gd name="connsiteY4" fmla="*/ 398711 h 605874"/>
              <a:gd name="connsiteX5" fmla="*/ 322077 w 418198"/>
              <a:gd name="connsiteY5" fmla="*/ 384620 h 605874"/>
              <a:gd name="connsiteX6" fmla="*/ 323748 w 418198"/>
              <a:gd name="connsiteY6" fmla="*/ 362926 h 605874"/>
              <a:gd name="connsiteX7" fmla="*/ 313908 w 418198"/>
              <a:gd name="connsiteY7" fmla="*/ 278098 h 605874"/>
              <a:gd name="connsiteX8" fmla="*/ 340086 w 418198"/>
              <a:gd name="connsiteY8" fmla="*/ 357642 h 605874"/>
              <a:gd name="connsiteX9" fmla="*/ 337394 w 418198"/>
              <a:gd name="connsiteY9" fmla="*/ 392314 h 605874"/>
              <a:gd name="connsiteX10" fmla="*/ 310937 w 418198"/>
              <a:gd name="connsiteY10" fmla="*/ 415028 h 605874"/>
              <a:gd name="connsiteX11" fmla="*/ 296827 w 418198"/>
              <a:gd name="connsiteY11" fmla="*/ 417253 h 605874"/>
              <a:gd name="connsiteX12" fmla="*/ 253475 w 418198"/>
              <a:gd name="connsiteY12" fmla="*/ 386010 h 605874"/>
              <a:gd name="connsiteX13" fmla="*/ 227389 w 418198"/>
              <a:gd name="connsiteY13" fmla="*/ 306467 h 605874"/>
              <a:gd name="connsiteX14" fmla="*/ 174927 w 418198"/>
              <a:gd name="connsiteY14" fmla="*/ 169081 h 605874"/>
              <a:gd name="connsiteX15" fmla="*/ 95631 w 418198"/>
              <a:gd name="connsiteY15" fmla="*/ 195222 h 605874"/>
              <a:gd name="connsiteX16" fmla="*/ 29521 w 418198"/>
              <a:gd name="connsiteY16" fmla="*/ 252045 h 605874"/>
              <a:gd name="connsiteX17" fmla="*/ 22929 w 418198"/>
              <a:gd name="connsiteY17" fmla="*/ 338996 h 605874"/>
              <a:gd name="connsiteX18" fmla="*/ 58305 w 418198"/>
              <a:gd name="connsiteY18" fmla="*/ 441613 h 605874"/>
              <a:gd name="connsiteX19" fmla="*/ 105566 w 418198"/>
              <a:gd name="connsiteY19" fmla="*/ 420478 h 605874"/>
              <a:gd name="connsiteX20" fmla="*/ 73254 w 418198"/>
              <a:gd name="connsiteY20" fmla="*/ 322403 h 605874"/>
              <a:gd name="connsiteX21" fmla="*/ 76690 w 418198"/>
              <a:gd name="connsiteY21" fmla="*/ 275869 h 605874"/>
              <a:gd name="connsiteX22" fmla="*/ 112159 w 418198"/>
              <a:gd name="connsiteY22" fmla="*/ 245371 h 605874"/>
              <a:gd name="connsiteX23" fmla="*/ 191454 w 418198"/>
              <a:gd name="connsiteY23" fmla="*/ 219323 h 605874"/>
              <a:gd name="connsiteX24" fmla="*/ 176998 w 418198"/>
              <a:gd name="connsiteY24" fmla="*/ 150374 h 605874"/>
              <a:gd name="connsiteX25" fmla="*/ 204184 w 418198"/>
              <a:gd name="connsiteY25" fmla="*/ 233098 h 605874"/>
              <a:gd name="connsiteX26" fmla="*/ 117544 w 418198"/>
              <a:gd name="connsiteY26" fmla="*/ 261593 h 605874"/>
              <a:gd name="connsiteX27" fmla="*/ 89503 w 418198"/>
              <a:gd name="connsiteY27" fmla="*/ 317027 h 605874"/>
              <a:gd name="connsiteX28" fmla="*/ 123858 w 418198"/>
              <a:gd name="connsiteY28" fmla="*/ 421219 h 605874"/>
              <a:gd name="connsiteX29" fmla="*/ 184676 w 418198"/>
              <a:gd name="connsiteY29" fmla="*/ 470071 h 605874"/>
              <a:gd name="connsiteX30" fmla="*/ 351438 w 418198"/>
              <a:gd name="connsiteY30" fmla="*/ 420200 h 605874"/>
              <a:gd name="connsiteX31" fmla="*/ 370844 w 418198"/>
              <a:gd name="connsiteY31" fmla="*/ 417326 h 605874"/>
              <a:gd name="connsiteX32" fmla="*/ 416062 w 418198"/>
              <a:gd name="connsiteY32" fmla="*/ 445970 h 605874"/>
              <a:gd name="connsiteX33" fmla="*/ 418198 w 418198"/>
              <a:gd name="connsiteY33" fmla="*/ 453108 h 605874"/>
              <a:gd name="connsiteX34" fmla="*/ 223395 w 418198"/>
              <a:gd name="connsiteY34" fmla="*/ 541542 h 605874"/>
              <a:gd name="connsiteX35" fmla="*/ 363416 w 418198"/>
              <a:gd name="connsiteY35" fmla="*/ 541542 h 605874"/>
              <a:gd name="connsiteX36" fmla="*/ 363416 w 418198"/>
              <a:gd name="connsiteY36" fmla="*/ 605874 h 605874"/>
              <a:gd name="connsiteX37" fmla="*/ 27200 w 418198"/>
              <a:gd name="connsiteY37" fmla="*/ 605874 h 605874"/>
              <a:gd name="connsiteX38" fmla="*/ 27200 w 418198"/>
              <a:gd name="connsiteY38" fmla="*/ 541542 h 605874"/>
              <a:gd name="connsiteX39" fmla="*/ 47441 w 418198"/>
              <a:gd name="connsiteY39" fmla="*/ 541542 h 605874"/>
              <a:gd name="connsiteX40" fmla="*/ 33978 w 418198"/>
              <a:gd name="connsiteY40" fmla="*/ 497973 h 605874"/>
              <a:gd name="connsiteX41" fmla="*/ 44470 w 418198"/>
              <a:gd name="connsiteY41" fmla="*/ 459133 h 605874"/>
              <a:gd name="connsiteX42" fmla="*/ 6587 w 418198"/>
              <a:gd name="connsiteY42" fmla="*/ 344280 h 605874"/>
              <a:gd name="connsiteX43" fmla="*/ 14200 w 418198"/>
              <a:gd name="connsiteY43" fmla="*/ 244351 h 605874"/>
              <a:gd name="connsiteX44" fmla="*/ 90246 w 418198"/>
              <a:gd name="connsiteY44" fmla="*/ 178907 h 605874"/>
              <a:gd name="connsiteX45" fmla="*/ 241220 w 418198"/>
              <a:gd name="connsiteY45" fmla="*/ 61251 h 605874"/>
              <a:gd name="connsiteX46" fmla="*/ 311786 w 418198"/>
              <a:gd name="connsiteY46" fmla="*/ 276052 h 605874"/>
              <a:gd name="connsiteX47" fmla="*/ 227390 w 418198"/>
              <a:gd name="connsiteY47" fmla="*/ 303714 h 605874"/>
              <a:gd name="connsiteX48" fmla="*/ 204184 w 418198"/>
              <a:gd name="connsiteY48" fmla="*/ 233098 h 605874"/>
              <a:gd name="connsiteX49" fmla="*/ 213089 w 418198"/>
              <a:gd name="connsiteY49" fmla="*/ 230169 h 605874"/>
              <a:gd name="connsiteX50" fmla="*/ 185790 w 418198"/>
              <a:gd name="connsiteY50" fmla="*/ 147482 h 605874"/>
              <a:gd name="connsiteX51" fmla="*/ 176998 w 418198"/>
              <a:gd name="connsiteY51" fmla="*/ 150374 h 605874"/>
              <a:gd name="connsiteX52" fmla="*/ 156824 w 418198"/>
              <a:gd name="connsiteY52" fmla="*/ 88983 h 605874"/>
              <a:gd name="connsiteX53" fmla="*/ 239456 w 418198"/>
              <a:gd name="connsiteY53" fmla="*/ 0 h 605874"/>
              <a:gd name="connsiteX54" fmla="*/ 253781 w 418198"/>
              <a:gd name="connsiteY54" fmla="*/ 43750 h 605874"/>
              <a:gd name="connsiteX55" fmla="*/ 125846 w 418198"/>
              <a:gd name="connsiteY55" fmla="*/ 85666 h 605874"/>
              <a:gd name="connsiteX56" fmla="*/ 111521 w 418198"/>
              <a:gd name="connsiteY56" fmla="*/ 41916 h 60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18198" h="605874">
                <a:moveTo>
                  <a:pt x="302953" y="299792"/>
                </a:moveTo>
                <a:lnTo>
                  <a:pt x="249019" y="317406"/>
                </a:lnTo>
                <a:lnTo>
                  <a:pt x="269813" y="380633"/>
                </a:lnTo>
                <a:cubicBezTo>
                  <a:pt x="273619" y="392314"/>
                  <a:pt x="284480" y="400102"/>
                  <a:pt x="296734" y="400102"/>
                </a:cubicBezTo>
                <a:cubicBezTo>
                  <a:pt x="299797" y="400102"/>
                  <a:pt x="302768" y="399731"/>
                  <a:pt x="305646" y="398711"/>
                </a:cubicBezTo>
                <a:cubicBezTo>
                  <a:pt x="312794" y="396394"/>
                  <a:pt x="318642" y="391387"/>
                  <a:pt x="322077" y="384620"/>
                </a:cubicBezTo>
                <a:cubicBezTo>
                  <a:pt x="325511" y="377852"/>
                  <a:pt x="326068" y="370157"/>
                  <a:pt x="323748" y="362926"/>
                </a:cubicBezTo>
                <a:close/>
                <a:moveTo>
                  <a:pt x="313908" y="278098"/>
                </a:moveTo>
                <a:lnTo>
                  <a:pt x="340086" y="357642"/>
                </a:lnTo>
                <a:cubicBezTo>
                  <a:pt x="343892" y="369137"/>
                  <a:pt x="342871" y="381468"/>
                  <a:pt x="337394" y="392314"/>
                </a:cubicBezTo>
                <a:cubicBezTo>
                  <a:pt x="331917" y="403161"/>
                  <a:pt x="322541" y="411227"/>
                  <a:pt x="310937" y="415028"/>
                </a:cubicBezTo>
                <a:cubicBezTo>
                  <a:pt x="306388" y="416511"/>
                  <a:pt x="301654" y="417253"/>
                  <a:pt x="296827" y="417253"/>
                </a:cubicBezTo>
                <a:cubicBezTo>
                  <a:pt x="277054" y="417253"/>
                  <a:pt x="259601" y="404737"/>
                  <a:pt x="253475" y="386010"/>
                </a:cubicBezTo>
                <a:lnTo>
                  <a:pt x="227389" y="306467"/>
                </a:lnTo>
                <a:close/>
                <a:moveTo>
                  <a:pt x="174927" y="169081"/>
                </a:moveTo>
                <a:lnTo>
                  <a:pt x="95631" y="195222"/>
                </a:lnTo>
                <a:cubicBezTo>
                  <a:pt x="66755" y="204677"/>
                  <a:pt x="43263" y="224885"/>
                  <a:pt x="29521" y="252045"/>
                </a:cubicBezTo>
                <a:cubicBezTo>
                  <a:pt x="15779" y="279299"/>
                  <a:pt x="13458" y="310167"/>
                  <a:pt x="22929" y="338996"/>
                </a:cubicBezTo>
                <a:lnTo>
                  <a:pt x="58305" y="441613"/>
                </a:lnTo>
                <a:cubicBezTo>
                  <a:pt x="71304" y="429284"/>
                  <a:pt x="87739" y="421961"/>
                  <a:pt x="105566" y="420478"/>
                </a:cubicBezTo>
                <a:lnTo>
                  <a:pt x="73254" y="322403"/>
                </a:lnTo>
                <a:cubicBezTo>
                  <a:pt x="68147" y="307015"/>
                  <a:pt x="69354" y="290422"/>
                  <a:pt x="76690" y="275869"/>
                </a:cubicBezTo>
                <a:cubicBezTo>
                  <a:pt x="84118" y="261315"/>
                  <a:pt x="96653" y="250470"/>
                  <a:pt x="112159" y="245371"/>
                </a:cubicBezTo>
                <a:lnTo>
                  <a:pt x="191454" y="219323"/>
                </a:lnTo>
                <a:close/>
                <a:moveTo>
                  <a:pt x="176998" y="150374"/>
                </a:moveTo>
                <a:lnTo>
                  <a:pt x="204184" y="233098"/>
                </a:lnTo>
                <a:lnTo>
                  <a:pt x="117544" y="261593"/>
                </a:lnTo>
                <a:cubicBezTo>
                  <a:pt x="94517" y="269195"/>
                  <a:pt x="81982" y="294038"/>
                  <a:pt x="89503" y="317027"/>
                </a:cubicBezTo>
                <a:lnTo>
                  <a:pt x="123858" y="421219"/>
                </a:lnTo>
                <a:cubicBezTo>
                  <a:pt x="151714" y="425484"/>
                  <a:pt x="174648" y="444023"/>
                  <a:pt x="184676" y="470071"/>
                </a:cubicBezTo>
                <a:lnTo>
                  <a:pt x="351438" y="420200"/>
                </a:lnTo>
                <a:cubicBezTo>
                  <a:pt x="357844" y="418253"/>
                  <a:pt x="364344" y="417326"/>
                  <a:pt x="370844" y="417326"/>
                </a:cubicBezTo>
                <a:cubicBezTo>
                  <a:pt x="393128" y="417326"/>
                  <a:pt x="410863" y="428543"/>
                  <a:pt x="416062" y="445970"/>
                </a:cubicBezTo>
                <a:lnTo>
                  <a:pt x="418198" y="453108"/>
                </a:lnTo>
                <a:lnTo>
                  <a:pt x="223395" y="541542"/>
                </a:lnTo>
                <a:lnTo>
                  <a:pt x="363416" y="541542"/>
                </a:lnTo>
                <a:lnTo>
                  <a:pt x="363416" y="605874"/>
                </a:lnTo>
                <a:lnTo>
                  <a:pt x="27200" y="605874"/>
                </a:lnTo>
                <a:lnTo>
                  <a:pt x="27200" y="541542"/>
                </a:lnTo>
                <a:lnTo>
                  <a:pt x="47441" y="541542"/>
                </a:lnTo>
                <a:cubicBezTo>
                  <a:pt x="38713" y="528749"/>
                  <a:pt x="33978" y="513454"/>
                  <a:pt x="33978" y="497973"/>
                </a:cubicBezTo>
                <a:cubicBezTo>
                  <a:pt x="33978" y="484347"/>
                  <a:pt x="37599" y="470998"/>
                  <a:pt x="44470" y="459133"/>
                </a:cubicBezTo>
                <a:lnTo>
                  <a:pt x="6587" y="344280"/>
                </a:lnTo>
                <a:cubicBezTo>
                  <a:pt x="-4277" y="311187"/>
                  <a:pt x="-1677" y="275591"/>
                  <a:pt x="14200" y="244351"/>
                </a:cubicBezTo>
                <a:cubicBezTo>
                  <a:pt x="29985" y="213112"/>
                  <a:pt x="57005" y="189845"/>
                  <a:pt x="90246" y="178907"/>
                </a:cubicBezTo>
                <a:close/>
                <a:moveTo>
                  <a:pt x="241220" y="61251"/>
                </a:moveTo>
                <a:lnTo>
                  <a:pt x="311786" y="276052"/>
                </a:lnTo>
                <a:lnTo>
                  <a:pt x="227390" y="303714"/>
                </a:lnTo>
                <a:lnTo>
                  <a:pt x="204184" y="233098"/>
                </a:lnTo>
                <a:lnTo>
                  <a:pt x="213089" y="230169"/>
                </a:lnTo>
                <a:lnTo>
                  <a:pt x="185790" y="147482"/>
                </a:lnTo>
                <a:lnTo>
                  <a:pt x="176998" y="150374"/>
                </a:lnTo>
                <a:lnTo>
                  <a:pt x="156824" y="88983"/>
                </a:lnTo>
                <a:close/>
                <a:moveTo>
                  <a:pt x="239456" y="0"/>
                </a:moveTo>
                <a:lnTo>
                  <a:pt x="253781" y="43750"/>
                </a:lnTo>
                <a:lnTo>
                  <a:pt x="125846" y="85666"/>
                </a:lnTo>
                <a:lnTo>
                  <a:pt x="111521" y="4191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4141064" y="2557227"/>
            <a:ext cx="944880" cy="944880"/>
          </a:xfrm>
          <a:prstGeom prst="ellipse">
            <a:avLst/>
          </a:prstGeom>
          <a:blipFill dpi="0" rotWithShape="1">
            <a:blip r:embed="rId2"/>
            <a:srcRect/>
            <a:tile tx="0" ty="0" sx="25000" sy="25000" flip="none" algn="ctr"/>
          </a:blip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150918" y="3677806"/>
            <a:ext cx="3890165" cy="144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tags" Target="../tags/tag2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4.xml"/><Relationship Id="rId15" Type="http://schemas.openxmlformats.org/officeDocument/2006/relationships/image" Target="../media/image22.svg"/><Relationship Id="rId14" Type="http://schemas.openxmlformats.org/officeDocument/2006/relationships/image" Target="../media/image21.png"/><Relationship Id="rId13" Type="http://schemas.openxmlformats.org/officeDocument/2006/relationships/image" Target="../media/image5.png"/><Relationship Id="rId12" Type="http://schemas.openxmlformats.org/officeDocument/2006/relationships/tags" Target="../tags/tag12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5.png"/><Relationship Id="rId7" Type="http://schemas.openxmlformats.org/officeDocument/2006/relationships/tags" Target="../tags/tag126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1" Type="http://schemas.openxmlformats.org/officeDocument/2006/relationships/theme" Target="../theme/theme5.xml"/><Relationship Id="rId10" Type="http://schemas.openxmlformats.org/officeDocument/2006/relationships/image" Target="../media/image22.svg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7" Type="http://schemas.openxmlformats.org/officeDocument/2006/relationships/theme" Target="../theme/theme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90390"/>
            <a:ext cx="12191365" cy="2467610"/>
          </a:xfrm>
          <a:prstGeom prst="rect">
            <a:avLst/>
          </a:prstGeom>
        </p:spPr>
      </p:pic>
      <p:pic>
        <p:nvPicPr>
          <p:cNvPr id="8" name="图片 7" descr="EEE logo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66335" y="151765"/>
            <a:ext cx="2076450" cy="540385"/>
          </a:xfrm>
          <a:prstGeom prst="rect">
            <a:avLst/>
          </a:prstGeom>
        </p:spPr>
      </p:pic>
      <p:pic>
        <p:nvPicPr>
          <p:cNvPr id="9" name="图片 8" descr="校徽+中英文校名-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30145" y="27305"/>
            <a:ext cx="2168525" cy="709930"/>
          </a:xfrm>
          <a:prstGeom prst="rect">
            <a:avLst/>
          </a:prstGeom>
        </p:spPr>
      </p:pic>
      <p:pic>
        <p:nvPicPr>
          <p:cNvPr id="10" name="图片 9" descr="OIL_logo_orange_LR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410450" y="177800"/>
            <a:ext cx="2080895" cy="40894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19D1-70AD-47E6-843D-DB88B7787A4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764C-F364-4F97-8D45-D3938DE8E1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62D53-1578-4193-92EB-94E6E47F596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FFD4B-0A1F-4045-9E82-87EEABCC5E8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4012516"/>
          </a:xfrm>
          <a:prstGeom prst="rect">
            <a:avLst/>
          </a:prstGeom>
          <a:blipFill>
            <a:blip r:embed="rId2"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4012516"/>
          </a:xfrm>
          <a:prstGeom prst="rect">
            <a:avLst/>
          </a:prstGeom>
          <a:gradFill>
            <a:gsLst>
              <a:gs pos="0">
                <a:schemeClr val="bg1">
                  <a:alpha val="53000"/>
                </a:schemeClr>
              </a:gs>
              <a:gs pos="100000">
                <a:schemeClr val="bg1">
                  <a:alpha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24486" y="4508214"/>
            <a:ext cx="2342861" cy="1696027"/>
            <a:chOff x="5443046" y="1055935"/>
            <a:chExt cx="2342861" cy="1696027"/>
          </a:xfrm>
        </p:grpSpPr>
        <p:sp>
          <p:nvSpPr>
            <p:cNvPr id="10" name="文本框 9"/>
            <p:cNvSpPr txBox="1"/>
            <p:nvPr/>
          </p:nvSpPr>
          <p:spPr>
            <a:xfrm>
              <a:off x="5443046" y="1055935"/>
              <a:ext cx="2342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800" spc="100" dirty="0">
                  <a:solidFill>
                    <a:srgbClr val="10383C"/>
                  </a:solidFill>
                  <a:latin typeface="Akrobat Black" panose="00000A00000000000000" pitchFamily="50" charset="0"/>
                  <a:ea typeface="等线" panose="02010600030101010101" pitchFamily="2" charset="-122"/>
                </a:rPr>
                <a:t>01</a:t>
              </a:r>
              <a:endParaRPr lang="en-US" altLang="zh-CN" sz="4800" spc="100" dirty="0">
                <a:solidFill>
                  <a:srgbClr val="10383C"/>
                </a:solidFill>
                <a:latin typeface="Akrobat Black" panose="00000A00000000000000" pitchFamily="50" charset="0"/>
                <a:ea typeface="等线" panose="02010600030101010101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443452" y="2228742"/>
              <a:ext cx="2342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</a:rPr>
                <a:t>点击此处输入文本，文本内容应尽量简约精炼。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12" name="文本框 11"/>
          <p:cNvSpPr txBox="1"/>
          <p:nvPr userDrawn="1"/>
        </p:nvSpPr>
        <p:spPr>
          <a:xfrm>
            <a:off x="3423285" y="1271905"/>
            <a:ext cx="5345430" cy="1583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3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kumimoji="0" lang="en-US" altLang="zh-CN" sz="4800" b="1" i="0" u="none" strike="noStrike" kern="1200" cap="none" spc="3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4800" b="1" i="0" u="none" strike="noStrike" kern="1200" cap="none" spc="3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r>
              <a:rPr lang="en-US" altLang="zh-CN" sz="4800" b="1" spc="300" dirty="0">
                <a:solidFill>
                  <a:srgbClr val="1038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4800" b="1" spc="300" dirty="0">
              <a:solidFill>
                <a:srgbClr val="1038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en-US" altLang="zh-CN" sz="2800" b="1" spc="600" dirty="0">
                <a:solidFill>
                  <a:srgbClr val="1038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OUTLINE</a:t>
            </a:r>
            <a:endParaRPr lang="en-US" altLang="zh-CN" sz="4800" spc="3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3524406" y="4508214"/>
            <a:ext cx="2342861" cy="1696027"/>
            <a:chOff x="5443046" y="1055935"/>
            <a:chExt cx="2342861" cy="1696027"/>
          </a:xfrm>
        </p:grpSpPr>
        <p:sp>
          <p:nvSpPr>
            <p:cNvPr id="14" name="文本框 13"/>
            <p:cNvSpPr txBox="1"/>
            <p:nvPr/>
          </p:nvSpPr>
          <p:spPr>
            <a:xfrm>
              <a:off x="5443046" y="1055935"/>
              <a:ext cx="2342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800" spc="100" dirty="0">
                  <a:solidFill>
                    <a:srgbClr val="10383C"/>
                  </a:solidFill>
                  <a:latin typeface="Akrobat Black" panose="00000A00000000000000" pitchFamily="50" charset="0"/>
                  <a:ea typeface="等线" panose="02010600030101010101" pitchFamily="2" charset="-122"/>
                </a:rPr>
                <a:t>02</a:t>
              </a:r>
              <a:endParaRPr lang="en-US" altLang="zh-CN" sz="4800" spc="100" dirty="0">
                <a:solidFill>
                  <a:srgbClr val="10383C"/>
                </a:solidFill>
                <a:latin typeface="Akrobat Black" panose="00000A00000000000000" pitchFamily="50" charset="0"/>
                <a:ea typeface="等线" panose="02010600030101010101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443452" y="2228742"/>
              <a:ext cx="2342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</a:rPr>
                <a:t>点击此处输入文本，文本内容应尽量简约精炼。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324326" y="4508214"/>
            <a:ext cx="2342861" cy="1696027"/>
            <a:chOff x="5443046" y="1055935"/>
            <a:chExt cx="2342861" cy="1696027"/>
          </a:xfrm>
        </p:grpSpPr>
        <p:sp>
          <p:nvSpPr>
            <p:cNvPr id="17" name="文本框 16"/>
            <p:cNvSpPr txBox="1"/>
            <p:nvPr/>
          </p:nvSpPr>
          <p:spPr>
            <a:xfrm>
              <a:off x="5443046" y="1055935"/>
              <a:ext cx="2342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800" spc="100" dirty="0">
                  <a:solidFill>
                    <a:srgbClr val="10383C"/>
                  </a:solidFill>
                  <a:latin typeface="Akrobat Black" panose="00000A00000000000000" pitchFamily="50" charset="0"/>
                  <a:ea typeface="等线" panose="02010600030101010101" pitchFamily="2" charset="-122"/>
                </a:rPr>
                <a:t>03</a:t>
              </a:r>
              <a:endParaRPr lang="en-US" altLang="zh-CN" sz="4800" spc="100" dirty="0">
                <a:solidFill>
                  <a:srgbClr val="10383C"/>
                </a:solidFill>
                <a:latin typeface="Akrobat Black" panose="00000A00000000000000" pitchFamily="50" charset="0"/>
                <a:ea typeface="等线" panose="02010600030101010101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443452" y="2228742"/>
              <a:ext cx="2342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</a:rPr>
                <a:t>点击此处输入文本，文本内容应尽量简约精炼。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9124247" y="4508214"/>
            <a:ext cx="2342861" cy="1696027"/>
            <a:chOff x="5443046" y="1055935"/>
            <a:chExt cx="2342861" cy="1696027"/>
          </a:xfrm>
        </p:grpSpPr>
        <p:sp>
          <p:nvSpPr>
            <p:cNvPr id="20" name="文本框 19"/>
            <p:cNvSpPr txBox="1"/>
            <p:nvPr/>
          </p:nvSpPr>
          <p:spPr>
            <a:xfrm>
              <a:off x="5443046" y="1055935"/>
              <a:ext cx="2342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800" spc="100" dirty="0">
                  <a:solidFill>
                    <a:srgbClr val="10383C"/>
                  </a:solidFill>
                  <a:latin typeface="Akrobat Black" panose="00000A00000000000000" pitchFamily="50" charset="0"/>
                  <a:ea typeface="等线" panose="02010600030101010101" pitchFamily="2" charset="-122"/>
                </a:rPr>
                <a:t>04</a:t>
              </a:r>
              <a:endParaRPr lang="en-US" altLang="zh-CN" sz="4800" spc="100" dirty="0">
                <a:solidFill>
                  <a:srgbClr val="10383C"/>
                </a:solidFill>
                <a:latin typeface="Akrobat Black" panose="00000A00000000000000" pitchFamily="50" charset="0"/>
                <a:ea typeface="等线" panose="02010600030101010101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10383C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于此输入标题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443452" y="2228742"/>
              <a:ext cx="2342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</a:rPr>
                <a:t>点击此处输入文本，文本内容应尽量简约精炼。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</p:grpSp>
      <p:cxnSp>
        <p:nvCxnSpPr>
          <p:cNvPr id="22" name="直接连接符 21"/>
          <p:cNvCxnSpPr/>
          <p:nvPr userDrawn="1"/>
        </p:nvCxnSpPr>
        <p:spPr>
          <a:xfrm>
            <a:off x="3252486" y="4797774"/>
            <a:ext cx="0" cy="125006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6096000" y="4797774"/>
            <a:ext cx="0" cy="125006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8920223" y="4797774"/>
            <a:ext cx="0" cy="125006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 userDrawn="1"/>
        </p:nvGrpSpPr>
        <p:grpSpPr>
          <a:xfrm>
            <a:off x="0" y="3895725"/>
            <a:ext cx="12192000" cy="118110"/>
            <a:chOff x="0" y="6135"/>
            <a:chExt cx="19200" cy="186"/>
          </a:xfrm>
        </p:grpSpPr>
        <p:pic>
          <p:nvPicPr>
            <p:cNvPr id="26" name="图片 25" descr="色条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27" name="矩形 26"/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图片 27" descr="OIL_logo_orange_LR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74810" y="86042"/>
            <a:ext cx="2612390" cy="5137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083D7-1C36-41F4-BBC5-5FBF3BCB283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717F3-7FE8-4025-BE4D-D44DEF4CBC2E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747261" y="2849880"/>
            <a:ext cx="2697480" cy="1799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1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01</a:t>
            </a:r>
            <a:endParaRPr kumimoji="0" lang="en-US" altLang="zh-CN" sz="6000" b="0" i="0" u="none" strike="noStrike" kern="1200" cap="none" spc="10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3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请输入节标题</a:t>
            </a:r>
            <a:endParaRPr kumimoji="0" lang="en-US" altLang="zh-CN" sz="3000" b="0" i="0" u="none" strike="noStrike" kern="1200" cap="none" spc="30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Open Sans" panose="020B0606030504020204" pitchFamily="34" charset="0"/>
              <a:ea typeface="等线" panose="02010600030101010101" pitchFamily="2" charset="-122"/>
              <a:cs typeface="Open Sans" panose="020B0606030504020204" pitchFamily="3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395662" y="578550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600"/>
              </a:spcBef>
              <a:defRPr/>
            </a:pPr>
            <a:r>
              <a:rPr lang="zh-CN" altLang="en-US" sz="1400" dirty="0">
                <a:solidFill>
                  <a:prstClr val="white">
                    <a:lumMod val="65000"/>
                  </a:prst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lang="zh-CN" altLang="en-US" sz="1400" dirty="0">
              <a:solidFill>
                <a:prstClr val="white">
                  <a:lumMod val="65000"/>
                </a:prst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9" name="图片 8" descr="OIL_logo_oran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81270" y="870585"/>
            <a:ext cx="1875790" cy="1830070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4373880" y="5544820"/>
            <a:ext cx="3444240" cy="60960"/>
            <a:chOff x="6888" y="8732"/>
            <a:chExt cx="5424" cy="96"/>
          </a:xfrm>
        </p:grpSpPr>
        <p:sp>
          <p:nvSpPr>
            <p:cNvPr id="11" name="矩形 10"/>
            <p:cNvSpPr/>
            <p:nvPr/>
          </p:nvSpPr>
          <p:spPr>
            <a:xfrm>
              <a:off x="6888" y="8732"/>
              <a:ext cx="2712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D6D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9600" y="8732"/>
              <a:ext cx="2712" cy="96"/>
            </a:xfrm>
            <a:prstGeom prst="rect">
              <a:avLst/>
            </a:prstGeom>
            <a:solidFill>
              <a:srgbClr val="1038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D6D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C6454-C8C9-42E2-8215-22338757C5D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OIL_logo_orange_LR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274810" y="86042"/>
            <a:ext cx="2612390" cy="513715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4D6A1-3E7C-4880-A083-8E3FF821B2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OIL_logo_orange_LR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4800" y="86042"/>
            <a:ext cx="2612390" cy="513715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0455965" y="6401076"/>
            <a:ext cx="1623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305969" y="1410388"/>
            <a:ext cx="5580063" cy="3952728"/>
            <a:chOff x="3305968" y="1618906"/>
            <a:chExt cx="5580063" cy="3952728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4415732" y="1618906"/>
              <a:ext cx="3360535" cy="11156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总结</a:t>
              </a:r>
              <a:r>
                <a:rPr kumimoji="0" lang="en-US" altLang="zh-CN" sz="48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 </a:t>
              </a:r>
              <a:endParaRPr kumimoji="0" lang="en-US" altLang="zh-CN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1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CONCLUSIONS</a:t>
              </a:r>
              <a:endParaRPr kumimoji="0" lang="en-US" altLang="zh-CN" sz="1600" b="1" i="0" u="none" strike="noStrike" kern="1200" cap="none" spc="1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3305968" y="2896379"/>
              <a:ext cx="5580063" cy="2675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  <a:sym typeface="+mn-ea"/>
              </a:endParaRPr>
            </a:p>
          </p:txBody>
        </p:sp>
      </p:grpSp>
      <p:pic>
        <p:nvPicPr>
          <p:cNvPr id="7" name="图片 6" descr="OIL_logo_white_L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11135" y="5851525"/>
            <a:ext cx="2741930" cy="539115"/>
          </a:xfrm>
          <a:prstGeom prst="rect">
            <a:avLst/>
          </a:prstGeom>
        </p:spPr>
      </p:pic>
      <p:pic>
        <p:nvPicPr>
          <p:cNvPr id="8" name="图片 7" descr="03 南科大与电子系（左右反白）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87855" y="5851525"/>
            <a:ext cx="5452745" cy="5937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293110" y="2625407"/>
            <a:ext cx="5605780" cy="160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1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光电智感实验室</a:t>
            </a:r>
            <a:endParaRPr kumimoji="0" lang="en-US" altLang="zh-CN" sz="6000" b="1" i="0" u="none" strike="noStrike" kern="1200" cap="none" spc="10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10383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演示幻灯片模版</a:t>
            </a:r>
            <a:endParaRPr kumimoji="0" lang="zh-CN" altLang="en-US" sz="3600" b="1" i="0" u="none" strike="noStrike" kern="1200" cap="none" spc="100" normalizeH="0" baseline="0" noProof="0" dirty="0">
              <a:ln>
                <a:noFill/>
              </a:ln>
              <a:solidFill>
                <a:srgbClr val="10383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764C-F364-4F97-8D45-D3938DE8E1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FD4B-0A1F-4045-9E82-87EEABCC5E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717F3-7FE8-4025-BE4D-D44DEF4C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文本框 116"/>
          <p:cNvSpPr txBox="1"/>
          <p:nvPr/>
        </p:nvSpPr>
        <p:spPr>
          <a:xfrm>
            <a:off x="4518660" y="1005840"/>
            <a:ext cx="31546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0" y="2543143"/>
            <a:ext cx="2583696" cy="3231411"/>
            <a:chOff x="-701041" y="2543143"/>
            <a:chExt cx="3284737" cy="3231411"/>
          </a:xfrm>
        </p:grpSpPr>
        <p:sp>
          <p:nvSpPr>
            <p:cNvPr id="40" name="iṡ1idè"/>
            <p:cNvSpPr/>
            <p:nvPr>
              <p:custDataLst>
                <p:tags r:id="rId1"/>
              </p:custDataLst>
            </p:nvPr>
          </p:nvSpPr>
          <p:spPr>
            <a:xfrm>
              <a:off x="-701041" y="2543143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l" defTabSz="914400"/>
              <a:r>
                <a:rPr lang="en-US" altLang="zh-CN" sz="2000" dirty="0">
                  <a:solidFill>
                    <a:srgbClr val="003F4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+mn-ea"/>
                </a:rPr>
                <a:t>  </a:t>
              </a:r>
              <a:r>
                <a:rPr lang="zh-CN" altLang="en-US" sz="2000" dirty="0">
                  <a:solidFill>
                    <a:srgbClr val="003F43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+mn-ea"/>
                </a:rPr>
                <a:t>输入条目标题</a:t>
              </a:r>
              <a:endPara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endParaRPr>
            </a:p>
          </p:txBody>
        </p:sp>
        <p:sp>
          <p:nvSpPr>
            <p:cNvPr id="31" name="ïṣľíḑê"/>
            <p:cNvSpPr/>
            <p:nvPr>
              <p:custDataLst>
                <p:tags r:id="rId2"/>
              </p:custDataLst>
            </p:nvPr>
          </p:nvSpPr>
          <p:spPr>
            <a:xfrm>
              <a:off x="-701041" y="4397467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î$ļíḍê"/>
            <p:cNvSpPr/>
            <p:nvPr>
              <p:custDataLst>
                <p:tags r:id="rId3"/>
              </p:custDataLst>
            </p:nvPr>
          </p:nvSpPr>
          <p:spPr>
            <a:xfrm>
              <a:off x="-701041" y="3470305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îs1îḓê"/>
            <p:cNvSpPr/>
            <p:nvPr>
              <p:custDataLst>
                <p:tags r:id="rId4"/>
              </p:custDataLst>
            </p:nvPr>
          </p:nvSpPr>
          <p:spPr>
            <a:xfrm>
              <a:off x="-701041" y="5324629"/>
              <a:ext cx="3284737" cy="449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íṩľïde"/>
          <p:cNvSpPr/>
          <p:nvPr>
            <p:custDataLst>
              <p:tags r:id="rId5"/>
            </p:custDataLst>
          </p:nvPr>
        </p:nvSpPr>
        <p:spPr>
          <a:xfrm>
            <a:off x="-40640" y="2576166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algn="ctr" defTabSz="914400"/>
            <a:endParaRPr lang="zh-CN" altLang="en-US" sz="14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43" name="ïśľïḓe"/>
          <p:cNvSpPr/>
          <p:nvPr>
            <p:custDataLst>
              <p:tags r:id="rId6"/>
            </p:custDataLst>
          </p:nvPr>
        </p:nvSpPr>
        <p:spPr>
          <a:xfrm>
            <a:off x="2199260" y="2383670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" name="í$1íďè"/>
          <p:cNvSpPr/>
          <p:nvPr>
            <p:custDataLst>
              <p:tags r:id="rId7"/>
            </p:custDataLst>
          </p:nvPr>
        </p:nvSpPr>
        <p:spPr>
          <a:xfrm>
            <a:off x="2379186" y="2563927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ïsľiďé"/>
          <p:cNvSpPr/>
          <p:nvPr>
            <p:custDataLst>
              <p:tags r:id="rId8"/>
            </p:custDataLst>
          </p:nvPr>
        </p:nvSpPr>
        <p:spPr>
          <a:xfrm>
            <a:off x="-40640" y="4430490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003F4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34" name="í$ḷíḋe"/>
          <p:cNvSpPr/>
          <p:nvPr>
            <p:custDataLst>
              <p:tags r:id="rId9"/>
            </p:custDataLst>
          </p:nvPr>
        </p:nvSpPr>
        <p:spPr>
          <a:xfrm>
            <a:off x="2199260" y="4237994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ïSlïḑê"/>
          <p:cNvSpPr/>
          <p:nvPr>
            <p:custDataLst>
              <p:tags r:id="rId10"/>
            </p:custDataLst>
          </p:nvPr>
        </p:nvSpPr>
        <p:spPr>
          <a:xfrm>
            <a:off x="-40640" y="3503328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25" name="ïṣḻiḍè"/>
          <p:cNvSpPr/>
          <p:nvPr>
            <p:custDataLst>
              <p:tags r:id="rId11"/>
            </p:custDataLst>
          </p:nvPr>
        </p:nvSpPr>
        <p:spPr>
          <a:xfrm>
            <a:off x="2199260" y="3310832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îsḻíde"/>
          <p:cNvSpPr/>
          <p:nvPr>
            <p:custDataLst>
              <p:tags r:id="rId12"/>
            </p:custDataLst>
          </p:nvPr>
        </p:nvSpPr>
        <p:spPr>
          <a:xfrm>
            <a:off x="-40640" y="5357652"/>
            <a:ext cx="2269231" cy="3838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algn="ctr" defTabSz="914400"/>
            <a:r>
              <a:rPr lang="zh-CN" altLang="en-US" sz="2000" dirty="0">
                <a:solidFill>
                  <a:srgbClr val="003F4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输入条目标题</a:t>
            </a:r>
            <a:endParaRPr lang="zh-CN" altLang="en-US" sz="2000" dirty="0">
              <a:solidFill>
                <a:srgbClr val="4AA898"/>
              </a:solidFill>
              <a:latin typeface="Lato Black" panose="020F0A02020204030203" pitchFamily="34" charset="0"/>
            </a:endParaRPr>
          </a:p>
        </p:txBody>
      </p:sp>
      <p:sp>
        <p:nvSpPr>
          <p:cNvPr id="16" name="iṧḷiḑé"/>
          <p:cNvSpPr/>
          <p:nvPr>
            <p:custDataLst>
              <p:tags r:id="rId13"/>
            </p:custDataLst>
          </p:nvPr>
        </p:nvSpPr>
        <p:spPr>
          <a:xfrm>
            <a:off x="2199260" y="5165156"/>
            <a:ext cx="768876" cy="768872"/>
          </a:xfrm>
          <a:prstGeom prst="ellipse">
            <a:avLst/>
          </a:prstGeom>
          <a:solidFill>
            <a:schemeClr val="accent2"/>
          </a:solidFill>
          <a:ln w="127000">
            <a:solidFill>
              <a:srgbClr val="66BAAB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>
            <p:custDataLst>
              <p:tags r:id="rId14"/>
            </p:custDataLst>
          </p:nvPr>
        </p:nvSpPr>
        <p:spPr>
          <a:xfrm>
            <a:off x="3118485" y="246951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2" name="í$1íďè"/>
          <p:cNvSpPr/>
          <p:nvPr>
            <p:custDataLst>
              <p:tags r:id="rId15"/>
            </p:custDataLst>
          </p:nvPr>
        </p:nvSpPr>
        <p:spPr>
          <a:xfrm>
            <a:off x="2379186" y="3478962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í$1íďè"/>
          <p:cNvSpPr/>
          <p:nvPr>
            <p:custDataLst>
              <p:tags r:id="rId16"/>
            </p:custDataLst>
          </p:nvPr>
        </p:nvSpPr>
        <p:spPr>
          <a:xfrm>
            <a:off x="2379186" y="4397807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í$1íďè"/>
          <p:cNvSpPr/>
          <p:nvPr>
            <p:custDataLst>
              <p:tags r:id="rId17"/>
            </p:custDataLst>
          </p:nvPr>
        </p:nvSpPr>
        <p:spPr>
          <a:xfrm>
            <a:off x="2379186" y="5324272"/>
            <a:ext cx="409023" cy="408355"/>
          </a:xfrm>
          <a:custGeom>
            <a:avLst/>
            <a:gdLst>
              <a:gd name="connsiteX0" fmla="*/ 302479 w 605734"/>
              <a:gd name="connsiteY0" fmla="*/ 518585 h 604745"/>
              <a:gd name="connsiteX1" fmla="*/ 345630 w 605734"/>
              <a:gd name="connsiteY1" fmla="*/ 561665 h 604745"/>
              <a:gd name="connsiteX2" fmla="*/ 302479 w 605734"/>
              <a:gd name="connsiteY2" fmla="*/ 604745 h 604745"/>
              <a:gd name="connsiteX3" fmla="*/ 259328 w 605734"/>
              <a:gd name="connsiteY3" fmla="*/ 561665 h 604745"/>
              <a:gd name="connsiteX4" fmla="*/ 302479 w 605734"/>
              <a:gd name="connsiteY4" fmla="*/ 518585 h 604745"/>
              <a:gd name="connsiteX5" fmla="*/ 490324 w 605734"/>
              <a:gd name="connsiteY5" fmla="*/ 446396 h 604745"/>
              <a:gd name="connsiteX6" fmla="*/ 533546 w 605734"/>
              <a:gd name="connsiteY6" fmla="*/ 489547 h 604745"/>
              <a:gd name="connsiteX7" fmla="*/ 490324 w 605734"/>
              <a:gd name="connsiteY7" fmla="*/ 532698 h 604745"/>
              <a:gd name="connsiteX8" fmla="*/ 447102 w 605734"/>
              <a:gd name="connsiteY8" fmla="*/ 489547 h 604745"/>
              <a:gd name="connsiteX9" fmla="*/ 490324 w 605734"/>
              <a:gd name="connsiteY9" fmla="*/ 446396 h 604745"/>
              <a:gd name="connsiteX10" fmla="*/ 114880 w 605734"/>
              <a:gd name="connsiteY10" fmla="*/ 446396 h 604745"/>
              <a:gd name="connsiteX11" fmla="*/ 158066 w 605734"/>
              <a:gd name="connsiteY11" fmla="*/ 489547 h 604745"/>
              <a:gd name="connsiteX12" fmla="*/ 114880 w 605734"/>
              <a:gd name="connsiteY12" fmla="*/ 532698 h 604745"/>
              <a:gd name="connsiteX13" fmla="*/ 71694 w 605734"/>
              <a:gd name="connsiteY13" fmla="*/ 489547 h 604745"/>
              <a:gd name="connsiteX14" fmla="*/ 114880 w 605734"/>
              <a:gd name="connsiteY14" fmla="*/ 446396 h 604745"/>
              <a:gd name="connsiteX15" fmla="*/ 562583 w 605734"/>
              <a:gd name="connsiteY15" fmla="*/ 259680 h 604745"/>
              <a:gd name="connsiteX16" fmla="*/ 605734 w 605734"/>
              <a:gd name="connsiteY16" fmla="*/ 302760 h 604745"/>
              <a:gd name="connsiteX17" fmla="*/ 562583 w 605734"/>
              <a:gd name="connsiteY17" fmla="*/ 345840 h 604745"/>
              <a:gd name="connsiteX18" fmla="*/ 519432 w 605734"/>
              <a:gd name="connsiteY18" fmla="*/ 302760 h 604745"/>
              <a:gd name="connsiteX19" fmla="*/ 562583 w 605734"/>
              <a:gd name="connsiteY19" fmla="*/ 259680 h 604745"/>
              <a:gd name="connsiteX20" fmla="*/ 43151 w 605734"/>
              <a:gd name="connsiteY20" fmla="*/ 259680 h 604745"/>
              <a:gd name="connsiteX21" fmla="*/ 86302 w 605734"/>
              <a:gd name="connsiteY21" fmla="*/ 302760 h 604745"/>
              <a:gd name="connsiteX22" fmla="*/ 43151 w 605734"/>
              <a:gd name="connsiteY22" fmla="*/ 345840 h 604745"/>
              <a:gd name="connsiteX23" fmla="*/ 0 w 605734"/>
              <a:gd name="connsiteY23" fmla="*/ 302760 h 604745"/>
              <a:gd name="connsiteX24" fmla="*/ 43151 w 605734"/>
              <a:gd name="connsiteY24" fmla="*/ 259680 h 604745"/>
              <a:gd name="connsiteX25" fmla="*/ 302479 w 605734"/>
              <a:gd name="connsiteY25" fmla="*/ 144024 h 604745"/>
              <a:gd name="connsiteX26" fmla="*/ 461428 w 605734"/>
              <a:gd name="connsiteY26" fmla="*/ 302726 h 604745"/>
              <a:gd name="connsiteX27" fmla="*/ 302479 w 605734"/>
              <a:gd name="connsiteY27" fmla="*/ 461428 h 604745"/>
              <a:gd name="connsiteX28" fmla="*/ 143530 w 605734"/>
              <a:gd name="connsiteY28" fmla="*/ 302726 h 604745"/>
              <a:gd name="connsiteX29" fmla="*/ 302479 w 605734"/>
              <a:gd name="connsiteY29" fmla="*/ 144024 h 604745"/>
              <a:gd name="connsiteX30" fmla="*/ 490324 w 605734"/>
              <a:gd name="connsiteY30" fmla="*/ 72118 h 604745"/>
              <a:gd name="connsiteX31" fmla="*/ 533546 w 605734"/>
              <a:gd name="connsiteY31" fmla="*/ 115198 h 604745"/>
              <a:gd name="connsiteX32" fmla="*/ 490324 w 605734"/>
              <a:gd name="connsiteY32" fmla="*/ 158278 h 604745"/>
              <a:gd name="connsiteX33" fmla="*/ 447102 w 605734"/>
              <a:gd name="connsiteY33" fmla="*/ 115198 h 604745"/>
              <a:gd name="connsiteX34" fmla="*/ 490324 w 605734"/>
              <a:gd name="connsiteY34" fmla="*/ 72118 h 604745"/>
              <a:gd name="connsiteX35" fmla="*/ 114880 w 605734"/>
              <a:gd name="connsiteY35" fmla="*/ 72118 h 604745"/>
              <a:gd name="connsiteX36" fmla="*/ 158066 w 605734"/>
              <a:gd name="connsiteY36" fmla="*/ 115198 h 604745"/>
              <a:gd name="connsiteX37" fmla="*/ 114880 w 605734"/>
              <a:gd name="connsiteY37" fmla="*/ 158278 h 604745"/>
              <a:gd name="connsiteX38" fmla="*/ 71694 w 605734"/>
              <a:gd name="connsiteY38" fmla="*/ 115198 h 604745"/>
              <a:gd name="connsiteX39" fmla="*/ 114880 w 605734"/>
              <a:gd name="connsiteY39" fmla="*/ 72118 h 604745"/>
              <a:gd name="connsiteX40" fmla="*/ 302620 w 605734"/>
              <a:gd name="connsiteY40" fmla="*/ 0 h 604745"/>
              <a:gd name="connsiteX41" fmla="*/ 345771 w 605734"/>
              <a:gd name="connsiteY41" fmla="*/ 43080 h 604745"/>
              <a:gd name="connsiteX42" fmla="*/ 302620 w 605734"/>
              <a:gd name="connsiteY42" fmla="*/ 86160 h 604745"/>
              <a:gd name="connsiteX43" fmla="*/ 259469 w 605734"/>
              <a:gd name="connsiteY43" fmla="*/ 43080 h 604745"/>
              <a:gd name="connsiteX44" fmla="*/ 302620 w 605734"/>
              <a:gd name="connsiteY44" fmla="*/ 0 h 60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5734" h="604745">
                <a:moveTo>
                  <a:pt x="302479" y="518585"/>
                </a:moveTo>
                <a:cubicBezTo>
                  <a:pt x="326311" y="518585"/>
                  <a:pt x="345630" y="537873"/>
                  <a:pt x="345630" y="561665"/>
                </a:cubicBezTo>
                <a:cubicBezTo>
                  <a:pt x="345630" y="585457"/>
                  <a:pt x="326311" y="604745"/>
                  <a:pt x="302479" y="604745"/>
                </a:cubicBezTo>
                <a:cubicBezTo>
                  <a:pt x="278647" y="604745"/>
                  <a:pt x="259328" y="585457"/>
                  <a:pt x="259328" y="561665"/>
                </a:cubicBezTo>
                <a:cubicBezTo>
                  <a:pt x="259328" y="537873"/>
                  <a:pt x="278647" y="518585"/>
                  <a:pt x="302479" y="518585"/>
                </a:cubicBezTo>
                <a:close/>
                <a:moveTo>
                  <a:pt x="490324" y="446396"/>
                </a:moveTo>
                <a:cubicBezTo>
                  <a:pt x="514195" y="446396"/>
                  <a:pt x="533546" y="465715"/>
                  <a:pt x="533546" y="489547"/>
                </a:cubicBezTo>
                <a:cubicBezTo>
                  <a:pt x="533546" y="513379"/>
                  <a:pt x="514195" y="532698"/>
                  <a:pt x="490324" y="532698"/>
                </a:cubicBezTo>
                <a:cubicBezTo>
                  <a:pt x="466453" y="532698"/>
                  <a:pt x="447102" y="513379"/>
                  <a:pt x="447102" y="489547"/>
                </a:cubicBezTo>
                <a:cubicBezTo>
                  <a:pt x="447102" y="465715"/>
                  <a:pt x="466453" y="446396"/>
                  <a:pt x="490324" y="446396"/>
                </a:cubicBezTo>
                <a:close/>
                <a:moveTo>
                  <a:pt x="114880" y="446396"/>
                </a:moveTo>
                <a:cubicBezTo>
                  <a:pt x="138731" y="446396"/>
                  <a:pt x="158066" y="465715"/>
                  <a:pt x="158066" y="489547"/>
                </a:cubicBezTo>
                <a:cubicBezTo>
                  <a:pt x="158066" y="513379"/>
                  <a:pt x="138731" y="532698"/>
                  <a:pt x="114880" y="532698"/>
                </a:cubicBezTo>
                <a:cubicBezTo>
                  <a:pt x="91029" y="532698"/>
                  <a:pt x="71694" y="513379"/>
                  <a:pt x="71694" y="489547"/>
                </a:cubicBezTo>
                <a:cubicBezTo>
                  <a:pt x="71694" y="465715"/>
                  <a:pt x="91029" y="446396"/>
                  <a:pt x="114880" y="446396"/>
                </a:cubicBezTo>
                <a:close/>
                <a:moveTo>
                  <a:pt x="562583" y="259680"/>
                </a:moveTo>
                <a:cubicBezTo>
                  <a:pt x="586415" y="259680"/>
                  <a:pt x="605734" y="278968"/>
                  <a:pt x="605734" y="302760"/>
                </a:cubicBezTo>
                <a:cubicBezTo>
                  <a:pt x="605734" y="326552"/>
                  <a:pt x="586415" y="345840"/>
                  <a:pt x="562583" y="345840"/>
                </a:cubicBezTo>
                <a:cubicBezTo>
                  <a:pt x="538751" y="345840"/>
                  <a:pt x="519432" y="326552"/>
                  <a:pt x="519432" y="302760"/>
                </a:cubicBezTo>
                <a:cubicBezTo>
                  <a:pt x="519432" y="278968"/>
                  <a:pt x="538751" y="259680"/>
                  <a:pt x="562583" y="259680"/>
                </a:cubicBezTo>
                <a:close/>
                <a:moveTo>
                  <a:pt x="43151" y="259680"/>
                </a:moveTo>
                <a:cubicBezTo>
                  <a:pt x="66983" y="259680"/>
                  <a:pt x="86302" y="278968"/>
                  <a:pt x="86302" y="302760"/>
                </a:cubicBezTo>
                <a:cubicBezTo>
                  <a:pt x="86302" y="326552"/>
                  <a:pt x="66983" y="345840"/>
                  <a:pt x="43151" y="345840"/>
                </a:cubicBezTo>
                <a:cubicBezTo>
                  <a:pt x="19319" y="345840"/>
                  <a:pt x="0" y="326552"/>
                  <a:pt x="0" y="302760"/>
                </a:cubicBezTo>
                <a:cubicBezTo>
                  <a:pt x="0" y="278968"/>
                  <a:pt x="19319" y="259680"/>
                  <a:pt x="43151" y="259680"/>
                </a:cubicBezTo>
                <a:close/>
                <a:moveTo>
                  <a:pt x="302479" y="144024"/>
                </a:moveTo>
                <a:cubicBezTo>
                  <a:pt x="390264" y="144024"/>
                  <a:pt x="461428" y="215077"/>
                  <a:pt x="461428" y="302726"/>
                </a:cubicBezTo>
                <a:cubicBezTo>
                  <a:pt x="461428" y="390375"/>
                  <a:pt x="390264" y="461428"/>
                  <a:pt x="302479" y="461428"/>
                </a:cubicBezTo>
                <a:cubicBezTo>
                  <a:pt x="214694" y="461428"/>
                  <a:pt x="143530" y="390375"/>
                  <a:pt x="143530" y="302726"/>
                </a:cubicBezTo>
                <a:cubicBezTo>
                  <a:pt x="143530" y="215077"/>
                  <a:pt x="214694" y="144024"/>
                  <a:pt x="302479" y="144024"/>
                </a:cubicBezTo>
                <a:close/>
                <a:moveTo>
                  <a:pt x="490324" y="72118"/>
                </a:moveTo>
                <a:cubicBezTo>
                  <a:pt x="514195" y="72118"/>
                  <a:pt x="533546" y="91406"/>
                  <a:pt x="533546" y="115198"/>
                </a:cubicBezTo>
                <a:cubicBezTo>
                  <a:pt x="533546" y="138990"/>
                  <a:pt x="514195" y="158278"/>
                  <a:pt x="490324" y="158278"/>
                </a:cubicBezTo>
                <a:cubicBezTo>
                  <a:pt x="466453" y="158278"/>
                  <a:pt x="447102" y="138990"/>
                  <a:pt x="447102" y="115198"/>
                </a:cubicBezTo>
                <a:cubicBezTo>
                  <a:pt x="447102" y="91406"/>
                  <a:pt x="466453" y="72118"/>
                  <a:pt x="490324" y="72118"/>
                </a:cubicBezTo>
                <a:close/>
                <a:moveTo>
                  <a:pt x="114880" y="72118"/>
                </a:moveTo>
                <a:cubicBezTo>
                  <a:pt x="138731" y="72118"/>
                  <a:pt x="158066" y="91406"/>
                  <a:pt x="158066" y="115198"/>
                </a:cubicBezTo>
                <a:cubicBezTo>
                  <a:pt x="158066" y="138990"/>
                  <a:pt x="138731" y="158278"/>
                  <a:pt x="114880" y="158278"/>
                </a:cubicBezTo>
                <a:cubicBezTo>
                  <a:pt x="91029" y="158278"/>
                  <a:pt x="71694" y="138990"/>
                  <a:pt x="71694" y="115198"/>
                </a:cubicBezTo>
                <a:cubicBezTo>
                  <a:pt x="71694" y="91406"/>
                  <a:pt x="91029" y="72118"/>
                  <a:pt x="114880" y="72118"/>
                </a:cubicBezTo>
                <a:close/>
                <a:moveTo>
                  <a:pt x="302620" y="0"/>
                </a:moveTo>
                <a:cubicBezTo>
                  <a:pt x="326452" y="0"/>
                  <a:pt x="345771" y="19288"/>
                  <a:pt x="345771" y="43080"/>
                </a:cubicBezTo>
                <a:cubicBezTo>
                  <a:pt x="345771" y="66872"/>
                  <a:pt x="326452" y="86160"/>
                  <a:pt x="302620" y="86160"/>
                </a:cubicBezTo>
                <a:cubicBezTo>
                  <a:pt x="278788" y="86160"/>
                  <a:pt x="259469" y="66872"/>
                  <a:pt x="259469" y="43080"/>
                </a:cubicBezTo>
                <a:cubicBezTo>
                  <a:pt x="259469" y="19288"/>
                  <a:pt x="278788" y="0"/>
                  <a:pt x="302620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18"/>
            </p:custDataLst>
          </p:nvPr>
        </p:nvSpPr>
        <p:spPr>
          <a:xfrm>
            <a:off x="3118485" y="341185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19"/>
            </p:custDataLst>
          </p:nvPr>
        </p:nvSpPr>
        <p:spPr>
          <a:xfrm>
            <a:off x="3118485" y="435419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20"/>
            </p:custDataLst>
          </p:nvPr>
        </p:nvSpPr>
        <p:spPr>
          <a:xfrm>
            <a:off x="3118485" y="5296535"/>
            <a:ext cx="8578850" cy="43624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点击此处输入文本，文本内容应尽量简约精炼，尽可能减少赘余的内容，并和本页呈现的主题高度相关。点击此处输入文本，文本内容应尽量简约精炼，尽可能减少赘余的内容，并和本页呈现的主题高度相关。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5318625" y="926467"/>
            <a:ext cx="2717507" cy="195398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446973" y="1551009"/>
            <a:ext cx="2717507" cy="1953980"/>
          </a:xfrm>
          <a:prstGeom prst="rect">
            <a:avLst/>
          </a:pr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318626" y="3454465"/>
            <a:ext cx="2717507" cy="195398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90000"/>
                  <a:alpha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446974" y="4434119"/>
            <a:ext cx="2717507" cy="1953980"/>
          </a:xfrm>
          <a:prstGeom prst="rect">
            <a:avLst/>
          </a:prstGeom>
          <a:solidFill>
            <a:srgbClr val="87D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15938" y="3547699"/>
            <a:ext cx="3185487" cy="931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003F4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在此输入标题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003F4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  <a:p>
            <a:pPr marL="36195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1200" normalizeH="0" baseline="0" noProof="0" dirty="0">
                <a:ln>
                  <a:noFill/>
                </a:ln>
                <a:solidFill>
                  <a:srgbClr val="2BB7B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 HERE</a:t>
            </a:r>
            <a:endParaRPr kumimoji="0" lang="en-US" altLang="zh-CN" sz="1600" b="1" i="0" u="none" strike="noStrike" kern="1200" cap="none" spc="1200" normalizeH="0" baseline="0" noProof="0" dirty="0">
              <a:ln>
                <a:noFill/>
              </a:ln>
              <a:solidFill>
                <a:srgbClr val="2BB7B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15938" y="5280429"/>
            <a:ext cx="3396857" cy="102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点击此处输入文本，文本内容应尽量简约精炼，尽可能减少赘余的内容，并和本页呈现的主题高度相关。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78" name="íSļíḓè"/>
          <p:cNvSpPr/>
          <p:nvPr/>
        </p:nvSpPr>
        <p:spPr>
          <a:xfrm>
            <a:off x="8572370" y="4629873"/>
            <a:ext cx="496558" cy="287426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 fontScale="8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79" name="i$1îḍê"/>
          <p:cNvSpPr/>
          <p:nvPr/>
        </p:nvSpPr>
        <p:spPr>
          <a:xfrm>
            <a:off x="5517521" y="3658866"/>
            <a:ext cx="356865" cy="359554"/>
          </a:xfrm>
          <a:custGeom>
            <a:avLst/>
            <a:gdLst>
              <a:gd name="T0" fmla="*/ 122 w 212"/>
              <a:gd name="T1" fmla="*/ 117 h 214"/>
              <a:gd name="T2" fmla="*/ 133 w 212"/>
              <a:gd name="T3" fmla="*/ 128 h 214"/>
              <a:gd name="T4" fmla="*/ 122 w 212"/>
              <a:gd name="T5" fmla="*/ 139 h 214"/>
              <a:gd name="T6" fmla="*/ 110 w 212"/>
              <a:gd name="T7" fmla="*/ 128 h 214"/>
              <a:gd name="T8" fmla="*/ 122 w 212"/>
              <a:gd name="T9" fmla="*/ 117 h 214"/>
              <a:gd name="T10" fmla="*/ 90 w 212"/>
              <a:gd name="T11" fmla="*/ 111 h 214"/>
              <a:gd name="T12" fmla="*/ 79 w 212"/>
              <a:gd name="T13" fmla="*/ 122 h 214"/>
              <a:gd name="T14" fmla="*/ 90 w 212"/>
              <a:gd name="T15" fmla="*/ 133 h 214"/>
              <a:gd name="T16" fmla="*/ 101 w 212"/>
              <a:gd name="T17" fmla="*/ 122 h 214"/>
              <a:gd name="T18" fmla="*/ 90 w 212"/>
              <a:gd name="T19" fmla="*/ 111 h 214"/>
              <a:gd name="T20" fmla="*/ 120 w 212"/>
              <a:gd name="T21" fmla="*/ 103 h 214"/>
              <a:gd name="T22" fmla="*/ 112 w 212"/>
              <a:gd name="T23" fmla="*/ 95 h 214"/>
              <a:gd name="T24" fmla="*/ 104 w 212"/>
              <a:gd name="T25" fmla="*/ 103 h 214"/>
              <a:gd name="T26" fmla="*/ 112 w 212"/>
              <a:gd name="T27" fmla="*/ 111 h 214"/>
              <a:gd name="T28" fmla="*/ 120 w 212"/>
              <a:gd name="T29" fmla="*/ 103 h 214"/>
              <a:gd name="T30" fmla="*/ 183 w 212"/>
              <a:gd name="T31" fmla="*/ 214 h 214"/>
              <a:gd name="T32" fmla="*/ 29 w 212"/>
              <a:gd name="T33" fmla="*/ 214 h 214"/>
              <a:gd name="T34" fmla="*/ 7 w 212"/>
              <a:gd name="T35" fmla="*/ 176 h 214"/>
              <a:gd name="T36" fmla="*/ 77 w 212"/>
              <a:gd name="T37" fmla="*/ 55 h 214"/>
              <a:gd name="T38" fmla="*/ 77 w 212"/>
              <a:gd name="T39" fmla="*/ 14 h 214"/>
              <a:gd name="T40" fmla="*/ 74 w 212"/>
              <a:gd name="T41" fmla="*/ 14 h 214"/>
              <a:gd name="T42" fmla="*/ 67 w 212"/>
              <a:gd name="T43" fmla="*/ 7 h 214"/>
              <a:gd name="T44" fmla="*/ 74 w 212"/>
              <a:gd name="T45" fmla="*/ 0 h 214"/>
              <a:gd name="T46" fmla="*/ 138 w 212"/>
              <a:gd name="T47" fmla="*/ 0 h 214"/>
              <a:gd name="T48" fmla="*/ 145 w 212"/>
              <a:gd name="T49" fmla="*/ 7 h 214"/>
              <a:gd name="T50" fmla="*/ 138 w 212"/>
              <a:gd name="T51" fmla="*/ 14 h 214"/>
              <a:gd name="T52" fmla="*/ 135 w 212"/>
              <a:gd name="T53" fmla="*/ 14 h 214"/>
              <a:gd name="T54" fmla="*/ 135 w 212"/>
              <a:gd name="T55" fmla="*/ 55 h 214"/>
              <a:gd name="T56" fmla="*/ 205 w 212"/>
              <a:gd name="T57" fmla="*/ 176 h 214"/>
              <a:gd name="T58" fmla="*/ 183 w 212"/>
              <a:gd name="T59" fmla="*/ 214 h 214"/>
              <a:gd name="T60" fmla="*/ 171 w 212"/>
              <a:gd name="T61" fmla="*/ 146 h 214"/>
              <a:gd name="T62" fmla="*/ 123 w 212"/>
              <a:gd name="T63" fmla="*/ 63 h 214"/>
              <a:gd name="T64" fmla="*/ 121 w 212"/>
              <a:gd name="T65" fmla="*/ 60 h 214"/>
              <a:gd name="T66" fmla="*/ 91 w 212"/>
              <a:gd name="T67" fmla="*/ 60 h 214"/>
              <a:gd name="T68" fmla="*/ 89 w 212"/>
              <a:gd name="T69" fmla="*/ 63 h 214"/>
              <a:gd name="T70" fmla="*/ 41 w 212"/>
              <a:gd name="T71" fmla="*/ 146 h 214"/>
              <a:gd name="T72" fmla="*/ 171 w 212"/>
              <a:gd name="T73" fmla="*/ 146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2" h="214">
                <a:moveTo>
                  <a:pt x="122" y="117"/>
                </a:moveTo>
                <a:cubicBezTo>
                  <a:pt x="128" y="117"/>
                  <a:pt x="133" y="122"/>
                  <a:pt x="133" y="128"/>
                </a:cubicBezTo>
                <a:cubicBezTo>
                  <a:pt x="133" y="134"/>
                  <a:pt x="128" y="139"/>
                  <a:pt x="122" y="139"/>
                </a:cubicBezTo>
                <a:cubicBezTo>
                  <a:pt x="115" y="139"/>
                  <a:pt x="110" y="134"/>
                  <a:pt x="110" y="128"/>
                </a:cubicBezTo>
                <a:cubicBezTo>
                  <a:pt x="110" y="122"/>
                  <a:pt x="115" y="117"/>
                  <a:pt x="122" y="117"/>
                </a:cubicBezTo>
                <a:close/>
                <a:moveTo>
                  <a:pt x="90" y="111"/>
                </a:moveTo>
                <a:cubicBezTo>
                  <a:pt x="84" y="111"/>
                  <a:pt x="79" y="116"/>
                  <a:pt x="79" y="122"/>
                </a:cubicBezTo>
                <a:cubicBezTo>
                  <a:pt x="79" y="128"/>
                  <a:pt x="84" y="133"/>
                  <a:pt x="90" y="133"/>
                </a:cubicBezTo>
                <a:cubicBezTo>
                  <a:pt x="96" y="133"/>
                  <a:pt x="101" y="128"/>
                  <a:pt x="101" y="122"/>
                </a:cubicBezTo>
                <a:cubicBezTo>
                  <a:pt x="101" y="116"/>
                  <a:pt x="96" y="111"/>
                  <a:pt x="90" y="111"/>
                </a:cubicBezTo>
                <a:close/>
                <a:moveTo>
                  <a:pt x="120" y="103"/>
                </a:moveTo>
                <a:cubicBezTo>
                  <a:pt x="120" y="98"/>
                  <a:pt x="117" y="95"/>
                  <a:pt x="112" y="95"/>
                </a:cubicBezTo>
                <a:cubicBezTo>
                  <a:pt x="108" y="95"/>
                  <a:pt x="104" y="98"/>
                  <a:pt x="104" y="103"/>
                </a:cubicBezTo>
                <a:cubicBezTo>
                  <a:pt x="104" y="107"/>
                  <a:pt x="108" y="111"/>
                  <a:pt x="112" y="111"/>
                </a:cubicBezTo>
                <a:cubicBezTo>
                  <a:pt x="117" y="111"/>
                  <a:pt x="120" y="107"/>
                  <a:pt x="120" y="103"/>
                </a:cubicBezTo>
                <a:close/>
                <a:moveTo>
                  <a:pt x="183" y="214"/>
                </a:moveTo>
                <a:lnTo>
                  <a:pt x="29" y="214"/>
                </a:lnTo>
                <a:cubicBezTo>
                  <a:pt x="8" y="214"/>
                  <a:pt x="0" y="196"/>
                  <a:pt x="7" y="176"/>
                </a:cubicBezTo>
                <a:cubicBezTo>
                  <a:pt x="7" y="176"/>
                  <a:pt x="34" y="126"/>
                  <a:pt x="77" y="55"/>
                </a:cubicBezTo>
                <a:lnTo>
                  <a:pt x="77" y="14"/>
                </a:lnTo>
                <a:lnTo>
                  <a:pt x="74" y="14"/>
                </a:lnTo>
                <a:cubicBezTo>
                  <a:pt x="71" y="14"/>
                  <a:pt x="67" y="11"/>
                  <a:pt x="67" y="7"/>
                </a:cubicBezTo>
                <a:cubicBezTo>
                  <a:pt x="67" y="3"/>
                  <a:pt x="71" y="0"/>
                  <a:pt x="74" y="0"/>
                </a:cubicBezTo>
                <a:lnTo>
                  <a:pt x="138" y="0"/>
                </a:lnTo>
                <a:cubicBezTo>
                  <a:pt x="142" y="0"/>
                  <a:pt x="145" y="3"/>
                  <a:pt x="145" y="7"/>
                </a:cubicBezTo>
                <a:cubicBezTo>
                  <a:pt x="145" y="11"/>
                  <a:pt x="142" y="14"/>
                  <a:pt x="138" y="14"/>
                </a:cubicBezTo>
                <a:lnTo>
                  <a:pt x="135" y="14"/>
                </a:lnTo>
                <a:lnTo>
                  <a:pt x="135" y="55"/>
                </a:lnTo>
                <a:cubicBezTo>
                  <a:pt x="178" y="126"/>
                  <a:pt x="205" y="176"/>
                  <a:pt x="205" y="176"/>
                </a:cubicBezTo>
                <a:cubicBezTo>
                  <a:pt x="212" y="196"/>
                  <a:pt x="204" y="214"/>
                  <a:pt x="183" y="214"/>
                </a:cubicBezTo>
                <a:close/>
                <a:moveTo>
                  <a:pt x="171" y="146"/>
                </a:moveTo>
                <a:cubicBezTo>
                  <a:pt x="164" y="134"/>
                  <a:pt x="133" y="79"/>
                  <a:pt x="123" y="63"/>
                </a:cubicBezTo>
                <a:lnTo>
                  <a:pt x="121" y="60"/>
                </a:lnTo>
                <a:lnTo>
                  <a:pt x="91" y="60"/>
                </a:lnTo>
                <a:lnTo>
                  <a:pt x="89" y="63"/>
                </a:lnTo>
                <a:cubicBezTo>
                  <a:pt x="78" y="81"/>
                  <a:pt x="45" y="139"/>
                  <a:pt x="41" y="146"/>
                </a:cubicBezTo>
                <a:lnTo>
                  <a:pt x="171" y="146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0" name="íŝļîdé"/>
          <p:cNvSpPr/>
          <p:nvPr/>
        </p:nvSpPr>
        <p:spPr>
          <a:xfrm>
            <a:off x="5517521" y="1127731"/>
            <a:ext cx="423893" cy="423278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1" name="íşḻïḑê"/>
          <p:cNvSpPr/>
          <p:nvPr/>
        </p:nvSpPr>
        <p:spPr>
          <a:xfrm>
            <a:off x="8660521" y="1758008"/>
            <a:ext cx="343407" cy="412751"/>
          </a:xfrm>
          <a:custGeom>
            <a:avLst/>
            <a:gdLst>
              <a:gd name="connsiteX0" fmla="*/ 383382 w 504966"/>
              <a:gd name="connsiteY0" fmla="*/ 485631 h 606933"/>
              <a:gd name="connsiteX1" fmla="*/ 496287 w 504966"/>
              <a:gd name="connsiteY1" fmla="*/ 485631 h 606933"/>
              <a:gd name="connsiteX2" fmla="*/ 383382 w 504966"/>
              <a:gd name="connsiteY2" fmla="*/ 598536 h 606933"/>
              <a:gd name="connsiteX3" fmla="*/ 56107 w 504966"/>
              <a:gd name="connsiteY3" fmla="*/ 373573 h 606933"/>
              <a:gd name="connsiteX4" fmla="*/ 56107 w 504966"/>
              <a:gd name="connsiteY4" fmla="*/ 429602 h 606933"/>
              <a:gd name="connsiteX5" fmla="*/ 252483 w 504966"/>
              <a:gd name="connsiteY5" fmla="*/ 429602 h 606933"/>
              <a:gd name="connsiteX6" fmla="*/ 252483 w 504966"/>
              <a:gd name="connsiteY6" fmla="*/ 373573 h 606933"/>
              <a:gd name="connsiteX7" fmla="*/ 56107 w 504966"/>
              <a:gd name="connsiteY7" fmla="*/ 261515 h 606933"/>
              <a:gd name="connsiteX8" fmla="*/ 56107 w 504966"/>
              <a:gd name="connsiteY8" fmla="*/ 317544 h 606933"/>
              <a:gd name="connsiteX9" fmla="*/ 448859 w 504966"/>
              <a:gd name="connsiteY9" fmla="*/ 317544 h 606933"/>
              <a:gd name="connsiteX10" fmla="*/ 448859 w 504966"/>
              <a:gd name="connsiteY10" fmla="*/ 261515 h 606933"/>
              <a:gd name="connsiteX11" fmla="*/ 224429 w 504966"/>
              <a:gd name="connsiteY11" fmla="*/ 56029 h 606933"/>
              <a:gd name="connsiteX12" fmla="*/ 224429 w 504966"/>
              <a:gd name="connsiteY12" fmla="*/ 168087 h 606933"/>
              <a:gd name="connsiteX13" fmla="*/ 280537 w 504966"/>
              <a:gd name="connsiteY13" fmla="*/ 168087 h 606933"/>
              <a:gd name="connsiteX14" fmla="*/ 280537 w 504966"/>
              <a:gd name="connsiteY14" fmla="*/ 56029 h 606933"/>
              <a:gd name="connsiteX15" fmla="*/ 224429 w 504966"/>
              <a:gd name="connsiteY15" fmla="*/ 0 h 606933"/>
              <a:gd name="connsiteX16" fmla="*/ 280537 w 504966"/>
              <a:gd name="connsiteY16" fmla="*/ 0 h 606933"/>
              <a:gd name="connsiteX17" fmla="*/ 336644 w 504966"/>
              <a:gd name="connsiteY17" fmla="*/ 56029 h 606933"/>
              <a:gd name="connsiteX18" fmla="*/ 336644 w 504966"/>
              <a:gd name="connsiteY18" fmla="*/ 102673 h 606933"/>
              <a:gd name="connsiteX19" fmla="*/ 458116 w 504966"/>
              <a:gd name="connsiteY19" fmla="*/ 102673 h 606933"/>
              <a:gd name="connsiteX20" fmla="*/ 504966 w 504966"/>
              <a:gd name="connsiteY20" fmla="*/ 149457 h 606933"/>
              <a:gd name="connsiteX21" fmla="*/ 504966 w 504966"/>
              <a:gd name="connsiteY21" fmla="*/ 429602 h 606933"/>
              <a:gd name="connsiteX22" fmla="*/ 327246 w 504966"/>
              <a:gd name="connsiteY22" fmla="*/ 429602 h 606933"/>
              <a:gd name="connsiteX23" fmla="*/ 327246 w 504966"/>
              <a:gd name="connsiteY23" fmla="*/ 606933 h 606933"/>
              <a:gd name="connsiteX24" fmla="*/ 46709 w 504966"/>
              <a:gd name="connsiteY24" fmla="*/ 606933 h 606933"/>
              <a:gd name="connsiteX25" fmla="*/ 0 w 504966"/>
              <a:gd name="connsiteY25" fmla="*/ 560289 h 606933"/>
              <a:gd name="connsiteX26" fmla="*/ 0 w 504966"/>
              <a:gd name="connsiteY26" fmla="*/ 149457 h 606933"/>
              <a:gd name="connsiteX27" fmla="*/ 46709 w 504966"/>
              <a:gd name="connsiteY27" fmla="*/ 102673 h 606933"/>
              <a:gd name="connsiteX28" fmla="*/ 168322 w 504966"/>
              <a:gd name="connsiteY28" fmla="*/ 102673 h 606933"/>
              <a:gd name="connsiteX29" fmla="*/ 168322 w 504966"/>
              <a:gd name="connsiteY29" fmla="*/ 56029 h 606933"/>
              <a:gd name="connsiteX30" fmla="*/ 224429 w 504966"/>
              <a:gd name="connsiteY30" fmla="*/ 0 h 60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04966" h="606933">
                <a:moveTo>
                  <a:pt x="383382" y="485631"/>
                </a:moveTo>
                <a:lnTo>
                  <a:pt x="496287" y="485631"/>
                </a:lnTo>
                <a:cubicBezTo>
                  <a:pt x="494744" y="487732"/>
                  <a:pt x="383382" y="598536"/>
                  <a:pt x="383382" y="598536"/>
                </a:cubicBezTo>
                <a:close/>
                <a:moveTo>
                  <a:pt x="56107" y="373573"/>
                </a:moveTo>
                <a:lnTo>
                  <a:pt x="56107" y="429602"/>
                </a:lnTo>
                <a:lnTo>
                  <a:pt x="252483" y="429602"/>
                </a:lnTo>
                <a:lnTo>
                  <a:pt x="252483" y="373573"/>
                </a:lnTo>
                <a:close/>
                <a:moveTo>
                  <a:pt x="56107" y="261515"/>
                </a:moveTo>
                <a:lnTo>
                  <a:pt x="56107" y="317544"/>
                </a:lnTo>
                <a:lnTo>
                  <a:pt x="448859" y="317544"/>
                </a:lnTo>
                <a:lnTo>
                  <a:pt x="448859" y="261515"/>
                </a:lnTo>
                <a:close/>
                <a:moveTo>
                  <a:pt x="224429" y="56029"/>
                </a:moveTo>
                <a:lnTo>
                  <a:pt x="224429" y="168087"/>
                </a:lnTo>
                <a:lnTo>
                  <a:pt x="280537" y="168087"/>
                </a:lnTo>
                <a:lnTo>
                  <a:pt x="280537" y="56029"/>
                </a:lnTo>
                <a:close/>
                <a:moveTo>
                  <a:pt x="224429" y="0"/>
                </a:moveTo>
                <a:lnTo>
                  <a:pt x="280537" y="0"/>
                </a:lnTo>
                <a:cubicBezTo>
                  <a:pt x="311536" y="0"/>
                  <a:pt x="336644" y="25073"/>
                  <a:pt x="336644" y="56029"/>
                </a:cubicBezTo>
                <a:lnTo>
                  <a:pt x="336644" y="102673"/>
                </a:lnTo>
                <a:lnTo>
                  <a:pt x="458116" y="102673"/>
                </a:lnTo>
                <a:cubicBezTo>
                  <a:pt x="483926" y="102673"/>
                  <a:pt x="504966" y="123684"/>
                  <a:pt x="504966" y="149457"/>
                </a:cubicBezTo>
                <a:lnTo>
                  <a:pt x="504966" y="429602"/>
                </a:lnTo>
                <a:lnTo>
                  <a:pt x="327246" y="429602"/>
                </a:lnTo>
                <a:lnTo>
                  <a:pt x="327246" y="606933"/>
                </a:lnTo>
                <a:lnTo>
                  <a:pt x="46709" y="606933"/>
                </a:lnTo>
                <a:cubicBezTo>
                  <a:pt x="20900" y="606933"/>
                  <a:pt x="0" y="586062"/>
                  <a:pt x="0" y="560289"/>
                </a:cubicBezTo>
                <a:lnTo>
                  <a:pt x="0" y="149457"/>
                </a:lnTo>
                <a:cubicBezTo>
                  <a:pt x="0" y="123684"/>
                  <a:pt x="20900" y="102673"/>
                  <a:pt x="46709" y="102673"/>
                </a:cubicBezTo>
                <a:lnTo>
                  <a:pt x="168322" y="102673"/>
                </a:lnTo>
                <a:lnTo>
                  <a:pt x="168322" y="56029"/>
                </a:lnTo>
                <a:cubicBezTo>
                  <a:pt x="168322" y="25073"/>
                  <a:pt x="193430" y="0"/>
                  <a:pt x="224429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2" name="文本框 81"/>
          <p:cNvSpPr txBox="1"/>
          <p:nvPr/>
        </p:nvSpPr>
        <p:spPr>
          <a:xfrm>
            <a:off x="5426057" y="1637918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426057" y="4153118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642662" y="2271873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642662" y="5139437"/>
            <a:ext cx="2326128" cy="11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Open Sans" panose="020B0606030504020204" pitchFamily="34" charset="0"/>
              </a:rPr>
              <a:t>输入条目标题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点击此处输入文本，文本内容应尽量简约精炼。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0B98-6EFC-44AE-92A2-B71A1A11D0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PP_MARK_KEY" val="67bac95e-b4c4-4236-a94f-860ed59cb660"/>
  <p:tag name="COMMONDATA" val="eyJoZGlkIjoiODI0ZjJiMmIyODM0NTc5MzEyN2IzOWYzNjgwNDFiNTYifQ=="/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ZTAxNjQ4Y2M1YWRkOWU5NmE2MzUzYmEyN2MwMTUyMDA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演示</Application>
  <PresentationFormat>宽屏</PresentationFormat>
  <Paragraphs>79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47" baseType="lpstr">
      <vt:lpstr>Arial</vt:lpstr>
      <vt:lpstr>宋体</vt:lpstr>
      <vt:lpstr>Wingdings</vt:lpstr>
      <vt:lpstr>Akrobat Black</vt:lpstr>
      <vt:lpstr>Segoe Print</vt:lpstr>
      <vt:lpstr>等线</vt:lpstr>
      <vt:lpstr>思源黑体 CN Bold</vt:lpstr>
      <vt:lpstr>思源黑体 CN Light</vt:lpstr>
      <vt:lpstr>Open Sans</vt:lpstr>
      <vt:lpstr>微软雅黑</vt:lpstr>
      <vt:lpstr>思源黑体 CN Heavy</vt:lpstr>
      <vt:lpstr>黑体</vt:lpstr>
      <vt:lpstr>思源黑体 CN Regular</vt:lpstr>
      <vt:lpstr>Lato Black</vt:lpstr>
      <vt:lpstr>Lato</vt:lpstr>
      <vt:lpstr>Open Sans ExtraBold</vt:lpstr>
      <vt:lpstr>等线 Light</vt:lpstr>
      <vt:lpstr>Calibri</vt:lpstr>
      <vt:lpstr>Yu Gothic UI Semibold</vt:lpstr>
      <vt:lpstr>Arial Unicode MS</vt:lpstr>
      <vt:lpstr>自定义设计方案</vt:lpstr>
      <vt:lpstr>3_自定义设计方案</vt:lpstr>
      <vt:lpstr>4_自定义设计方案</vt:lpstr>
      <vt:lpstr>1_自定义设计方案</vt:lpstr>
      <vt:lpstr>2_自定义设计方案</vt:lpstr>
      <vt:lpstr>基础母版样式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林碧容</cp:lastModifiedBy>
  <cp:revision>3</cp:revision>
  <dcterms:created xsi:type="dcterms:W3CDTF">2023-12-28T04:13:00Z</dcterms:created>
  <dcterms:modified xsi:type="dcterms:W3CDTF">2024-10-19T15:07:15Z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2139925007764F6DAE8A918667EADC12_13</vt:lpwstr>
  </property>
  <property fmtid="{D5CDD505-2E9C-101B-9397-08002B2CF9AE}" pid="3" name="KSOProductBuildVer">
    <vt:lpwstr>2052-11.1.0.12165</vt:lpwstr>
  </property>
</Properties>
</file>