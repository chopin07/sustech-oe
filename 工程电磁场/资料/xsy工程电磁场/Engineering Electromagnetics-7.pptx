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10.xml" ContentType="application/vnd.openxmlformats-officedocument.presentationml.comments+xml"/>
  <Override PartName="/ppt/comments/comment11.xml" ContentType="application/vnd.openxmlformats-officedocument.presentationml.comments+xml"/>
  <Override PartName="/ppt/comments/comment12.xml" ContentType="application/vnd.openxmlformats-officedocument.presentationml.comments+xml"/>
  <Override PartName="/ppt/comments/comment13.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ppt/comments/comment9.xml" ContentType="application/vnd.openxmlformats-officedocument.presentationml.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30"/>
  </p:handoutMasterIdLst>
  <p:sldIdLst>
    <p:sldId id="256" r:id="rId3"/>
    <p:sldId id="340" r:id="rId4"/>
    <p:sldId id="362" r:id="rId6"/>
    <p:sldId id="363" r:id="rId7"/>
    <p:sldId id="364" r:id="rId8"/>
    <p:sldId id="365" r:id="rId9"/>
    <p:sldId id="366" r:id="rId10"/>
    <p:sldId id="367" r:id="rId11"/>
    <p:sldId id="368" r:id="rId12"/>
    <p:sldId id="369" r:id="rId13"/>
    <p:sldId id="370" r:id="rId14"/>
    <p:sldId id="371" r:id="rId15"/>
    <p:sldId id="372" r:id="rId16"/>
    <p:sldId id="373" r:id="rId17"/>
    <p:sldId id="374" r:id="rId18"/>
    <p:sldId id="375" r:id="rId19"/>
    <p:sldId id="376" r:id="rId20"/>
    <p:sldId id="377" r:id="rId21"/>
    <p:sldId id="378" r:id="rId22"/>
    <p:sldId id="379" r:id="rId23"/>
    <p:sldId id="380" r:id="rId24"/>
    <p:sldId id="354" r:id="rId25"/>
    <p:sldId id="382" r:id="rId26"/>
    <p:sldId id="383" r:id="rId27"/>
    <p:sldId id="385" r:id="rId28"/>
    <p:sldId id="384" r:id="rId29"/>
  </p:sldIdLst>
  <p:sldSz cx="9144000" cy="6858000" type="screen4x3"/>
  <p:notesSz cx="9926320" cy="6797675"/>
  <p:custDataLst>
    <p:tags r:id="rId35"/>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shengyi" initials="x" lastIdx="16"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000099"/>
    <a:srgbClr val="333399"/>
    <a:srgbClr val="990000"/>
    <a:srgbClr val="00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26" autoAdjust="0"/>
    <p:restoredTop sz="94660"/>
  </p:normalViewPr>
  <p:slideViewPr>
    <p:cSldViewPr>
      <p:cViewPr varScale="1">
        <p:scale>
          <a:sx n="115" d="100"/>
          <a:sy n="115" d="100"/>
        </p:scale>
        <p:origin x="792" y="8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5" Type="http://schemas.openxmlformats.org/officeDocument/2006/relationships/tags" Target="tags/tag1.xml"/><Relationship Id="rId34" Type="http://schemas.openxmlformats.org/officeDocument/2006/relationships/commentAuthors" Target="commentAuthors.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handoutMaster" Target="handoutMasters/handoutMaster1.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10-29T16:43:51.639" idx="1">
    <p:pos x="4697" y="1627"/>
    <p:text>场是唯一确定的</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4-10-29T17:05:39.427" idx="2">
    <p:pos x="5356" y="2282"/>
    <p:text>极化强度的定义，注意是矢量
单位体积内的电偶极矩</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4-10-29T17:08:53.143" idx="3">
    <p:pos x="4233" y="2977"/>
    <p:text>P=（n△V*p）/△V=np</p:text>
  </p:cm>
  <p:cm authorId="1" dt="2024-10-29T17:09:26.711" idx="4">
    <p:pos x="466" y="1580"/>
    <p:text>极化强度与外加电场有关</p:text>
  </p:cm>
</p:cmLst>
</file>

<file path=ppt/comments/comment4.xml><?xml version="1.0" encoding="utf-8"?>
<p:cmLst xmlns:a="http://schemas.openxmlformats.org/drawingml/2006/main" xmlns:r="http://schemas.openxmlformats.org/officeDocument/2006/relationships" xmlns:p="http://schemas.openxmlformats.org/presentationml/2006/main">
  <p:cm authorId="1" dt="2024-10-29T17:25:31.593" idx="5">
    <p:pos x="2810" y="1991"/>
    <p:text>只讨论这一个小体积，这个小体积的高恰好包含了一对偶极子</p:text>
  </p:cm>
  <p:cm authorId="1" dt="2024-10-29T17:26:10.927" idx="6">
    <p:pos x="4662" y="1605"/>
    <p:text>电场够强，全同向</p:text>
  </p:cm>
</p:cmLst>
</file>

<file path=ppt/comments/comment5.xml><?xml version="1.0" encoding="utf-8"?>
<p:cmLst xmlns:a="http://schemas.openxmlformats.org/drawingml/2006/main" xmlns:r="http://schemas.openxmlformats.org/officeDocument/2006/relationships" xmlns:p="http://schemas.openxmlformats.org/presentationml/2006/main">
  <p:cm authorId="1" dt="2024-10-29T17:27:50.966" idx="7">
    <p:pos x="2641" y="1694"/>
    <p:text>将上一张PPT中的正电荷包起来</p:text>
  </p:cm>
</p:cmLst>
</file>

<file path=ppt/comments/comment6.xml><?xml version="1.0" encoding="utf-8"?>
<p:cmLst xmlns:a="http://schemas.openxmlformats.org/drawingml/2006/main" xmlns:r="http://schemas.openxmlformats.org/officeDocument/2006/relationships" xmlns:p="http://schemas.openxmlformats.org/presentationml/2006/main">
  <p:cm authorId="1" dt="2024-10-29T17:33:01.945" idx="8">
    <p:pos x="2480" y="2332"/>
    <p:text>高斯定律对总电荷</p:text>
  </p:cm>
</p:cmLst>
</file>

<file path=ppt/comments/comment7.xml><?xml version="1.0" encoding="utf-8"?>
<p:cmLst xmlns:a="http://schemas.openxmlformats.org/drawingml/2006/main" xmlns:r="http://schemas.openxmlformats.org/officeDocument/2006/relationships" xmlns:p="http://schemas.openxmlformats.org/presentationml/2006/main">
  <p:cm authorId="1" dt="2024-10-29T17:33:39.866" idx="9">
    <p:pos x="4771" y="3610"/>
    <p:text>高斯定律对自由电荷，D只针对自由电荷</p:text>
  </p:cm>
  <p:cm authorId="1" dt="2024-10-29T17:33:58.971" idx="10">
    <p:pos x="2974" y="3090"/>
    <p:text>电介质中的D</p:text>
  </p:cm>
</p:cmLst>
</file>

<file path=ppt/comments/comment8.xml><?xml version="1.0" encoding="utf-8"?>
<p:cmLst xmlns:a="http://schemas.openxmlformats.org/drawingml/2006/main" xmlns:r="http://schemas.openxmlformats.org/officeDocument/2006/relationships" xmlns:p="http://schemas.openxmlformats.org/presentationml/2006/main">
  <p:cm authorId="1" dt="2024-10-29T17:34:25.971" idx="11">
    <p:pos x="1771" y="1452"/>
    <p:text>重要</p:text>
  </p:cm>
</p:cmLst>
</file>

<file path=ppt/comments/comment9.xml><?xml version="1.0" encoding="utf-8"?>
<p:cmLst xmlns:a="http://schemas.openxmlformats.org/drawingml/2006/main" xmlns:r="http://schemas.openxmlformats.org/officeDocument/2006/relationships" xmlns:p="http://schemas.openxmlformats.org/presentationml/2006/main">
  <p:cm authorId="1" dt="2024-10-29T17:36:06.911" idx="12">
    <p:pos x="3204" y="1752"/>
    <p:text>注意，只有线性介质才满足</p:text>
  </p:cm>
</p:cmLst>
</file>

<file path=ppt/comments/comment10.xml><?xml version="1.0" encoding="utf-8"?>
<p:cmLst xmlns:a="http://schemas.openxmlformats.org/drawingml/2006/main" xmlns:r="http://schemas.openxmlformats.org/officeDocument/2006/relationships" xmlns:p="http://schemas.openxmlformats.org/presentationml/2006/main">
  <p:cm authorId="1" dt="2024-10-29T17:39:47.365" idx="13">
    <p:pos x="3587" y="973"/>
    <p:text>不同分量方向上的极化率不一样，导致电通密度与电场强度可能合成后不同方向</p:text>
  </p:cm>
</p:cmLst>
</file>

<file path=ppt/comments/comment11.xml><?xml version="1.0" encoding="utf-8"?>
<p:cmLst xmlns:a="http://schemas.openxmlformats.org/drawingml/2006/main" xmlns:r="http://schemas.openxmlformats.org/officeDocument/2006/relationships" xmlns:p="http://schemas.openxmlformats.org/presentationml/2006/main">
  <p:cm authorId="1" dt="2024-10-29T17:40:19.050" idx="14">
    <p:pos x="3226" y="3226"/>
    <p:text>Only free charge</p:text>
  </p:cm>
</p:cmLst>
</file>

<file path=ppt/comments/comment12.xml><?xml version="1.0" encoding="utf-8"?>
<p:cmLst xmlns:a="http://schemas.openxmlformats.org/drawingml/2006/main" xmlns:r="http://schemas.openxmlformats.org/officeDocument/2006/relationships" xmlns:p="http://schemas.openxmlformats.org/presentationml/2006/main">
  <p:cm authorId="1" dt="2024-11-12T20:26:23.751" idx="15">
    <p:pos x="4840" y="2282"/>
    <p:text>非常非常重要dieletric的边界条件：电场切向分量连续，注意n满足从减数区域指向被减区域</p:text>
  </p:cm>
</p:cmLst>
</file>

<file path=ppt/comments/comment13.xml><?xml version="1.0" encoding="utf-8"?>
<p:cmLst xmlns:a="http://schemas.openxmlformats.org/drawingml/2006/main" xmlns:r="http://schemas.openxmlformats.org/officeDocument/2006/relationships" xmlns:p="http://schemas.openxmlformats.org/presentationml/2006/main">
  <p:cm authorId="1" dt="2024-11-13T08:51:08.882" idx="16">
    <p:pos x="5064" y="3169"/>
    <p:text>非常非常重要边界条件：注意这个n怎么取决定了谁减谁，如果取2指向1为n，则D1为正，D2为负；如果取了1指向2为正，则D1为负，D2为正
从高斯定理开始严格推导，会发现这不是什么稀奇的事。</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4301839" cy="339515"/>
          </a:xfrm>
          <a:prstGeom prst="rect">
            <a:avLst/>
          </a:prstGeom>
        </p:spPr>
        <p:txBody>
          <a:bodyPr vert="horz" lIns="88221" tIns="44111" rIns="88221" bIns="44111" rtlCol="0"/>
          <a:lstStyle>
            <a:lvl1pPr algn="l">
              <a:defRPr sz="1200"/>
            </a:lvl1pPr>
          </a:lstStyle>
          <a:p>
            <a:endParaRPr lang="zh-CN" altLang="en-US"/>
          </a:p>
        </p:txBody>
      </p:sp>
      <p:sp>
        <p:nvSpPr>
          <p:cNvPr id="3" name="日期占位符 2"/>
          <p:cNvSpPr>
            <a:spLocks noGrp="1"/>
          </p:cNvSpPr>
          <p:nvPr>
            <p:ph type="dt" sz="quarter" idx="1"/>
          </p:nvPr>
        </p:nvSpPr>
        <p:spPr>
          <a:xfrm>
            <a:off x="5622581" y="0"/>
            <a:ext cx="4301839" cy="339515"/>
          </a:xfrm>
          <a:prstGeom prst="rect">
            <a:avLst/>
          </a:prstGeom>
        </p:spPr>
        <p:txBody>
          <a:bodyPr vert="horz" lIns="88221" tIns="44111" rIns="88221" bIns="44111" rtlCol="0"/>
          <a:lstStyle>
            <a:lvl1pPr algn="r">
              <a:defRPr sz="1200"/>
            </a:lvl1pPr>
          </a:lstStyle>
          <a:p>
            <a:fld id="{686A4324-7C28-4329-B2F1-5FD4B6C25641}" type="datetimeFigureOut">
              <a:rPr lang="zh-CN" altLang="en-US" smtClean="0"/>
            </a:fld>
            <a:endParaRPr lang="zh-CN" altLang="en-US"/>
          </a:p>
        </p:txBody>
      </p:sp>
      <p:sp>
        <p:nvSpPr>
          <p:cNvPr id="4" name="页脚占位符 3"/>
          <p:cNvSpPr>
            <a:spLocks noGrp="1"/>
          </p:cNvSpPr>
          <p:nvPr>
            <p:ph type="ftr" sz="quarter" idx="2"/>
          </p:nvPr>
        </p:nvSpPr>
        <p:spPr>
          <a:xfrm>
            <a:off x="1" y="6457106"/>
            <a:ext cx="4301839" cy="339515"/>
          </a:xfrm>
          <a:prstGeom prst="rect">
            <a:avLst/>
          </a:prstGeom>
        </p:spPr>
        <p:txBody>
          <a:bodyPr vert="horz" lIns="88221" tIns="44111" rIns="88221" bIns="44111"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22581" y="6457106"/>
            <a:ext cx="4301839" cy="339515"/>
          </a:xfrm>
          <a:prstGeom prst="rect">
            <a:avLst/>
          </a:prstGeom>
        </p:spPr>
        <p:txBody>
          <a:bodyPr vert="horz" lIns="88221" tIns="44111" rIns="88221" bIns="44111" rtlCol="0" anchor="b"/>
          <a:lstStyle>
            <a:lvl1pPr algn="r">
              <a:defRPr sz="1200"/>
            </a:lvl1pPr>
          </a:lstStyle>
          <a:p>
            <a:fld id="{FA732558-7D0B-4745-B877-2B020FA1E1A2}"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4301542" cy="339884"/>
          </a:xfrm>
          <a:prstGeom prst="rect">
            <a:avLst/>
          </a:prstGeom>
        </p:spPr>
        <p:txBody>
          <a:bodyPr vert="horz" lIns="95562" tIns="47781" rIns="95562" bIns="47781" rtlCol="0"/>
          <a:lstStyle>
            <a:lvl1pPr algn="l">
              <a:defRPr sz="1300"/>
            </a:lvl1pPr>
          </a:lstStyle>
          <a:p>
            <a:pPr>
              <a:defRPr/>
            </a:pPr>
            <a:endParaRPr lang="zh-CN" altLang="en-US"/>
          </a:p>
        </p:txBody>
      </p:sp>
      <p:sp>
        <p:nvSpPr>
          <p:cNvPr id="3" name="日期占位符 2"/>
          <p:cNvSpPr>
            <a:spLocks noGrp="1"/>
          </p:cNvSpPr>
          <p:nvPr>
            <p:ph type="dt" idx="1"/>
          </p:nvPr>
        </p:nvSpPr>
        <p:spPr>
          <a:xfrm>
            <a:off x="5622799" y="0"/>
            <a:ext cx="4301542" cy="339884"/>
          </a:xfrm>
          <a:prstGeom prst="rect">
            <a:avLst/>
          </a:prstGeom>
        </p:spPr>
        <p:txBody>
          <a:bodyPr vert="horz" lIns="95562" tIns="47781" rIns="95562" bIns="47781" rtlCol="0"/>
          <a:lstStyle>
            <a:lvl1pPr algn="r">
              <a:defRPr sz="1300"/>
            </a:lvl1pPr>
          </a:lstStyle>
          <a:p>
            <a:pPr>
              <a:defRPr/>
            </a:pPr>
            <a:fld id="{CFCE66B6-4CF2-4562-A36E-FD57958B22D0}" type="datetimeFigureOut">
              <a:rPr lang="zh-CN" altLang="en-US"/>
            </a:fld>
            <a:endParaRPr lang="zh-CN" altLang="en-US"/>
          </a:p>
        </p:txBody>
      </p:sp>
      <p:sp>
        <p:nvSpPr>
          <p:cNvPr id="4" name="幻灯片图像占位符 3"/>
          <p:cNvSpPr>
            <a:spLocks noGrp="1" noRot="1" noChangeAspect="1"/>
          </p:cNvSpPr>
          <p:nvPr>
            <p:ph type="sldImg" idx="2"/>
          </p:nvPr>
        </p:nvSpPr>
        <p:spPr>
          <a:xfrm>
            <a:off x="3263900" y="511175"/>
            <a:ext cx="3398838" cy="2547938"/>
          </a:xfrm>
          <a:prstGeom prst="rect">
            <a:avLst/>
          </a:prstGeom>
          <a:noFill/>
          <a:ln w="12700">
            <a:solidFill>
              <a:prstClr val="black"/>
            </a:solidFill>
          </a:ln>
        </p:spPr>
        <p:txBody>
          <a:bodyPr vert="horz" lIns="95562" tIns="47781" rIns="95562" bIns="47781" rtlCol="0" anchor="ctr"/>
          <a:lstStyle/>
          <a:p>
            <a:pPr lvl="0"/>
            <a:endParaRPr lang="zh-CN" altLang="en-US" noProof="0"/>
          </a:p>
        </p:txBody>
      </p:sp>
      <p:sp>
        <p:nvSpPr>
          <p:cNvPr id="5" name="备注占位符 4"/>
          <p:cNvSpPr>
            <a:spLocks noGrp="1"/>
          </p:cNvSpPr>
          <p:nvPr>
            <p:ph type="body" sz="quarter" idx="3"/>
          </p:nvPr>
        </p:nvSpPr>
        <p:spPr>
          <a:xfrm>
            <a:off x="992664" y="3228896"/>
            <a:ext cx="7941310" cy="3058954"/>
          </a:xfrm>
          <a:prstGeom prst="rect">
            <a:avLst/>
          </a:prstGeom>
        </p:spPr>
        <p:txBody>
          <a:bodyPr vert="horz" lIns="95562" tIns="47781" rIns="95562" bIns="47781"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1" y="6456612"/>
            <a:ext cx="4301542" cy="339884"/>
          </a:xfrm>
          <a:prstGeom prst="rect">
            <a:avLst/>
          </a:prstGeom>
        </p:spPr>
        <p:txBody>
          <a:bodyPr vert="horz" lIns="95562" tIns="47781" rIns="95562" bIns="47781" rtlCol="0" anchor="b"/>
          <a:lstStyle>
            <a:lvl1pPr algn="l">
              <a:defRPr sz="1300"/>
            </a:lvl1pPr>
          </a:lstStyle>
          <a:p>
            <a:pPr>
              <a:defRPr/>
            </a:pPr>
            <a:endParaRPr lang="zh-CN" altLang="en-US"/>
          </a:p>
        </p:txBody>
      </p:sp>
      <p:sp>
        <p:nvSpPr>
          <p:cNvPr id="7" name="灯片编号占位符 6"/>
          <p:cNvSpPr>
            <a:spLocks noGrp="1"/>
          </p:cNvSpPr>
          <p:nvPr>
            <p:ph type="sldNum" sz="quarter" idx="5"/>
          </p:nvPr>
        </p:nvSpPr>
        <p:spPr>
          <a:xfrm>
            <a:off x="5622799" y="6456612"/>
            <a:ext cx="4301542" cy="339884"/>
          </a:xfrm>
          <a:prstGeom prst="rect">
            <a:avLst/>
          </a:prstGeom>
        </p:spPr>
        <p:txBody>
          <a:bodyPr vert="horz" lIns="95562" tIns="47781" rIns="95562" bIns="47781" rtlCol="0" anchor="b"/>
          <a:lstStyle>
            <a:lvl1pPr algn="r">
              <a:defRPr sz="1300"/>
            </a:lvl1pPr>
          </a:lstStyle>
          <a:p>
            <a:pPr>
              <a:defRPr/>
            </a:pPr>
            <a:fld id="{BEA14968-9F28-4550-9E62-5AFEB150A692}"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E98A915F-EF48-4E12-9322-014AC14B8245}"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F246757F-36B6-4B03-A23B-51A791095ABE}"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522D1AA-81AF-4136-B6B7-4DF8B2353D30}"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2113869A-52EA-439A-85B4-5B99DA02ADD5}"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FD9549B5-7C33-4401-8DCA-0C1C099D0711}"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B53D6E32-8AFF-48B0-BFAA-79EFD98B79A8}"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869729E0-9F39-4321-BCC4-0E383C41923C}"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6B898902-1749-4578-ADD1-C8D6FC14DD70}"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E2596899-CE8E-4251-8463-AEEF76D0B85B}"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78FEBD7C-0FB7-467E-B4C1-280AB41F7637}"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47B3FA2-80A2-486F-B8BD-C573184B8A0E}"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a:defRPr/>
            </a:pPr>
            <a:fld id="{67C57CB3-D73C-4ACB-B9FF-2C58343599B0}"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comments" Target="../comments/comment1.xml"/><Relationship Id="rId7" Type="http://schemas.openxmlformats.org/officeDocument/2006/relationships/notesSlide" Target="../notesSlides/notesSlide2.xml"/><Relationship Id="rId6"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2.xml"/><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5" Type="http://schemas.openxmlformats.org/officeDocument/2006/relationships/comments" Target="../comments/comment2.xml"/><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5" Type="http://schemas.openxmlformats.org/officeDocument/2006/relationships/comments" Target="../comments/comment3.xml"/><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4.png"/><Relationship Id="rId1" Type="http://schemas.openxmlformats.org/officeDocument/2006/relationships/image" Target="../media/image25.png"/></Relationships>
</file>

<file path=ppt/slides/_rels/slide14.xml.rels><?xml version="1.0" encoding="UTF-8" standalone="yes"?>
<Relationships xmlns="http://schemas.openxmlformats.org/package/2006/relationships"><Relationship Id="rId9" Type="http://schemas.openxmlformats.org/officeDocument/2006/relationships/comments" Target="../comments/comment4.xml"/><Relationship Id="rId8" Type="http://schemas.openxmlformats.org/officeDocument/2006/relationships/notesSlide" Target="../notesSlides/notesSlide13.xml"/><Relationship Id="rId7"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8" Type="http://schemas.openxmlformats.org/officeDocument/2006/relationships/comments" Target="../comments/comment5.xml"/><Relationship Id="rId7" Type="http://schemas.openxmlformats.org/officeDocument/2006/relationships/notesSlide" Target="../notesSlides/notesSlide14.xml"/><Relationship Id="rId6"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 Id="rId3" Type="http://schemas.openxmlformats.org/officeDocument/2006/relationships/image" Target="../media/image4.png"/><Relationship Id="rId2" Type="http://schemas.openxmlformats.org/officeDocument/2006/relationships/image" Target="../media/image32.png"/><Relationship Id="rId1" Type="http://schemas.openxmlformats.org/officeDocument/2006/relationships/image" Target="../media/image31.png"/></Relationships>
</file>

<file path=ppt/slides/_rels/slide16.xml.rels><?xml version="1.0" encoding="UTF-8" standalone="yes"?>
<Relationships xmlns="http://schemas.openxmlformats.org/package/2006/relationships"><Relationship Id="rId6" Type="http://schemas.openxmlformats.org/officeDocument/2006/relationships/comments" Target="../comments/comment6.xml"/><Relationship Id="rId5" Type="http://schemas.openxmlformats.org/officeDocument/2006/relationships/notesSlide" Target="../notesSlides/notesSlide15.xml"/><Relationship Id="rId4" Type="http://schemas.openxmlformats.org/officeDocument/2006/relationships/slideLayout" Target="../slideLayouts/slideLayout2.xml"/><Relationship Id="rId3" Type="http://schemas.openxmlformats.org/officeDocument/2006/relationships/image" Target="../media/image36.png"/><Relationship Id="rId2" Type="http://schemas.openxmlformats.org/officeDocument/2006/relationships/image" Target="../media/image4.png"/><Relationship Id="rId1" Type="http://schemas.openxmlformats.org/officeDocument/2006/relationships/image" Target="../media/image35.png"/></Relationships>
</file>

<file path=ppt/slides/_rels/slide17.xml.rels><?xml version="1.0" encoding="UTF-8" standalone="yes"?>
<Relationships xmlns="http://schemas.openxmlformats.org/package/2006/relationships"><Relationship Id="rId9" Type="http://schemas.openxmlformats.org/officeDocument/2006/relationships/comments" Target="../comments/comment7.xml"/><Relationship Id="rId8" Type="http://schemas.openxmlformats.org/officeDocument/2006/relationships/notesSlide" Target="../notesSlides/notesSlide16.xml"/><Relationship Id="rId7"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3" Type="http://schemas.openxmlformats.org/officeDocument/2006/relationships/image" Target="../media/image36.png"/><Relationship Id="rId2" Type="http://schemas.openxmlformats.org/officeDocument/2006/relationships/image" Target="../media/image37.png"/><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9" Type="http://schemas.openxmlformats.org/officeDocument/2006/relationships/image" Target="../media/image48.png"/><Relationship Id="rId8" Type="http://schemas.openxmlformats.org/officeDocument/2006/relationships/image" Target="../media/image47.png"/><Relationship Id="rId7" Type="http://schemas.openxmlformats.org/officeDocument/2006/relationships/image" Target="../media/image46.png"/><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3" Type="http://schemas.openxmlformats.org/officeDocument/2006/relationships/image" Target="../media/image42.png"/><Relationship Id="rId2" Type="http://schemas.openxmlformats.org/officeDocument/2006/relationships/image" Target="../media/image41.png"/><Relationship Id="rId13" Type="http://schemas.openxmlformats.org/officeDocument/2006/relationships/comments" Target="../comments/comment8.xml"/><Relationship Id="rId12" Type="http://schemas.openxmlformats.org/officeDocument/2006/relationships/notesSlide" Target="../notesSlides/notesSlide17.xml"/><Relationship Id="rId11" Type="http://schemas.openxmlformats.org/officeDocument/2006/relationships/slideLayout" Target="../slideLayouts/slideLayout2.xml"/><Relationship Id="rId10" Type="http://schemas.openxmlformats.org/officeDocument/2006/relationships/image" Target="../media/image49.png"/><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9" Type="http://schemas.openxmlformats.org/officeDocument/2006/relationships/comments" Target="../comments/comment9.xml"/><Relationship Id="rId8" Type="http://schemas.openxmlformats.org/officeDocument/2006/relationships/notesSlide" Target="../notesSlides/notesSlide18.xml"/><Relationship Id="rId7"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5" Type="http://schemas.openxmlformats.org/officeDocument/2006/relationships/comments" Target="../comments/comment10.xml"/><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55.png"/><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5" Type="http://schemas.openxmlformats.org/officeDocument/2006/relationships/comments" Target="../comments/comment11.xml"/><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56.png"/><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3.png"/><Relationship Id="rId7" Type="http://schemas.openxmlformats.org/officeDocument/2006/relationships/image" Target="../media/image62.png"/><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3" Type="http://schemas.openxmlformats.org/officeDocument/2006/relationships/image" Target="../media/image58.png"/><Relationship Id="rId2" Type="http://schemas.openxmlformats.org/officeDocument/2006/relationships/image" Target="../media/image4.png"/><Relationship Id="rId11" Type="http://schemas.openxmlformats.org/officeDocument/2006/relationships/comments" Target="../comments/comment12.xml"/><Relationship Id="rId10" Type="http://schemas.openxmlformats.org/officeDocument/2006/relationships/notesSlide" Target="../notesSlides/notesSlide21.xml"/><Relationship Id="rId1" Type="http://schemas.openxmlformats.org/officeDocument/2006/relationships/image" Target="../media/image57.png"/></Relationships>
</file>

<file path=ppt/slides/_rels/slide23.xml.rels><?xml version="1.0" encoding="UTF-8" standalone="yes"?>
<Relationships xmlns="http://schemas.openxmlformats.org/package/2006/relationships"><Relationship Id="rId9" Type="http://schemas.openxmlformats.org/officeDocument/2006/relationships/notesSlide" Target="../notesSlides/notesSlide22.xml"/><Relationship Id="rId8" Type="http://schemas.openxmlformats.org/officeDocument/2006/relationships/slideLayout" Target="../slideLayouts/slideLayout2.xml"/><Relationship Id="rId7" Type="http://schemas.openxmlformats.org/officeDocument/2006/relationships/image" Target="../media/image67.png"/><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 Id="rId3" Type="http://schemas.openxmlformats.org/officeDocument/2006/relationships/image" Target="../media/image40.png"/><Relationship Id="rId2" Type="http://schemas.openxmlformats.org/officeDocument/2006/relationships/image" Target="../media/image57.png"/><Relationship Id="rId10" Type="http://schemas.openxmlformats.org/officeDocument/2006/relationships/comments" Target="../comments/comment13.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image" Target="../media/image68.png"/><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24.xml"/><Relationship Id="rId7"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2.xml"/><Relationship Id="rId4" Type="http://schemas.openxmlformats.org/officeDocument/2006/relationships/image" Target="../media/image75.png"/><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381000" y="1828800"/>
            <a:ext cx="8534400" cy="1981200"/>
          </a:xfrm>
        </p:spPr>
        <p:txBody>
          <a:bodyPr/>
          <a:lstStyle/>
          <a:p>
            <a:pPr eaLnBrk="1" hangingPunct="1">
              <a:spcBef>
                <a:spcPct val="20000"/>
              </a:spcBef>
            </a:pPr>
            <a:r>
              <a:rPr lang="en-US" altLang="zh-CN" sz="4800">
                <a:solidFill>
                  <a:srgbClr val="000099"/>
                </a:solidFill>
                <a:latin typeface="Times New Roman" panose="02020603050405020304" pitchFamily="18" charset="0"/>
                <a:cs typeface="Times New Roman" panose="02020603050405020304" pitchFamily="18" charset="0"/>
              </a:rPr>
              <a:t>Engineering Electromagnetics</a:t>
            </a:r>
            <a:br>
              <a:rPr lang="en-US" altLang="zh-CN" sz="4800">
                <a:solidFill>
                  <a:srgbClr val="000099"/>
                </a:solidFill>
                <a:latin typeface="Times New Roman" panose="02020603050405020304" pitchFamily="18" charset="0"/>
                <a:cs typeface="Times New Roman" panose="02020603050405020304" pitchFamily="18" charset="0"/>
              </a:rPr>
            </a:br>
            <a:r>
              <a:rPr lang="zh-CN" altLang="en-US" sz="400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工程电磁场</a:t>
            </a:r>
            <a:endParaRPr lang="zh-CN" altLang="en-US" sz="400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2051" name="Rectangle 3"/>
          <p:cNvSpPr>
            <a:spLocks noGrp="1" noChangeArrowheads="1"/>
          </p:cNvSpPr>
          <p:nvPr>
            <p:ph type="subTitle" idx="1"/>
          </p:nvPr>
        </p:nvSpPr>
        <p:spPr>
          <a:xfrm>
            <a:off x="1371600" y="4114800"/>
            <a:ext cx="6400800" cy="2133600"/>
          </a:xfrm>
        </p:spPr>
        <p:txBody>
          <a:bodyPr/>
          <a:lstStyle/>
          <a:p>
            <a:pPr eaLnBrk="1" hangingPunct="1"/>
            <a:endPar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a:p>
            <a:pPr eaLnBrk="1" hangingPunct="1"/>
            <a:r>
              <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Youwei Jia </a:t>
            </a:r>
            <a:r>
              <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嘉有为</a:t>
            </a:r>
            <a:endPar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a:p>
            <a:pPr eaLnBrk="1" hangingPunct="1"/>
            <a:endPar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cxnSp>
        <p:nvCxnSpPr>
          <p:cNvPr id="2052" name="Gerade Verbindung 11"/>
          <p:cNvCxnSpPr>
            <a:cxnSpLocks noChangeShapeType="1"/>
          </p:cNvCxnSpPr>
          <p:nvPr/>
        </p:nvCxnSpPr>
        <p:spPr bwMode="auto">
          <a:xfrm>
            <a:off x="85725" y="1371600"/>
            <a:ext cx="7305675" cy="0"/>
          </a:xfrm>
          <a:prstGeom prst="line">
            <a:avLst/>
          </a:prstGeom>
          <a:noFill/>
          <a:ln w="19050" algn="ctr">
            <a:solidFill>
              <a:srgbClr val="000099"/>
            </a:solidFill>
            <a:round/>
          </a:ln>
          <a:extLst>
            <a:ext uri="{909E8E84-426E-40DD-AFC4-6F175D3DCCD1}">
              <a14:hiddenFill xmlns:a14="http://schemas.microsoft.com/office/drawing/2010/main">
                <a:noFill/>
              </a14:hiddenFill>
            </a:ext>
          </a:extLst>
        </p:spPr>
      </p:cxnSp>
      <p:pic>
        <p:nvPicPr>
          <p:cNvPr id="2053" name="Picture 9" descr="13829064795036"/>
          <p:cNvPicPr>
            <a:picLocks noChangeAspect="1" noChangeArrowheads="1"/>
          </p:cNvPicPr>
          <p:nvPr/>
        </p:nvPicPr>
        <p:blipFill>
          <a:blip r:embed="rId1">
            <a:lum bright="10000"/>
            <a:extLst>
              <a:ext uri="{28A0092B-C50C-407E-A947-70E740481C1C}">
                <a14:useLocalDpi xmlns:a14="http://schemas.microsoft.com/office/drawing/2010/main" val="0"/>
              </a:ext>
            </a:extLst>
          </a:blip>
          <a:srcRect/>
          <a:stretch>
            <a:fillRect/>
          </a:stretch>
        </p:blipFill>
        <p:spPr bwMode="auto">
          <a:xfrm>
            <a:off x="109538" y="112713"/>
            <a:ext cx="2609850"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Picture 10" descr="13829064803086"/>
          <p:cNvPicPr>
            <a:picLocks noChangeAspect="1" noChangeArrowheads="1"/>
          </p:cNvPicPr>
          <p:nvPr/>
        </p:nvPicPr>
        <p:blipFill>
          <a:blip r:embed="rId2">
            <a:lum bright="10000"/>
            <a:extLst>
              <a:ext uri="{28A0092B-C50C-407E-A947-70E740481C1C}">
                <a14:useLocalDpi xmlns:a14="http://schemas.microsoft.com/office/drawing/2010/main" val="0"/>
              </a:ext>
            </a:extLst>
          </a:blip>
          <a:srcRect/>
          <a:stretch>
            <a:fillRect/>
          </a:stretch>
        </p:blipFill>
        <p:spPr bwMode="auto">
          <a:xfrm>
            <a:off x="2754313" y="112713"/>
            <a:ext cx="2754312"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5" name="Picture 11" descr="13829064833397"/>
          <p:cNvPicPr>
            <a:picLocks noChangeAspect="1" noChangeArrowheads="1"/>
          </p:cNvPicPr>
          <p:nvPr/>
        </p:nvPicPr>
        <p:blipFill>
          <a:blip r:embed="rId3">
            <a:lum bright="10000"/>
            <a:extLst>
              <a:ext uri="{28A0092B-C50C-407E-A947-70E740481C1C}">
                <a14:useLocalDpi xmlns:a14="http://schemas.microsoft.com/office/drawing/2010/main" val="0"/>
              </a:ext>
            </a:extLst>
          </a:blip>
          <a:srcRect/>
          <a:stretch>
            <a:fillRect/>
          </a:stretch>
        </p:blipFill>
        <p:spPr bwMode="auto">
          <a:xfrm>
            <a:off x="5540375" y="112713"/>
            <a:ext cx="1839913"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56" name="Gerade Verbindung 11"/>
          <p:cNvCxnSpPr>
            <a:cxnSpLocks noChangeShapeType="1"/>
          </p:cNvCxnSpPr>
          <p:nvPr/>
        </p:nvCxnSpPr>
        <p:spPr bwMode="auto">
          <a:xfrm>
            <a:off x="609600" y="3657600"/>
            <a:ext cx="7916863" cy="0"/>
          </a:xfrm>
          <a:prstGeom prst="line">
            <a:avLst/>
          </a:prstGeom>
          <a:noFill/>
          <a:ln w="19050" algn="ctr">
            <a:solidFill>
              <a:srgbClr val="000099"/>
            </a:solidFill>
            <a:round/>
          </a:ln>
          <a:extLst>
            <a:ext uri="{909E8E84-426E-40DD-AFC4-6F175D3DCCD1}">
              <a14:hiddenFill xmlns:a14="http://schemas.microsoft.com/office/drawing/2010/main">
                <a:noFill/>
              </a14:hiddenFill>
            </a:ext>
          </a:extLst>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23</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Method of Images </a:t>
            </a:r>
            <a:r>
              <a:rPr lang="zh-CN" altLang="en-US" sz="2800" dirty="0">
                <a:solidFill>
                  <a:srgbClr val="000099"/>
                </a:solidFill>
                <a:latin typeface="华文行楷" panose="02010800040101010101" pitchFamily="2" charset="-122"/>
                <a:ea typeface="华文行楷" panose="02010800040101010101" pitchFamily="2" charset="-122"/>
              </a:rPr>
              <a:t>镜像法</a:t>
            </a:r>
            <a:endParaRPr lang="zh-CN" altLang="en-US" sz="2800" dirty="0">
              <a:solidFill>
                <a:srgbClr val="000099"/>
              </a:solidFill>
              <a:latin typeface="华文行楷" panose="02010800040101010101" pitchFamily="2" charset="-122"/>
              <a:ea typeface="华文行楷" panose="02010800040101010101" pitchFamily="2" charset="-122"/>
            </a:endParaRPr>
          </a:p>
        </p:txBody>
      </p:sp>
      <p:pic>
        <p:nvPicPr>
          <p:cNvPr id="19" name="Picture 2" descr="C:\Users\dpcuser\Desktop\About Teaching\工程电磁场\Instructor Notes\Lecture 6\800px-Electrostatic_induction.sv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09949" y="1404610"/>
            <a:ext cx="3214902" cy="2202208"/>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25"/>
          <p:cNvSpPr>
            <a:spLocks noChangeArrowheads="1"/>
          </p:cNvSpPr>
          <p:nvPr/>
        </p:nvSpPr>
        <p:spPr bwMode="auto">
          <a:xfrm>
            <a:off x="685800" y="1695009"/>
            <a:ext cx="3771900" cy="2031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Think about the effect of metal conductors on the electric field built by the point charge in free space. Why are the streamlines distorted? How can we evaluate such kind of distortion? Can we analytically solve the distorted field? </a:t>
            </a:r>
            <a:endParaRPr lang="en-US" altLang="zh-CN" dirty="0">
              <a:latin typeface="Times New Roman" panose="02020603050405020304" pitchFamily="18" charset="0"/>
              <a:cs typeface="Times New Roman" panose="02020603050405020304" pitchFamily="18" charset="0"/>
            </a:endParaRPr>
          </a:p>
        </p:txBody>
      </p:sp>
      <p:sp>
        <p:nvSpPr>
          <p:cNvPr id="21" name="Rectangle 25"/>
          <p:cNvSpPr>
            <a:spLocks noChangeArrowheads="1"/>
          </p:cNvSpPr>
          <p:nvPr/>
        </p:nvSpPr>
        <p:spPr bwMode="auto">
          <a:xfrm>
            <a:off x="687238" y="3810000"/>
            <a:ext cx="8076482"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Unfortunately, in most cases, we are not able to derive analytical solution. However, sometimes we can!</a:t>
            </a:r>
            <a:endParaRPr lang="en-US" altLang="zh-CN" dirty="0">
              <a:latin typeface="Times New Roman" panose="02020603050405020304" pitchFamily="18" charset="0"/>
              <a:cs typeface="Times New Roman" panose="02020603050405020304" pitchFamily="18" charset="0"/>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1" y="4724400"/>
            <a:ext cx="2819400" cy="14266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4561397"/>
            <a:ext cx="4210050" cy="1614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24</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Method of Images </a:t>
            </a:r>
            <a:r>
              <a:rPr lang="zh-CN" altLang="en-US" sz="2800" dirty="0">
                <a:solidFill>
                  <a:srgbClr val="000099"/>
                </a:solidFill>
                <a:latin typeface="华文行楷" panose="02010800040101010101" pitchFamily="2" charset="-122"/>
                <a:ea typeface="华文行楷" panose="02010800040101010101" pitchFamily="2" charset="-122"/>
              </a:rPr>
              <a:t>镜像法</a:t>
            </a:r>
            <a:endParaRPr lang="zh-CN" altLang="en-US" sz="2800" dirty="0">
              <a:solidFill>
                <a:srgbClr val="000099"/>
              </a:solidFill>
              <a:latin typeface="华文行楷" panose="02010800040101010101" pitchFamily="2" charset="-122"/>
              <a:ea typeface="华文行楷" panose="02010800040101010101" pitchFamily="2" charset="-122"/>
            </a:endParaRPr>
          </a:p>
        </p:txBody>
      </p:sp>
      <p:pic>
        <p:nvPicPr>
          <p:cNvPr id="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1" y="1763203"/>
            <a:ext cx="2118849" cy="10721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38600" y="1600201"/>
            <a:ext cx="3163958" cy="12130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Rectangle 10"/>
          <p:cNvSpPr>
            <a:spLocks noChangeArrowheads="1"/>
          </p:cNvSpPr>
          <p:nvPr/>
        </p:nvSpPr>
        <p:spPr bwMode="auto">
          <a:xfrm>
            <a:off x="536844" y="2971800"/>
            <a:ext cx="8230689" cy="923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The</a:t>
            </a:r>
            <a:r>
              <a:rPr lang="en-US" altLang="zh-CN" dirty="0">
                <a:highlight>
                  <a:srgbClr val="FFFF00"/>
                </a:highlight>
                <a:latin typeface="Times New Roman" panose="02020603050405020304" pitchFamily="18" charset="0"/>
                <a:cs typeface="Times New Roman" panose="02020603050405020304" pitchFamily="18" charset="0"/>
              </a:rPr>
              <a:t> </a:t>
            </a:r>
            <a:r>
              <a:rPr lang="en-US" altLang="zh-CN" i="1" dirty="0">
                <a:solidFill>
                  <a:srgbClr val="C00000"/>
                </a:solidFill>
                <a:highlight>
                  <a:srgbClr val="FFFF00"/>
                </a:highlight>
                <a:latin typeface="Times New Roman" panose="02020603050405020304" pitchFamily="18" charset="0"/>
                <a:cs typeface="Times New Roman" panose="02020603050405020304" pitchFamily="18" charset="0"/>
              </a:rPr>
              <a:t>Theorem of Uniqueness</a:t>
            </a:r>
            <a:r>
              <a:rPr lang="en-US" altLang="zh-CN" dirty="0">
                <a:solidFill>
                  <a:srgbClr val="C00000"/>
                </a:solidFill>
                <a:highlight>
                  <a:srgbClr val="FFFF00"/>
                </a:highlight>
                <a:latin typeface="Times New Roman" panose="02020603050405020304" pitchFamily="18" charset="0"/>
                <a:cs typeface="Times New Roman" panose="02020603050405020304" pitchFamily="18" charset="0"/>
              </a:rPr>
              <a:t> </a:t>
            </a:r>
            <a:r>
              <a:rPr lang="zh-CN" altLang="en-US" dirty="0">
                <a:solidFill>
                  <a:srgbClr val="C00000"/>
                </a:solidFill>
                <a:highlight>
                  <a:srgbClr val="FFFF00"/>
                </a:highlight>
                <a:latin typeface="华文行楷" panose="02010800040101010101" pitchFamily="2" charset="-122"/>
                <a:ea typeface="华文行楷" panose="02010800040101010101" pitchFamily="2" charset="-122"/>
                <a:cs typeface="Times New Roman" panose="02020603050405020304" pitchFamily="18" charset="0"/>
              </a:rPr>
              <a:t>唯一性定理</a:t>
            </a:r>
            <a:r>
              <a:rPr lang="zh-CN" altLang="en-US" dirty="0">
                <a:solidFill>
                  <a:srgbClr val="C00000"/>
                </a:solidFill>
                <a:highlight>
                  <a:srgbClr val="FFFF00"/>
                </a:highlight>
                <a:latin typeface="Times New Roman" panose="02020603050405020304" pitchFamily="18" charset="0"/>
                <a:cs typeface="Times New Roman" panose="02020603050405020304" pitchFamily="18" charset="0"/>
              </a:rPr>
              <a:t> </a:t>
            </a:r>
            <a:r>
              <a:rPr lang="en-US" altLang="zh-CN" dirty="0">
                <a:highlight>
                  <a:srgbClr val="FFFF00"/>
                </a:highlight>
                <a:latin typeface="Times New Roman" panose="02020603050405020304" pitchFamily="18" charset="0"/>
                <a:cs typeface="Times New Roman" panose="02020603050405020304" pitchFamily="18" charset="0"/>
              </a:rPr>
              <a:t>states that if we are given a configuration of charges and boundary conditions, there will exist </a:t>
            </a:r>
            <a:r>
              <a:rPr lang="en-US" altLang="zh-CN" i="1" dirty="0">
                <a:solidFill>
                  <a:srgbClr val="C00000"/>
                </a:solidFill>
                <a:highlight>
                  <a:srgbClr val="FFFF00"/>
                </a:highlight>
                <a:latin typeface="Times New Roman" panose="02020603050405020304" pitchFamily="18" charset="0"/>
                <a:cs typeface="Times New Roman" panose="02020603050405020304" pitchFamily="18" charset="0"/>
              </a:rPr>
              <a:t>only one</a:t>
            </a:r>
            <a:r>
              <a:rPr lang="en-US" altLang="zh-CN" dirty="0">
                <a:solidFill>
                  <a:srgbClr val="C00000"/>
                </a:solidFill>
                <a:highlight>
                  <a:srgbClr val="FFFF00"/>
                </a:highlight>
                <a:latin typeface="Times New Roman" panose="02020603050405020304" pitchFamily="18" charset="0"/>
                <a:cs typeface="Times New Roman" panose="02020603050405020304" pitchFamily="18" charset="0"/>
              </a:rPr>
              <a:t> potential </a:t>
            </a:r>
            <a:r>
              <a:rPr lang="en-US" altLang="zh-CN" dirty="0">
                <a:highlight>
                  <a:srgbClr val="FFFF00"/>
                </a:highlight>
                <a:latin typeface="Times New Roman" panose="02020603050405020304" pitchFamily="18" charset="0"/>
                <a:cs typeface="Times New Roman" panose="02020603050405020304" pitchFamily="18" charset="0"/>
              </a:rPr>
              <a:t>and electric field solution. </a:t>
            </a:r>
            <a:endParaRPr lang="en-US" altLang="zh-CN" dirty="0">
              <a:highlight>
                <a:srgbClr val="FFFF00"/>
              </a:highlight>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5795" y="4017034"/>
            <a:ext cx="1957455" cy="1104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94019" y="3729486"/>
            <a:ext cx="2931543" cy="19371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Rectangle 12"/>
          <p:cNvSpPr>
            <a:spLocks noChangeArrowheads="1"/>
          </p:cNvSpPr>
          <p:nvPr/>
        </p:nvSpPr>
        <p:spPr bwMode="auto">
          <a:xfrm>
            <a:off x="605621" y="5666603"/>
            <a:ext cx="7897149"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So the boundary conditions and charges are </a:t>
            </a:r>
            <a:r>
              <a:rPr lang="en-US" altLang="zh-CN" i="1" dirty="0">
                <a:solidFill>
                  <a:srgbClr val="C00000"/>
                </a:solidFill>
                <a:latin typeface="Times New Roman" panose="02020603050405020304" pitchFamily="18" charset="0"/>
                <a:cs typeface="Times New Roman" panose="02020603050405020304" pitchFamily="18" charset="0"/>
              </a:rPr>
              <a:t>identical</a:t>
            </a:r>
            <a:r>
              <a:rPr lang="en-US" altLang="zh-CN" dirty="0">
                <a:solidFill>
                  <a:srgbClr val="C00000"/>
                </a:solidFill>
                <a:latin typeface="Times New Roman" panose="02020603050405020304" pitchFamily="18" charset="0"/>
                <a:cs typeface="Times New Roman" panose="02020603050405020304" pitchFamily="18" charset="0"/>
              </a:rPr>
              <a:t> in the </a:t>
            </a:r>
            <a:r>
              <a:rPr lang="en-US" altLang="zh-CN" i="1" dirty="0">
                <a:solidFill>
                  <a:srgbClr val="C00000"/>
                </a:solidFill>
                <a:latin typeface="Times New Roman" panose="02020603050405020304" pitchFamily="18" charset="0"/>
                <a:cs typeface="Times New Roman" panose="02020603050405020304" pitchFamily="18" charset="0"/>
              </a:rPr>
              <a:t>upper half</a:t>
            </a:r>
            <a:r>
              <a:rPr lang="en-US" altLang="zh-CN" dirty="0">
                <a:solidFill>
                  <a:srgbClr val="C00000"/>
                </a:solidFill>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spaces of both configurations (</a:t>
            </a:r>
            <a:r>
              <a:rPr lang="en-US" altLang="zh-CN" dirty="0">
                <a:solidFill>
                  <a:srgbClr val="C00000"/>
                </a:solidFill>
                <a:latin typeface="Times New Roman" panose="02020603050405020304" pitchFamily="18" charset="0"/>
                <a:cs typeface="Times New Roman" panose="02020603050405020304" pitchFamily="18" charset="0"/>
              </a:rPr>
              <a:t>not in the lower half</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25</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Method of Images </a:t>
            </a:r>
            <a:r>
              <a:rPr lang="zh-CN" altLang="en-US" sz="2800" dirty="0">
                <a:solidFill>
                  <a:srgbClr val="000099"/>
                </a:solidFill>
                <a:latin typeface="华文行楷" panose="02010800040101010101" pitchFamily="2" charset="-122"/>
                <a:ea typeface="华文行楷" panose="02010800040101010101" pitchFamily="2" charset="-122"/>
              </a:rPr>
              <a:t>镜像法</a:t>
            </a:r>
            <a:endParaRPr lang="zh-CN" altLang="en-US" sz="2800" dirty="0">
              <a:solidFill>
                <a:srgbClr val="000099"/>
              </a:solidFill>
              <a:latin typeface="华文行楷" panose="02010800040101010101" pitchFamily="2" charset="-122"/>
              <a:ea typeface="华文行楷" panose="02010800040101010101" pitchFamily="2" charset="-122"/>
            </a:endParaRPr>
          </a:p>
        </p:txBody>
      </p:sp>
      <p:pic>
        <p:nvPicPr>
          <p:cNvPr id="1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1626809"/>
            <a:ext cx="2743200" cy="10517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35979" y="1676400"/>
            <a:ext cx="2667710" cy="17627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矩形 15"/>
          <p:cNvSpPr/>
          <p:nvPr/>
        </p:nvSpPr>
        <p:spPr>
          <a:xfrm>
            <a:off x="609600" y="3429000"/>
            <a:ext cx="7696200" cy="923330"/>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In effect, the positive point charge </a:t>
            </a:r>
            <a:r>
              <a:rPr lang="en-US" altLang="zh-CN" i="1" dirty="0">
                <a:latin typeface="Times New Roman" panose="02020603050405020304" pitchFamily="18" charset="0"/>
                <a:cs typeface="Times New Roman" panose="02020603050405020304" pitchFamily="18" charset="0"/>
              </a:rPr>
              <a:t>images</a:t>
            </a:r>
            <a:r>
              <a:rPr lang="en-US" altLang="zh-CN" dirty="0">
                <a:latin typeface="Times New Roman" panose="02020603050405020304" pitchFamily="18" charset="0"/>
                <a:cs typeface="Times New Roman" panose="02020603050405020304" pitchFamily="18" charset="0"/>
              </a:rPr>
              <a:t> across the conducting plane, allowing the conductor to be replaced by the image. The field and potential distribution in the </a:t>
            </a:r>
            <a:r>
              <a:rPr lang="en-US" altLang="zh-CN" dirty="0">
                <a:solidFill>
                  <a:srgbClr val="C00000"/>
                </a:solidFill>
                <a:latin typeface="Times New Roman" panose="02020603050405020304" pitchFamily="18" charset="0"/>
                <a:cs typeface="Times New Roman" panose="02020603050405020304" pitchFamily="18" charset="0"/>
              </a:rPr>
              <a:t>upper half space </a:t>
            </a:r>
            <a:r>
              <a:rPr lang="en-US" altLang="zh-CN" dirty="0">
                <a:latin typeface="Times New Roman" panose="02020603050405020304" pitchFamily="18" charset="0"/>
                <a:cs typeface="Times New Roman" panose="02020603050405020304" pitchFamily="18" charset="0"/>
              </a:rPr>
              <a:t>is now found much more easily!</a:t>
            </a:r>
            <a:endParaRPr lang="en-US" altLang="zh-CN" dirty="0">
              <a:latin typeface="Times New Roman" panose="02020603050405020304" pitchFamily="18" charset="0"/>
              <a:cs typeface="Times New Roman" panose="02020603050405020304" pitchFamily="18" charset="0"/>
            </a:endParaRPr>
          </a:p>
        </p:txBody>
      </p:sp>
      <p:sp>
        <p:nvSpPr>
          <p:cNvPr id="3" name="右箭头 2"/>
          <p:cNvSpPr/>
          <p:nvPr/>
        </p:nvSpPr>
        <p:spPr>
          <a:xfrm>
            <a:off x="3886200" y="2054884"/>
            <a:ext cx="571500" cy="1955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Picture 2" descr="Fig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3999" y="4495740"/>
            <a:ext cx="6034883" cy="2209860"/>
          </a:xfrm>
          <a:prstGeom prst="rect">
            <a:avLst/>
          </a:prstGeom>
          <a:noFill/>
          <a:extLst>
            <a:ext uri="{909E8E84-426E-40DD-AFC4-6F175D3DCCD1}">
              <a14:hiddenFill xmlns:a14="http://schemas.microsoft.com/office/drawing/2010/main">
                <a:solidFill>
                  <a:srgbClr val="FFFFFF"/>
                </a:solidFill>
              </a14:hiddenFill>
            </a:ext>
          </a:extLst>
        </p:spPr>
      </p:pic>
      <p:sp>
        <p:nvSpPr>
          <p:cNvPr id="12" name="右箭头 11"/>
          <p:cNvSpPr/>
          <p:nvPr/>
        </p:nvSpPr>
        <p:spPr>
          <a:xfrm>
            <a:off x="4171950" y="4876800"/>
            <a:ext cx="571500" cy="1955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26</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Example</a:t>
            </a:r>
            <a:endParaRPr lang="zh-CN" altLang="en-US" sz="2800" dirty="0">
              <a:solidFill>
                <a:srgbClr val="000099"/>
              </a:solidFill>
              <a:latin typeface="华文行楷" panose="02010800040101010101" pitchFamily="2" charset="-122"/>
              <a:ea typeface="华文行楷" panose="02010800040101010101" pitchFamily="2" charset="-122"/>
            </a:endParaRPr>
          </a:p>
        </p:txBody>
      </p:sp>
      <p:grpSp>
        <p:nvGrpSpPr>
          <p:cNvPr id="15" name="Group 5"/>
          <p:cNvGrpSpPr/>
          <p:nvPr/>
        </p:nvGrpSpPr>
        <p:grpSpPr bwMode="auto">
          <a:xfrm>
            <a:off x="1143000" y="3310342"/>
            <a:ext cx="6553199" cy="2590800"/>
            <a:chOff x="960" y="2256"/>
            <a:chExt cx="4128" cy="1632"/>
          </a:xfrm>
        </p:grpSpPr>
        <p:pic>
          <p:nvPicPr>
            <p:cNvPr id="20" name="Picture 2" descr="Fig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 y="2256"/>
              <a:ext cx="4128" cy="1523"/>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3"/>
            <p:cNvSpPr>
              <a:spLocks noChangeArrowheads="1"/>
            </p:cNvSpPr>
            <p:nvPr/>
          </p:nvSpPr>
          <p:spPr bwMode="auto">
            <a:xfrm>
              <a:off x="1584" y="3600"/>
              <a:ext cx="240" cy="24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 name="Rectangle 4"/>
            <p:cNvSpPr>
              <a:spLocks noChangeArrowheads="1"/>
            </p:cNvSpPr>
            <p:nvPr/>
          </p:nvSpPr>
          <p:spPr bwMode="auto">
            <a:xfrm>
              <a:off x="3840" y="3552"/>
              <a:ext cx="240" cy="336"/>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17" name="Rectangle 7"/>
          <p:cNvSpPr>
            <a:spLocks noChangeArrowheads="1"/>
          </p:cNvSpPr>
          <p:nvPr/>
        </p:nvSpPr>
        <p:spPr bwMode="auto">
          <a:xfrm>
            <a:off x="655607" y="1666220"/>
            <a:ext cx="7756585"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In this case, we are to find the surface charge density on the conducting plane at the point (2,5,0).  A 30-nC line charge lies parallel to the </a:t>
            </a:r>
            <a:r>
              <a:rPr lang="en-US" altLang="zh-CN" i="1" dirty="0">
                <a:latin typeface="Times New Roman" panose="02020603050405020304" pitchFamily="18" charset="0"/>
                <a:cs typeface="Times New Roman" panose="02020603050405020304" pitchFamily="18" charset="0"/>
              </a:rPr>
              <a:t>y </a:t>
            </a:r>
            <a:r>
              <a:rPr lang="en-US" altLang="zh-CN" dirty="0">
                <a:latin typeface="Times New Roman" panose="02020603050405020304" pitchFamily="18" charset="0"/>
                <a:cs typeface="Times New Roman" panose="02020603050405020304" pitchFamily="18" charset="0"/>
              </a:rPr>
              <a:t>axis at </a:t>
            </a:r>
            <a:r>
              <a:rPr lang="en-US" altLang="zh-CN" i="1" dirty="0">
                <a:latin typeface="Times New Roman" panose="02020603050405020304" pitchFamily="18" charset="0"/>
                <a:cs typeface="Times New Roman" panose="02020603050405020304" pitchFamily="18" charset="0"/>
              </a:rPr>
              <a:t>z </a:t>
            </a:r>
            <a:r>
              <a:rPr lang="en-US" altLang="zh-CN" dirty="0">
                <a:latin typeface="Times New Roman" panose="02020603050405020304" pitchFamily="18" charset="0"/>
                <a:cs typeface="Times New Roman" panose="02020603050405020304" pitchFamily="18" charset="0"/>
              </a:rPr>
              <a:t>= 3.</a:t>
            </a:r>
            <a:endParaRPr lang="en-US" altLang="zh-CN" dirty="0">
              <a:latin typeface="Times New Roman" panose="02020603050405020304" pitchFamily="18" charset="0"/>
              <a:cs typeface="Times New Roman" panose="02020603050405020304" pitchFamily="18" charset="0"/>
            </a:endParaRPr>
          </a:p>
        </p:txBody>
      </p:sp>
      <p:sp>
        <p:nvSpPr>
          <p:cNvPr id="19" name="Rectangle 8"/>
          <p:cNvSpPr>
            <a:spLocks noChangeArrowheads="1"/>
          </p:cNvSpPr>
          <p:nvPr/>
        </p:nvSpPr>
        <p:spPr bwMode="auto">
          <a:xfrm>
            <a:off x="685201" y="2524125"/>
            <a:ext cx="7889874" cy="369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The first step is to replace the conducting plane by a line charge of -30 nC at </a:t>
            </a:r>
            <a:r>
              <a:rPr lang="en-US" altLang="zh-CN" i="1">
                <a:latin typeface="Times New Roman" panose="02020603050405020304" pitchFamily="18" charset="0"/>
                <a:cs typeface="Times New Roman" panose="02020603050405020304" pitchFamily="18" charset="0"/>
              </a:rPr>
              <a:t>z </a:t>
            </a:r>
            <a:r>
              <a:rPr lang="en-US" altLang="zh-CN">
                <a:latin typeface="Times New Roman" panose="02020603050405020304" pitchFamily="18" charset="0"/>
                <a:cs typeface="Times New Roman" panose="02020603050405020304" pitchFamily="18" charset="0"/>
              </a:rPr>
              <a:t>= -3.</a:t>
            </a:r>
            <a:endParaRPr lang="en-US" altLang="zh-CN">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17"/>
          <p:cNvGrpSpPr/>
          <p:nvPr/>
        </p:nvGrpSpPr>
        <p:grpSpPr bwMode="auto">
          <a:xfrm>
            <a:off x="1714500" y="2729467"/>
            <a:ext cx="7010400" cy="2743200"/>
            <a:chOff x="576" y="2592"/>
            <a:chExt cx="4416" cy="1728"/>
          </a:xfrm>
        </p:grpSpPr>
        <p:grpSp>
          <p:nvGrpSpPr>
            <p:cNvPr id="29" name="Group 12"/>
            <p:cNvGrpSpPr/>
            <p:nvPr/>
          </p:nvGrpSpPr>
          <p:grpSpPr bwMode="auto">
            <a:xfrm>
              <a:off x="864" y="2688"/>
              <a:ext cx="4128" cy="1632"/>
              <a:chOff x="960" y="2256"/>
              <a:chExt cx="4128" cy="1632"/>
            </a:xfrm>
          </p:grpSpPr>
          <p:pic>
            <p:nvPicPr>
              <p:cNvPr id="31" name="Picture 13" descr="Fig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60" y="2256"/>
                <a:ext cx="4128" cy="1523"/>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14"/>
              <p:cNvSpPr>
                <a:spLocks noChangeArrowheads="1"/>
              </p:cNvSpPr>
              <p:nvPr/>
            </p:nvSpPr>
            <p:spPr bwMode="auto">
              <a:xfrm>
                <a:off x="1584" y="3600"/>
                <a:ext cx="240" cy="24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3" name="Rectangle 15"/>
              <p:cNvSpPr>
                <a:spLocks noChangeArrowheads="1"/>
              </p:cNvSpPr>
              <p:nvPr/>
            </p:nvSpPr>
            <p:spPr bwMode="auto">
              <a:xfrm>
                <a:off x="3840" y="3552"/>
                <a:ext cx="240" cy="336"/>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30" name="Rectangle 16"/>
            <p:cNvSpPr>
              <a:spLocks noChangeArrowheads="1"/>
            </p:cNvSpPr>
            <p:nvPr/>
          </p:nvSpPr>
          <p:spPr bwMode="auto">
            <a:xfrm>
              <a:off x="576" y="2592"/>
              <a:ext cx="2304" cy="1632"/>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27</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Example (Cont’d)</a:t>
            </a:r>
            <a:endParaRPr lang="zh-CN" altLang="en-US" sz="2800" dirty="0">
              <a:solidFill>
                <a:srgbClr val="000099"/>
              </a:solidFill>
              <a:latin typeface="华文行楷" panose="02010800040101010101" pitchFamily="2" charset="-122"/>
              <a:ea typeface="华文行楷" panose="02010800040101010101" pitchFamily="2" charset="-122"/>
            </a:endParaRPr>
          </a:p>
        </p:txBody>
      </p:sp>
      <p:sp>
        <p:nvSpPr>
          <p:cNvPr id="17" name="Rectangle 7"/>
          <p:cNvSpPr>
            <a:spLocks noChangeArrowheads="1"/>
          </p:cNvSpPr>
          <p:nvPr/>
        </p:nvSpPr>
        <p:spPr bwMode="auto">
          <a:xfrm>
            <a:off x="655607" y="1666220"/>
            <a:ext cx="7756585"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In this case, we are to find the surface charge density on the conducting plane at the point (2,5,0).  A 30-nC line charge lies parallel to the </a:t>
            </a:r>
            <a:r>
              <a:rPr lang="en-US" altLang="zh-CN" i="1" dirty="0">
                <a:latin typeface="Times New Roman" panose="02020603050405020304" pitchFamily="18" charset="0"/>
                <a:cs typeface="Times New Roman" panose="02020603050405020304" pitchFamily="18" charset="0"/>
              </a:rPr>
              <a:t>y </a:t>
            </a:r>
            <a:r>
              <a:rPr lang="en-US" altLang="zh-CN" dirty="0">
                <a:latin typeface="Times New Roman" panose="02020603050405020304" pitchFamily="18" charset="0"/>
                <a:cs typeface="Times New Roman" panose="02020603050405020304" pitchFamily="18" charset="0"/>
              </a:rPr>
              <a:t>axis at </a:t>
            </a:r>
            <a:r>
              <a:rPr lang="en-US" altLang="zh-CN" i="1" dirty="0">
                <a:latin typeface="Times New Roman" panose="02020603050405020304" pitchFamily="18" charset="0"/>
                <a:cs typeface="Times New Roman" panose="02020603050405020304" pitchFamily="18" charset="0"/>
              </a:rPr>
              <a:t>z </a:t>
            </a:r>
            <a:r>
              <a:rPr lang="en-US" altLang="zh-CN" dirty="0">
                <a:latin typeface="Times New Roman" panose="02020603050405020304" pitchFamily="18" charset="0"/>
                <a:cs typeface="Times New Roman" panose="02020603050405020304" pitchFamily="18" charset="0"/>
              </a:rPr>
              <a:t>= 3.</a:t>
            </a:r>
            <a:endParaRPr lang="en-US" altLang="zh-CN" dirty="0">
              <a:latin typeface="Times New Roman" panose="02020603050405020304" pitchFamily="18" charset="0"/>
              <a:cs typeface="Times New Roman" panose="02020603050405020304" pitchFamily="18" charset="0"/>
            </a:endParaRPr>
          </a:p>
        </p:txBody>
      </p:sp>
      <p:pic>
        <p:nvPicPr>
          <p:cNvPr id="14"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0" y="2872702"/>
            <a:ext cx="1663700"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6"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92891" y="2901277"/>
            <a:ext cx="1590675" cy="27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8" name="Picture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2000" y="3581400"/>
            <a:ext cx="4278313"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4" name="Picture 1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85800" y="4272517"/>
            <a:ext cx="2824163"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5" name="Picture 1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98740" y="5645360"/>
            <a:ext cx="361950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 name="Rectangle 19"/>
          <p:cNvSpPr>
            <a:spLocks noChangeArrowheads="1"/>
          </p:cNvSpPr>
          <p:nvPr/>
        </p:nvSpPr>
        <p:spPr bwMode="auto">
          <a:xfrm>
            <a:off x="655607" y="5102779"/>
            <a:ext cx="3289300"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We now add the two fields to get:</a:t>
            </a:r>
            <a:endParaRPr lang="en-US" altLang="zh-CN" dirty="0">
              <a:latin typeface="Times New Roman" panose="02020603050405020304" pitchFamily="18" charset="0"/>
              <a:cs typeface="Times New Roman" panose="02020603050405020304" pitchFamily="18" charset="0"/>
            </a:endParaRPr>
          </a:p>
        </p:txBody>
      </p:sp>
      <p:sp>
        <p:nvSpPr>
          <p:cNvPr id="27" name="Rectangle 20"/>
          <p:cNvSpPr>
            <a:spLocks noChangeArrowheads="1"/>
          </p:cNvSpPr>
          <p:nvPr/>
        </p:nvSpPr>
        <p:spPr bwMode="auto">
          <a:xfrm>
            <a:off x="655607" y="2359579"/>
            <a:ext cx="3133725"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Referring to the figure, we find:</a:t>
            </a:r>
            <a:endParaRPr lang="en-US" altLang="zh-CN" dirty="0">
              <a:latin typeface="Times New Roman" panose="02020603050405020304" pitchFamily="18" charset="0"/>
              <a:cs typeface="Times New Roman" panose="02020603050405020304" pitchFamily="18" charset="0"/>
            </a:endParaRPr>
          </a:p>
        </p:txBody>
      </p:sp>
      <p:sp>
        <p:nvSpPr>
          <p:cNvPr id="28" name="Rectangle 21"/>
          <p:cNvSpPr>
            <a:spLocks noChangeArrowheads="1"/>
          </p:cNvSpPr>
          <p:nvPr/>
        </p:nvSpPr>
        <p:spPr bwMode="auto">
          <a:xfrm>
            <a:off x="685800" y="3276600"/>
            <a:ext cx="658813"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Then</a:t>
            </a: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25"/>
          <p:cNvGrpSpPr/>
          <p:nvPr/>
        </p:nvGrpSpPr>
        <p:grpSpPr bwMode="auto">
          <a:xfrm>
            <a:off x="1630303" y="3034774"/>
            <a:ext cx="7010400" cy="2819400"/>
            <a:chOff x="672" y="2304"/>
            <a:chExt cx="4416" cy="1776"/>
          </a:xfrm>
        </p:grpSpPr>
        <p:grpSp>
          <p:nvGrpSpPr>
            <p:cNvPr id="47" name="Group 23"/>
            <p:cNvGrpSpPr/>
            <p:nvPr/>
          </p:nvGrpSpPr>
          <p:grpSpPr bwMode="auto">
            <a:xfrm>
              <a:off x="960" y="2448"/>
              <a:ext cx="4128" cy="1632"/>
              <a:chOff x="960" y="2448"/>
              <a:chExt cx="4128" cy="1632"/>
            </a:xfrm>
          </p:grpSpPr>
          <p:grpSp>
            <p:nvGrpSpPr>
              <p:cNvPr id="49" name="Group 9"/>
              <p:cNvGrpSpPr/>
              <p:nvPr/>
            </p:nvGrpSpPr>
            <p:grpSpPr bwMode="auto">
              <a:xfrm>
                <a:off x="960" y="2448"/>
                <a:ext cx="4128" cy="1632"/>
                <a:chOff x="960" y="2256"/>
                <a:chExt cx="4128" cy="1632"/>
              </a:xfrm>
            </p:grpSpPr>
            <p:pic>
              <p:nvPicPr>
                <p:cNvPr id="56" name="Picture 10" descr="Fig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60" y="2256"/>
                  <a:ext cx="4128" cy="1523"/>
                </a:xfrm>
                <a:prstGeom prst="rect">
                  <a:avLst/>
                </a:prstGeom>
                <a:noFill/>
                <a:extLst>
                  <a:ext uri="{909E8E84-426E-40DD-AFC4-6F175D3DCCD1}">
                    <a14:hiddenFill xmlns:a14="http://schemas.microsoft.com/office/drawing/2010/main">
                      <a:solidFill>
                        <a:srgbClr val="FFFFFF"/>
                      </a:solidFill>
                    </a14:hiddenFill>
                  </a:ext>
                </a:extLst>
              </p:spPr>
            </p:pic>
            <p:sp>
              <p:nvSpPr>
                <p:cNvPr id="57" name="Rectangle 11"/>
                <p:cNvSpPr>
                  <a:spLocks noChangeArrowheads="1"/>
                </p:cNvSpPr>
                <p:nvPr/>
              </p:nvSpPr>
              <p:spPr bwMode="auto">
                <a:xfrm>
                  <a:off x="1584" y="3600"/>
                  <a:ext cx="240" cy="24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8" name="Rectangle 12"/>
                <p:cNvSpPr>
                  <a:spLocks noChangeArrowheads="1"/>
                </p:cNvSpPr>
                <p:nvPr/>
              </p:nvSpPr>
              <p:spPr bwMode="auto">
                <a:xfrm>
                  <a:off x="3840" y="3552"/>
                  <a:ext cx="240" cy="336"/>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50" name="Line 17"/>
              <p:cNvSpPr>
                <a:spLocks noChangeShapeType="1"/>
              </p:cNvSpPr>
              <p:nvPr/>
            </p:nvSpPr>
            <p:spPr bwMode="auto">
              <a:xfrm flipV="1">
                <a:off x="4364" y="3080"/>
                <a:ext cx="0" cy="336"/>
              </a:xfrm>
              <a:prstGeom prst="line">
                <a:avLst/>
              </a:prstGeom>
              <a:noFill/>
              <a:ln w="19050">
                <a:solidFill>
                  <a:schemeClr val="hlink"/>
                </a:solidFill>
                <a:round/>
                <a:tailEnd type="stealth" w="sm"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1" name="Rectangle 18"/>
              <p:cNvSpPr>
                <a:spLocks noChangeArrowheads="1"/>
              </p:cNvSpPr>
              <p:nvPr/>
            </p:nvSpPr>
            <p:spPr bwMode="auto">
              <a:xfrm>
                <a:off x="4202" y="3060"/>
                <a:ext cx="197"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b="1">
                    <a:latin typeface="Times New Roman" panose="02020603050405020304" pitchFamily="18" charset="0"/>
                    <a:cs typeface="Times New Roman" panose="02020603050405020304" pitchFamily="18" charset="0"/>
                  </a:rPr>
                  <a:t>n</a:t>
                </a:r>
                <a:endParaRPr lang="en-US" altLang="zh-CN" b="1">
                  <a:latin typeface="Times New Roman" panose="02020603050405020304" pitchFamily="18" charset="0"/>
                  <a:cs typeface="Times New Roman" panose="02020603050405020304" pitchFamily="18" charset="0"/>
                </a:endParaRPr>
              </a:p>
            </p:txBody>
          </p:sp>
          <p:sp>
            <p:nvSpPr>
              <p:cNvPr id="52" name="Rectangle 20"/>
              <p:cNvSpPr>
                <a:spLocks noChangeArrowheads="1"/>
              </p:cNvSpPr>
              <p:nvPr/>
            </p:nvSpPr>
            <p:spPr bwMode="auto">
              <a:xfrm>
                <a:off x="4280" y="3536"/>
                <a:ext cx="144" cy="96"/>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3" name="Line 19"/>
              <p:cNvSpPr>
                <a:spLocks noChangeShapeType="1"/>
              </p:cNvSpPr>
              <p:nvPr/>
            </p:nvSpPr>
            <p:spPr bwMode="auto">
              <a:xfrm>
                <a:off x="4364" y="3456"/>
                <a:ext cx="4" cy="419"/>
              </a:xfrm>
              <a:prstGeom prst="line">
                <a:avLst/>
              </a:prstGeom>
              <a:noFill/>
              <a:ln w="19050">
                <a:solidFill>
                  <a:schemeClr val="accent2"/>
                </a:solidFill>
                <a:round/>
                <a:tailEnd type="stealth" w="sm"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4" name="Rectangle 21"/>
              <p:cNvSpPr>
                <a:spLocks noChangeArrowheads="1"/>
              </p:cNvSpPr>
              <p:nvPr/>
            </p:nvSpPr>
            <p:spPr bwMode="auto">
              <a:xfrm>
                <a:off x="4368" y="3696"/>
                <a:ext cx="221"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b="1">
                    <a:latin typeface="Times New Roman" panose="02020603050405020304" pitchFamily="18" charset="0"/>
                    <a:cs typeface="Times New Roman" panose="02020603050405020304" pitchFamily="18" charset="0"/>
                  </a:rPr>
                  <a:t>D</a:t>
                </a:r>
                <a:endParaRPr lang="en-US" altLang="zh-CN" b="1">
                  <a:latin typeface="Times New Roman" panose="02020603050405020304" pitchFamily="18" charset="0"/>
                  <a:cs typeface="Times New Roman" panose="02020603050405020304" pitchFamily="18" charset="0"/>
                </a:endParaRPr>
              </a:p>
            </p:txBody>
          </p:sp>
          <p:sp>
            <p:nvSpPr>
              <p:cNvPr id="55" name="Rectangle 22"/>
              <p:cNvSpPr>
                <a:spLocks noChangeArrowheads="1"/>
              </p:cNvSpPr>
              <p:nvPr/>
            </p:nvSpPr>
            <p:spPr bwMode="auto">
              <a:xfrm>
                <a:off x="4324" y="2924"/>
                <a:ext cx="144" cy="144"/>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48" name="Rectangle 24"/>
            <p:cNvSpPr>
              <a:spLocks noChangeArrowheads="1"/>
            </p:cNvSpPr>
            <p:nvPr/>
          </p:nvSpPr>
          <p:spPr bwMode="auto">
            <a:xfrm>
              <a:off x="672" y="2304"/>
              <a:ext cx="2352" cy="168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28</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Example (Cont’d)</a:t>
            </a:r>
            <a:endParaRPr lang="zh-CN" altLang="en-US" sz="2800" dirty="0">
              <a:solidFill>
                <a:srgbClr val="000099"/>
              </a:solidFill>
              <a:latin typeface="华文行楷" panose="02010800040101010101" pitchFamily="2" charset="-122"/>
              <a:ea typeface="华文行楷" panose="02010800040101010101" pitchFamily="2" charset="-122"/>
            </a:endParaRPr>
          </a:p>
        </p:txBody>
      </p:sp>
      <p:sp>
        <p:nvSpPr>
          <p:cNvPr id="17" name="Rectangle 7"/>
          <p:cNvSpPr>
            <a:spLocks noChangeArrowheads="1"/>
          </p:cNvSpPr>
          <p:nvPr/>
        </p:nvSpPr>
        <p:spPr bwMode="auto">
          <a:xfrm>
            <a:off x="655607" y="1666220"/>
            <a:ext cx="7756585"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In this case, we are to find the surface charge density on the conducting plane at the point (2,5,0).  A 30-nC line charge lies parallel to the </a:t>
            </a:r>
            <a:r>
              <a:rPr lang="en-US" altLang="zh-CN" i="1" dirty="0">
                <a:latin typeface="Times New Roman" panose="02020603050405020304" pitchFamily="18" charset="0"/>
                <a:cs typeface="Times New Roman" panose="02020603050405020304" pitchFamily="18" charset="0"/>
              </a:rPr>
              <a:t>y </a:t>
            </a:r>
            <a:r>
              <a:rPr lang="en-US" altLang="zh-CN" dirty="0">
                <a:latin typeface="Times New Roman" panose="02020603050405020304" pitchFamily="18" charset="0"/>
                <a:cs typeface="Times New Roman" panose="02020603050405020304" pitchFamily="18" charset="0"/>
              </a:rPr>
              <a:t>axis at </a:t>
            </a:r>
            <a:r>
              <a:rPr lang="en-US" altLang="zh-CN" i="1" dirty="0">
                <a:latin typeface="Times New Roman" panose="02020603050405020304" pitchFamily="18" charset="0"/>
                <a:cs typeface="Times New Roman" panose="02020603050405020304" pitchFamily="18" charset="0"/>
              </a:rPr>
              <a:t>z </a:t>
            </a:r>
            <a:r>
              <a:rPr lang="en-US" altLang="zh-CN" dirty="0">
                <a:latin typeface="Times New Roman" panose="02020603050405020304" pitchFamily="18" charset="0"/>
                <a:cs typeface="Times New Roman" panose="02020603050405020304" pitchFamily="18" charset="0"/>
              </a:rPr>
              <a:t>= 3.</a:t>
            </a:r>
            <a:endParaRPr lang="en-US" altLang="zh-CN" dirty="0">
              <a:latin typeface="Times New Roman" panose="02020603050405020304" pitchFamily="18" charset="0"/>
              <a:cs typeface="Times New Roman" panose="02020603050405020304" pitchFamily="18" charset="0"/>
            </a:endParaRPr>
          </a:p>
        </p:txBody>
      </p:sp>
      <p:pic>
        <p:nvPicPr>
          <p:cNvPr id="34" name="Picture 1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2692" y="2275935"/>
            <a:ext cx="361950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 name="Rectangle 14"/>
          <p:cNvSpPr>
            <a:spLocks noChangeArrowheads="1"/>
          </p:cNvSpPr>
          <p:nvPr/>
        </p:nvSpPr>
        <p:spPr bwMode="auto">
          <a:xfrm>
            <a:off x="698500" y="2422884"/>
            <a:ext cx="4025900"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We now have the electric field at point </a:t>
            </a:r>
            <a:r>
              <a:rPr lang="en-US" altLang="zh-CN" i="1" dirty="0">
                <a:latin typeface="Times New Roman" panose="02020603050405020304" pitchFamily="18" charset="0"/>
                <a:cs typeface="Times New Roman" panose="02020603050405020304" pitchFamily="18" charset="0"/>
              </a:rPr>
              <a:t>P:</a:t>
            </a:r>
            <a:endParaRPr lang="en-US" altLang="zh-CN" dirty="0">
              <a:latin typeface="Times New Roman" panose="02020603050405020304" pitchFamily="18" charset="0"/>
              <a:cs typeface="Times New Roman" panose="02020603050405020304" pitchFamily="18" charset="0"/>
            </a:endParaRPr>
          </a:p>
        </p:txBody>
      </p:sp>
      <p:pic>
        <p:nvPicPr>
          <p:cNvPr id="36" name="Picture 1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17638" y="3026028"/>
            <a:ext cx="2906712"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7" name="Rectangle 16"/>
          <p:cNvSpPr>
            <a:spLocks noChangeArrowheads="1"/>
          </p:cNvSpPr>
          <p:nvPr/>
        </p:nvSpPr>
        <p:spPr bwMode="auto">
          <a:xfrm>
            <a:off x="726282" y="2940797"/>
            <a:ext cx="633412"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Now</a:t>
            </a:r>
            <a:endParaRPr lang="en-US" altLang="zh-CN" dirty="0">
              <a:latin typeface="Times New Roman" panose="02020603050405020304" pitchFamily="18" charset="0"/>
              <a:cs typeface="Times New Roman" panose="02020603050405020304" pitchFamily="18" charset="0"/>
            </a:endParaRPr>
          </a:p>
        </p:txBody>
      </p:sp>
      <p:sp>
        <p:nvSpPr>
          <p:cNvPr id="39" name="Rectangle 26"/>
          <p:cNvSpPr>
            <a:spLocks noChangeArrowheads="1"/>
          </p:cNvSpPr>
          <p:nvPr/>
        </p:nvSpPr>
        <p:spPr bwMode="auto">
          <a:xfrm>
            <a:off x="673894" y="3516312"/>
            <a:ext cx="2995612"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To find the charge density, use</a:t>
            </a:r>
            <a:endParaRPr lang="en-US" altLang="zh-CN" dirty="0">
              <a:latin typeface="Times New Roman" panose="02020603050405020304" pitchFamily="18" charset="0"/>
              <a:cs typeface="Times New Roman" panose="02020603050405020304" pitchFamily="18" charset="0"/>
            </a:endParaRPr>
          </a:p>
        </p:txBody>
      </p:sp>
      <p:sp>
        <p:nvSpPr>
          <p:cNvPr id="40" name="Rectangle 27"/>
          <p:cNvSpPr>
            <a:spLocks noChangeArrowheads="1"/>
          </p:cNvSpPr>
          <p:nvPr/>
        </p:nvSpPr>
        <p:spPr bwMode="auto">
          <a:xfrm>
            <a:off x="1476795" y="4629149"/>
            <a:ext cx="728662" cy="36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800" b="1" dirty="0">
                <a:latin typeface="Times New Roman" panose="02020603050405020304" pitchFamily="18" charset="0"/>
                <a:cs typeface="Times New Roman" panose="02020603050405020304" pitchFamily="18" charset="0"/>
              </a:rPr>
              <a:t>n </a:t>
            </a:r>
            <a:r>
              <a:rPr lang="en-US" altLang="zh-CN" sz="1800"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a</a:t>
            </a:r>
            <a:r>
              <a:rPr lang="en-US" altLang="zh-CN" sz="1800" i="1" baseline="-25000" dirty="0" err="1">
                <a:latin typeface="Times New Roman" panose="02020603050405020304" pitchFamily="18" charset="0"/>
                <a:cs typeface="Times New Roman" panose="02020603050405020304" pitchFamily="18" charset="0"/>
              </a:rPr>
              <a:t>z</a:t>
            </a:r>
            <a:endParaRPr lang="en-US" altLang="zh-CN" sz="1800" b="1" dirty="0">
              <a:latin typeface="Times New Roman" panose="02020603050405020304" pitchFamily="18" charset="0"/>
              <a:cs typeface="Times New Roman" panose="02020603050405020304" pitchFamily="18" charset="0"/>
            </a:endParaRPr>
          </a:p>
        </p:txBody>
      </p:sp>
      <p:sp>
        <p:nvSpPr>
          <p:cNvPr id="41" name="Rectangle 29"/>
          <p:cNvSpPr>
            <a:spLocks noChangeArrowheads="1"/>
          </p:cNvSpPr>
          <p:nvPr/>
        </p:nvSpPr>
        <p:spPr bwMode="auto">
          <a:xfrm>
            <a:off x="726282" y="5180070"/>
            <a:ext cx="1152525"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Therefore </a:t>
            </a:r>
            <a:endParaRPr lang="en-US" altLang="zh-CN" dirty="0">
              <a:latin typeface="Times New Roman" panose="02020603050405020304" pitchFamily="18" charset="0"/>
              <a:cs typeface="Times New Roman" panose="02020603050405020304" pitchFamily="18" charset="0"/>
            </a:endParaRPr>
          </a:p>
        </p:txBody>
      </p:sp>
      <p:pic>
        <p:nvPicPr>
          <p:cNvPr id="42" name="Picture 3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8200" y="5670711"/>
            <a:ext cx="4214812"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4" name="Line 31"/>
          <p:cNvSpPr>
            <a:spLocks noChangeShapeType="1"/>
          </p:cNvSpPr>
          <p:nvPr/>
        </p:nvSpPr>
        <p:spPr bwMode="auto">
          <a:xfrm>
            <a:off x="3387844" y="6172200"/>
            <a:ext cx="1524000" cy="0"/>
          </a:xfrm>
          <a:prstGeom prst="line">
            <a:avLst/>
          </a:prstGeom>
          <a:noFill/>
          <a:ln w="19050">
            <a:solidFill>
              <a:srgbClr val="FF20A2"/>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pic>
        <p:nvPicPr>
          <p:cNvPr id="45" name="Picture 3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76795" y="3989387"/>
            <a:ext cx="162718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6" name="Rectangle 33"/>
          <p:cNvSpPr>
            <a:spLocks noChangeArrowheads="1"/>
          </p:cNvSpPr>
          <p:nvPr/>
        </p:nvSpPr>
        <p:spPr bwMode="auto">
          <a:xfrm>
            <a:off x="700178" y="4604812"/>
            <a:ext cx="749300"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where</a:t>
            </a: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29</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Dielectric Materials </a:t>
            </a:r>
            <a:r>
              <a:rPr lang="zh-CN" altLang="en-US" sz="2800" dirty="0">
                <a:solidFill>
                  <a:srgbClr val="000099"/>
                </a:solidFill>
                <a:latin typeface="华文行楷" panose="02010800040101010101" pitchFamily="2" charset="-122"/>
                <a:ea typeface="华文行楷" panose="02010800040101010101" pitchFamily="2" charset="-122"/>
              </a:rPr>
              <a:t>电介质材料</a:t>
            </a:r>
            <a:endParaRPr lang="zh-CN" altLang="en-US" sz="2800" dirty="0">
              <a:solidFill>
                <a:srgbClr val="000099"/>
              </a:solidFill>
              <a:latin typeface="华文行楷" panose="02010800040101010101" pitchFamily="2" charset="-122"/>
              <a:ea typeface="华文行楷" panose="02010800040101010101" pitchFamily="2" charset="-122"/>
            </a:endParaRPr>
          </a:p>
        </p:txBody>
      </p:sp>
      <p:sp>
        <p:nvSpPr>
          <p:cNvPr id="32" name="Rectangle 7"/>
          <p:cNvSpPr>
            <a:spLocks noChangeArrowheads="1"/>
          </p:cNvSpPr>
          <p:nvPr/>
        </p:nvSpPr>
        <p:spPr bwMode="auto">
          <a:xfrm>
            <a:off x="655607" y="1676400"/>
            <a:ext cx="8069293" cy="31700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sz="2000" dirty="0">
                <a:solidFill>
                  <a:srgbClr val="C00000"/>
                </a:solidFill>
                <a:latin typeface="Times New Roman" panose="02020603050405020304" pitchFamily="18" charset="0"/>
                <a:cs typeface="Times New Roman" panose="02020603050405020304" pitchFamily="18" charset="0"/>
              </a:rPr>
              <a:t>Free space (vacuum): </a:t>
            </a:r>
            <a:r>
              <a:rPr lang="en-US" altLang="zh-CN" sz="2000" dirty="0">
                <a:latin typeface="Times New Roman" panose="02020603050405020304" pitchFamily="18" charset="0"/>
                <a:cs typeface="Times New Roman" panose="02020603050405020304" pitchFamily="18" charset="0"/>
              </a:rPr>
              <a:t>There is nothing out there!</a:t>
            </a:r>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r>
              <a:rPr lang="en-US" altLang="zh-CN" sz="2000" dirty="0">
                <a:solidFill>
                  <a:srgbClr val="C00000"/>
                </a:solidFill>
                <a:latin typeface="Times New Roman" panose="02020603050405020304" pitchFamily="18" charset="0"/>
                <a:cs typeface="Times New Roman" panose="02020603050405020304" pitchFamily="18" charset="0"/>
              </a:rPr>
              <a:t>Metal conductor: </a:t>
            </a:r>
            <a:r>
              <a:rPr lang="en-US" altLang="zh-CN" sz="2000" dirty="0">
                <a:latin typeface="Times New Roman" panose="02020603050405020304" pitchFamily="18" charset="0"/>
                <a:cs typeface="Times New Roman" panose="02020603050405020304" pitchFamily="18" charset="0"/>
              </a:rPr>
              <a:t>Copper, iron, aluminum….., </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  1) Charge can exist only on the surface;</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  2) Electric field </a:t>
            </a:r>
            <a:r>
              <a:rPr lang="en-US" altLang="zh-CN" sz="2000" i="1" dirty="0">
                <a:latin typeface="Times New Roman" panose="02020603050405020304" pitchFamily="18" charset="0"/>
                <a:cs typeface="Times New Roman" panose="02020603050405020304" pitchFamily="18" charset="0"/>
              </a:rPr>
              <a:t>cannot </a:t>
            </a:r>
            <a:r>
              <a:rPr lang="en-US" altLang="zh-CN" sz="2000" dirty="0">
                <a:latin typeface="Times New Roman" panose="02020603050405020304" pitchFamily="18" charset="0"/>
                <a:cs typeface="Times New Roman" panose="02020603050405020304" pitchFamily="18" charset="0"/>
              </a:rPr>
              <a:t>exist in the interior;</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  3) Conductor is an </a:t>
            </a:r>
            <a:r>
              <a:rPr lang="en-US" altLang="zh-CN" sz="2000" i="1" dirty="0">
                <a:latin typeface="Times New Roman" panose="02020603050405020304" pitchFamily="18" charset="0"/>
                <a:cs typeface="Times New Roman" panose="02020603050405020304" pitchFamily="18" charset="0"/>
              </a:rPr>
              <a:t>equipotential</a:t>
            </a:r>
            <a:r>
              <a:rPr lang="en-US"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  4) Conductor-to-Free space boundary conditions.</a:t>
            </a:r>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r>
              <a:rPr lang="en-US" altLang="zh-CN" sz="2000" dirty="0">
                <a:solidFill>
                  <a:srgbClr val="C00000"/>
                </a:solidFill>
                <a:latin typeface="Times New Roman" panose="02020603050405020304" pitchFamily="18" charset="0"/>
                <a:cs typeface="Times New Roman" panose="02020603050405020304" pitchFamily="18" charset="0"/>
              </a:rPr>
              <a:t>Dielectric Materials (isolators)</a:t>
            </a:r>
            <a:r>
              <a:rPr lang="en-US" altLang="zh-CN" sz="2000" dirty="0">
                <a:latin typeface="Times New Roman" panose="02020603050405020304" pitchFamily="18" charset="0"/>
                <a:cs typeface="Times New Roman" panose="02020603050405020304" pitchFamily="18" charset="0"/>
              </a:rPr>
              <a:t>: Air, Fiber, Glass, Paper, Quartz, Porcelain</a:t>
            </a:r>
            <a:r>
              <a:rPr lang="zh-CN" altLang="en-US" sz="2000" dirty="0">
                <a:latin typeface="华文行楷" panose="02010800040101010101" pitchFamily="2" charset="-122"/>
                <a:ea typeface="华文行楷" panose="02010800040101010101" pitchFamily="2" charset="-122"/>
                <a:cs typeface="Times New Roman" panose="02020603050405020304" pitchFamily="18" charset="0"/>
              </a:rPr>
              <a:t>陶 瓷</a:t>
            </a:r>
            <a:r>
              <a:rPr lang="en-US" altLang="zh-CN" sz="2000" dirty="0">
                <a:latin typeface="Times New Roman" panose="02020603050405020304" pitchFamily="18" charset="0"/>
                <a:cs typeface="Times New Roman" panose="02020603050405020304" pitchFamily="18" charset="0"/>
              </a:rPr>
              <a:t>, Polyethylene</a:t>
            </a:r>
            <a:r>
              <a:rPr lang="zh-CN" altLang="en-US" sz="2000" dirty="0">
                <a:latin typeface="华文行楷" panose="02010800040101010101" pitchFamily="2" charset="-122"/>
                <a:ea typeface="华文行楷" panose="02010800040101010101" pitchFamily="2" charset="-122"/>
                <a:cs typeface="Times New Roman" panose="02020603050405020304" pitchFamily="18" charset="0"/>
              </a:rPr>
              <a:t>聚乙烯</a:t>
            </a:r>
            <a:r>
              <a:rPr lang="en-US" altLang="zh-CN"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p:txBody>
      </p:sp>
      <p:sp>
        <p:nvSpPr>
          <p:cNvPr id="33" name="Rectangle 7"/>
          <p:cNvSpPr>
            <a:spLocks noChangeArrowheads="1"/>
          </p:cNvSpPr>
          <p:nvPr/>
        </p:nvSpPr>
        <p:spPr bwMode="auto">
          <a:xfrm>
            <a:off x="655607" y="5105400"/>
            <a:ext cx="8069293"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solidFill>
                  <a:srgbClr val="C00000"/>
                </a:solidFill>
                <a:latin typeface="Times New Roman" panose="02020603050405020304" pitchFamily="18" charset="0"/>
                <a:cs typeface="Times New Roman" panose="02020603050405020304" pitchFamily="18" charset="0"/>
              </a:rPr>
              <a:t>Q: What is the (electromagnetic) nature of dielectric materials? And Why?</a:t>
            </a:r>
            <a:endParaRPr lang="en-US" altLang="zh-CN"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30</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Dielectric Materials -Electric Dipole and Dipole Moment</a:t>
            </a:r>
            <a:endParaRPr lang="zh-CN" altLang="en-US" sz="2800" dirty="0">
              <a:solidFill>
                <a:srgbClr val="000099"/>
              </a:solidFill>
              <a:latin typeface="华文行楷" panose="02010800040101010101" pitchFamily="2" charset="-122"/>
              <a:ea typeface="华文行楷" panose="02010800040101010101" pitchFamily="2" charset="-122"/>
            </a:endParaRPr>
          </a:p>
        </p:txBody>
      </p:sp>
      <p:grpSp>
        <p:nvGrpSpPr>
          <p:cNvPr id="10" name="Group 3"/>
          <p:cNvGrpSpPr>
            <a:grpSpLocks noChangeAspect="1"/>
          </p:cNvGrpSpPr>
          <p:nvPr/>
        </p:nvGrpSpPr>
        <p:grpSpPr bwMode="auto">
          <a:xfrm>
            <a:off x="3081337" y="4486275"/>
            <a:ext cx="238125" cy="631825"/>
            <a:chOff x="576" y="2784"/>
            <a:chExt cx="288" cy="768"/>
          </a:xfrm>
        </p:grpSpPr>
        <p:sp>
          <p:nvSpPr>
            <p:cNvPr id="24" name="Oval 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5" name="Line 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6" name="Line 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7" name="Line 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11" name="AutoShape 8"/>
          <p:cNvSpPr/>
          <p:nvPr/>
        </p:nvSpPr>
        <p:spPr bwMode="auto">
          <a:xfrm>
            <a:off x="2887662" y="4603750"/>
            <a:ext cx="139700" cy="387350"/>
          </a:xfrm>
          <a:prstGeom prst="leftBrace">
            <a:avLst>
              <a:gd name="adj1" fmla="val 23106"/>
              <a:gd name="adj2" fmla="val 50000"/>
            </a:avLst>
          </a:prstGeom>
          <a:noFill/>
          <a:ln w="9525">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2" name="Text Box 9"/>
          <p:cNvSpPr txBox="1">
            <a:spLocks noChangeArrowheads="1"/>
          </p:cNvSpPr>
          <p:nvPr/>
        </p:nvSpPr>
        <p:spPr bwMode="auto">
          <a:xfrm>
            <a:off x="3275012" y="4419600"/>
            <a:ext cx="330200" cy="336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600" i="1">
                <a:latin typeface="Times New Roman" panose="02020603050405020304" pitchFamily="18" charset="0"/>
                <a:cs typeface="Times New Roman" panose="02020603050405020304" pitchFamily="18" charset="0"/>
              </a:rPr>
              <a:t>Q</a:t>
            </a:r>
            <a:endParaRPr lang="en-US" altLang="zh-CN" sz="1600" i="1">
              <a:latin typeface="Times New Roman" panose="02020603050405020304" pitchFamily="18" charset="0"/>
              <a:cs typeface="Times New Roman" panose="02020603050405020304" pitchFamily="18" charset="0"/>
            </a:endParaRPr>
          </a:p>
        </p:txBody>
      </p:sp>
      <p:sp>
        <p:nvSpPr>
          <p:cNvPr id="13" name="Text Box 10"/>
          <p:cNvSpPr txBox="1">
            <a:spLocks noChangeArrowheads="1"/>
          </p:cNvSpPr>
          <p:nvPr/>
        </p:nvSpPr>
        <p:spPr bwMode="auto">
          <a:xfrm>
            <a:off x="2633662" y="4616450"/>
            <a:ext cx="285750" cy="336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600" i="1">
                <a:latin typeface="Times New Roman" panose="02020603050405020304" pitchFamily="18" charset="0"/>
                <a:cs typeface="Times New Roman" panose="02020603050405020304" pitchFamily="18" charset="0"/>
              </a:rPr>
              <a:t>d</a:t>
            </a:r>
            <a:endParaRPr lang="en-US" altLang="zh-CN" sz="1600" i="1">
              <a:latin typeface="Times New Roman" panose="02020603050405020304" pitchFamily="18" charset="0"/>
              <a:cs typeface="Times New Roman" panose="02020603050405020304" pitchFamily="18" charset="0"/>
            </a:endParaRPr>
          </a:p>
        </p:txBody>
      </p:sp>
      <p:grpSp>
        <p:nvGrpSpPr>
          <p:cNvPr id="14" name="Group 11"/>
          <p:cNvGrpSpPr/>
          <p:nvPr/>
        </p:nvGrpSpPr>
        <p:grpSpPr bwMode="auto">
          <a:xfrm>
            <a:off x="4556125" y="4267200"/>
            <a:ext cx="238125" cy="1066800"/>
            <a:chOff x="2976" y="2880"/>
            <a:chExt cx="150" cy="672"/>
          </a:xfrm>
        </p:grpSpPr>
        <p:sp>
          <p:nvSpPr>
            <p:cNvPr id="18" name="Line 12"/>
            <p:cNvSpPr>
              <a:spLocks noChangeShapeType="1"/>
            </p:cNvSpPr>
            <p:nvPr/>
          </p:nvSpPr>
          <p:spPr bwMode="auto">
            <a:xfrm flipV="1">
              <a:off x="3046" y="2880"/>
              <a:ext cx="0" cy="672"/>
            </a:xfrm>
            <a:prstGeom prst="line">
              <a:avLst/>
            </a:prstGeom>
            <a:noFill/>
            <a:ln w="19050">
              <a:solidFill>
                <a:srgbClr val="D21F1F"/>
              </a:solidFill>
              <a:round/>
              <a:tailEnd type="stealth" w="sm"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9" name="Group 13"/>
            <p:cNvGrpSpPr>
              <a:grpSpLocks noChangeAspect="1"/>
            </p:cNvGrpSpPr>
            <p:nvPr/>
          </p:nvGrpSpPr>
          <p:grpSpPr bwMode="auto">
            <a:xfrm>
              <a:off x="2976" y="3036"/>
              <a:ext cx="150" cy="398"/>
              <a:chOff x="576" y="2784"/>
              <a:chExt cx="288" cy="768"/>
            </a:xfrm>
          </p:grpSpPr>
          <p:sp>
            <p:nvSpPr>
              <p:cNvPr id="20" name="Oval 1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 name="Line 1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 name="Line 1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3" name="Line 1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sp>
        <p:nvSpPr>
          <p:cNvPr id="15" name="Text Box 18"/>
          <p:cNvSpPr txBox="1">
            <a:spLocks noChangeArrowheads="1"/>
          </p:cNvSpPr>
          <p:nvPr/>
        </p:nvSpPr>
        <p:spPr bwMode="auto">
          <a:xfrm>
            <a:off x="4870450" y="4635500"/>
            <a:ext cx="976313" cy="336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600" b="1" dirty="0">
                <a:latin typeface="Times New Roman" panose="02020603050405020304" pitchFamily="18" charset="0"/>
                <a:cs typeface="Times New Roman" panose="02020603050405020304" pitchFamily="18" charset="0"/>
              </a:rPr>
              <a:t>p </a:t>
            </a:r>
            <a:r>
              <a:rPr lang="en-US" altLang="zh-CN" sz="1600" dirty="0">
                <a:latin typeface="Times New Roman" panose="02020603050405020304" pitchFamily="18" charset="0"/>
                <a:cs typeface="Times New Roman" panose="02020603050405020304" pitchFamily="18" charset="0"/>
              </a:rPr>
              <a:t>= </a:t>
            </a:r>
            <a:r>
              <a:rPr lang="en-US" altLang="zh-CN" sz="1600" i="1" dirty="0" err="1">
                <a:latin typeface="Times New Roman" panose="02020603050405020304" pitchFamily="18" charset="0"/>
                <a:cs typeface="Times New Roman" panose="02020603050405020304" pitchFamily="18" charset="0"/>
              </a:rPr>
              <a:t>Qd</a:t>
            </a:r>
            <a:r>
              <a:rPr lang="en-US" altLang="zh-CN" sz="1600" i="1" dirty="0">
                <a:latin typeface="Times New Roman" panose="02020603050405020304" pitchFamily="18" charset="0"/>
                <a:cs typeface="Times New Roman" panose="02020603050405020304" pitchFamily="18" charset="0"/>
              </a:rPr>
              <a:t> </a:t>
            </a:r>
            <a:r>
              <a:rPr lang="en-US" altLang="zh-CN" sz="1600" b="1" dirty="0">
                <a:latin typeface="Times New Roman" panose="02020603050405020304" pitchFamily="18" charset="0"/>
                <a:cs typeface="Times New Roman" panose="02020603050405020304" pitchFamily="18" charset="0"/>
              </a:rPr>
              <a:t>a</a:t>
            </a:r>
            <a:r>
              <a:rPr lang="en-US" altLang="zh-CN" sz="1600" i="1" baseline="-25000" dirty="0">
                <a:latin typeface="Times New Roman" panose="02020603050405020304" pitchFamily="18" charset="0"/>
                <a:cs typeface="Times New Roman" panose="02020603050405020304" pitchFamily="18" charset="0"/>
              </a:rPr>
              <a:t>x</a:t>
            </a:r>
            <a:endParaRPr lang="en-US" altLang="zh-CN" sz="1600" b="1" dirty="0">
              <a:latin typeface="Times New Roman" panose="02020603050405020304" pitchFamily="18" charset="0"/>
              <a:cs typeface="Times New Roman" panose="02020603050405020304" pitchFamily="18" charset="0"/>
            </a:endParaRPr>
          </a:p>
        </p:txBody>
      </p:sp>
      <p:sp>
        <p:nvSpPr>
          <p:cNvPr id="16" name="Rectangle 19"/>
          <p:cNvSpPr>
            <a:spLocks noChangeArrowheads="1"/>
          </p:cNvSpPr>
          <p:nvPr/>
        </p:nvSpPr>
        <p:spPr bwMode="auto">
          <a:xfrm>
            <a:off x="727737" y="1828799"/>
            <a:ext cx="7654263" cy="12003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highlight>
                  <a:srgbClr val="FFFF00"/>
                </a:highlight>
                <a:latin typeface="Times New Roman" panose="02020603050405020304" pitchFamily="18" charset="0"/>
                <a:cs typeface="Times New Roman" panose="02020603050405020304" pitchFamily="18" charset="0"/>
              </a:rPr>
              <a:t>In dielectric, charges are held in position (</a:t>
            </a:r>
            <a:r>
              <a:rPr lang="en-US" altLang="zh-CN" dirty="0">
                <a:solidFill>
                  <a:srgbClr val="C00000"/>
                </a:solidFill>
                <a:highlight>
                  <a:srgbClr val="FFFF00"/>
                </a:highlight>
                <a:latin typeface="Times New Roman" panose="02020603050405020304" pitchFamily="18" charset="0"/>
                <a:cs typeface="Times New Roman" panose="02020603050405020304" pitchFamily="18" charset="0"/>
              </a:rPr>
              <a:t>bound </a:t>
            </a:r>
            <a:r>
              <a:rPr lang="zh-CN" altLang="en-US" dirty="0">
                <a:solidFill>
                  <a:srgbClr val="C00000"/>
                </a:solidFill>
                <a:highlight>
                  <a:srgbClr val="FFFF00"/>
                </a:highlight>
                <a:latin typeface="华文行楷" panose="02010800040101010101" pitchFamily="2" charset="-122"/>
                <a:ea typeface="华文行楷" panose="02010800040101010101" pitchFamily="2" charset="-122"/>
                <a:cs typeface="Times New Roman" panose="02020603050405020304" pitchFamily="18" charset="0"/>
              </a:rPr>
              <a:t>束缚</a:t>
            </a:r>
            <a:r>
              <a:rPr lang="en-US" altLang="zh-CN" dirty="0">
                <a:highlight>
                  <a:srgbClr val="FFFF00"/>
                </a:highlight>
                <a:latin typeface="Times New Roman" panose="02020603050405020304" pitchFamily="18" charset="0"/>
                <a:cs typeface="Times New Roman" panose="02020603050405020304" pitchFamily="18" charset="0"/>
              </a:rPr>
              <a:t>), and ideally there are no </a:t>
            </a:r>
            <a:r>
              <a:rPr lang="en-US" altLang="zh-CN" dirty="0">
                <a:solidFill>
                  <a:srgbClr val="C00000"/>
                </a:solidFill>
                <a:highlight>
                  <a:srgbClr val="FFFF00"/>
                </a:highlight>
                <a:latin typeface="Times New Roman" panose="02020603050405020304" pitchFamily="18" charset="0"/>
                <a:cs typeface="Times New Roman" panose="02020603050405020304" pitchFamily="18" charset="0"/>
              </a:rPr>
              <a:t>free charges </a:t>
            </a:r>
            <a:r>
              <a:rPr lang="en-US" altLang="zh-CN" dirty="0">
                <a:highlight>
                  <a:srgbClr val="FFFF00"/>
                </a:highlight>
                <a:latin typeface="Times New Roman" panose="02020603050405020304" pitchFamily="18" charset="0"/>
                <a:cs typeface="Times New Roman" panose="02020603050405020304" pitchFamily="18" charset="0"/>
              </a:rPr>
              <a:t>that can move and form a current</a:t>
            </a:r>
            <a:r>
              <a:rPr lang="en-US" altLang="zh-CN" dirty="0">
                <a:latin typeface="Times New Roman" panose="02020603050405020304" pitchFamily="18" charset="0"/>
                <a:cs typeface="Times New Roman" panose="02020603050405020304" pitchFamily="18" charset="0"/>
              </a:rPr>
              <a:t>.  Atoms and molecules may be </a:t>
            </a:r>
            <a:r>
              <a:rPr lang="en-US" altLang="zh-CN" dirty="0">
                <a:solidFill>
                  <a:srgbClr val="C00000"/>
                </a:solidFill>
                <a:latin typeface="Times New Roman" panose="02020603050405020304" pitchFamily="18" charset="0"/>
                <a:cs typeface="Times New Roman" panose="02020603050405020304" pitchFamily="18" charset="0"/>
              </a:rPr>
              <a:t>polar</a:t>
            </a:r>
            <a:r>
              <a:rPr lang="en-US" altLang="zh-CN" dirty="0">
                <a:latin typeface="Times New Roman" panose="02020603050405020304" pitchFamily="18" charset="0"/>
                <a:cs typeface="Times New Roman" panose="02020603050405020304" pitchFamily="18" charset="0"/>
              </a:rPr>
              <a:t> </a:t>
            </a:r>
            <a:r>
              <a:rPr lang="zh-CN" altLang="en-US"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极化</a:t>
            </a:r>
            <a:r>
              <a:rPr lang="en-US" altLang="zh-CN" dirty="0">
                <a:latin typeface="Times New Roman" panose="02020603050405020304" pitchFamily="18" charset="0"/>
                <a:cs typeface="Times New Roman" panose="02020603050405020304" pitchFamily="18" charset="0"/>
              </a:rPr>
              <a:t>(having separated positive and negative charges) </a:t>
            </a:r>
            <a:r>
              <a:rPr lang="en-US" altLang="zh-CN" dirty="0">
                <a:solidFill>
                  <a:srgbClr val="C00000"/>
                </a:solidFill>
                <a:latin typeface="Times New Roman" panose="02020603050405020304" pitchFamily="18" charset="0"/>
                <a:cs typeface="Times New Roman" panose="02020603050405020304" pitchFamily="18" charset="0"/>
              </a:rPr>
              <a:t>by the application of an electric field</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p:txBody>
      </p:sp>
      <p:sp>
        <p:nvSpPr>
          <p:cNvPr id="17" name="Rectangle 20"/>
          <p:cNvSpPr>
            <a:spLocks noChangeArrowheads="1"/>
          </p:cNvSpPr>
          <p:nvPr/>
        </p:nvSpPr>
        <p:spPr bwMode="auto">
          <a:xfrm>
            <a:off x="732500" y="3048000"/>
            <a:ext cx="8182900" cy="12003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Consider such a </a:t>
            </a:r>
            <a:r>
              <a:rPr lang="en-US" altLang="zh-CN" dirty="0">
                <a:solidFill>
                  <a:srgbClr val="C00000"/>
                </a:solidFill>
                <a:latin typeface="Times New Roman" panose="02020603050405020304" pitchFamily="18" charset="0"/>
                <a:cs typeface="Times New Roman" panose="02020603050405020304" pitchFamily="18" charset="0"/>
              </a:rPr>
              <a:t>polarized atom or molecule</a:t>
            </a:r>
            <a:r>
              <a:rPr lang="en-US" altLang="zh-CN" dirty="0">
                <a:latin typeface="Times New Roman" panose="02020603050405020304" pitchFamily="18" charset="0"/>
                <a:cs typeface="Times New Roman" panose="02020603050405020304" pitchFamily="18" charset="0"/>
              </a:rPr>
              <a:t>, which possesses a </a:t>
            </a:r>
            <a:r>
              <a:rPr lang="en-US" altLang="zh-CN" i="1" dirty="0">
                <a:solidFill>
                  <a:srgbClr val="C00000"/>
                </a:solidFill>
                <a:latin typeface="Times New Roman" panose="02020603050405020304" pitchFamily="18" charset="0"/>
                <a:cs typeface="Times New Roman" panose="02020603050405020304" pitchFamily="18" charset="0"/>
              </a:rPr>
              <a:t>dipole moment</a:t>
            </a:r>
            <a:r>
              <a:rPr lang="en-US" altLang="zh-CN"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rPr>
              <a:t>, defined as the charge magnitude present, </a:t>
            </a:r>
            <a:r>
              <a:rPr lang="en-US" altLang="zh-CN" i="1" dirty="0">
                <a:latin typeface="Times New Roman" panose="02020603050405020304" pitchFamily="18" charset="0"/>
                <a:cs typeface="Times New Roman" panose="02020603050405020304" pitchFamily="18" charset="0"/>
              </a:rPr>
              <a:t>Q</a:t>
            </a:r>
            <a:r>
              <a:rPr lang="en-US" altLang="zh-CN" dirty="0">
                <a:latin typeface="Times New Roman" panose="02020603050405020304" pitchFamily="18" charset="0"/>
                <a:cs typeface="Times New Roman" panose="02020603050405020304" pitchFamily="18" charset="0"/>
              </a:rPr>
              <a:t>, times the positive and negative charge separation, </a:t>
            </a:r>
            <a:r>
              <a:rPr lang="en-US" altLang="zh-CN" i="1" dirty="0">
                <a:latin typeface="Times New Roman" panose="02020603050405020304" pitchFamily="18" charset="0"/>
                <a:cs typeface="Times New Roman" panose="02020603050405020304" pitchFamily="18" charset="0"/>
              </a:rPr>
              <a:t>d.</a:t>
            </a:r>
            <a:r>
              <a:rPr lang="en-US" altLang="zh-CN" dirty="0">
                <a:latin typeface="Times New Roman" panose="02020603050405020304" pitchFamily="18" charset="0"/>
                <a:cs typeface="Times New Roman" panose="02020603050405020304" pitchFamily="18" charset="0"/>
              </a:rPr>
              <a:t> Dipole moment is a </a:t>
            </a:r>
            <a:r>
              <a:rPr lang="en-US" altLang="zh-CN" dirty="0">
                <a:solidFill>
                  <a:srgbClr val="C00000"/>
                </a:solidFill>
                <a:latin typeface="Times New Roman" panose="02020603050405020304" pitchFamily="18" charset="0"/>
                <a:cs typeface="Times New Roman" panose="02020603050405020304" pitchFamily="18" charset="0"/>
              </a:rPr>
              <a:t>vector </a:t>
            </a:r>
            <a:r>
              <a:rPr lang="en-US" altLang="zh-CN" dirty="0">
                <a:latin typeface="Times New Roman" panose="02020603050405020304" pitchFamily="18" charset="0"/>
                <a:cs typeface="Times New Roman" panose="02020603050405020304" pitchFamily="18" charset="0"/>
              </a:rPr>
              <a:t>that points from the negative to the positive charge.</a:t>
            </a:r>
            <a:endParaRPr lang="en-US" altLang="zh-CN" dirty="0">
              <a:latin typeface="Times New Roman" panose="02020603050405020304" pitchFamily="18" charset="0"/>
              <a:cs typeface="Times New Roman" panose="02020603050405020304" pitchFamily="18" charset="0"/>
            </a:endParaRPr>
          </a:p>
        </p:txBody>
      </p:sp>
      <p:sp>
        <p:nvSpPr>
          <p:cNvPr id="28" name="Rectangle 20"/>
          <p:cNvSpPr>
            <a:spLocks noChangeArrowheads="1"/>
          </p:cNvSpPr>
          <p:nvPr/>
        </p:nvSpPr>
        <p:spPr bwMode="auto">
          <a:xfrm>
            <a:off x="583738" y="5334000"/>
            <a:ext cx="8182900" cy="923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solidFill>
                  <a:srgbClr val="C00000"/>
                </a:solidFill>
                <a:latin typeface="Times New Roman" panose="02020603050405020304" pitchFamily="18" charset="0"/>
                <a:cs typeface="Times New Roman" panose="02020603050405020304" pitchFamily="18" charset="0"/>
              </a:rPr>
              <a:t>Summary-Some new terms:</a:t>
            </a:r>
            <a:endParaRPr lang="en-US" altLang="zh-CN" dirty="0">
              <a:solidFill>
                <a:srgbClr val="C00000"/>
              </a:solidFill>
              <a:latin typeface="Times New Roman" panose="02020603050405020304" pitchFamily="18" charset="0"/>
              <a:cs typeface="Times New Roman" panose="02020603050405020304" pitchFamily="18" charset="0"/>
            </a:endParaRPr>
          </a:p>
          <a:p>
            <a:r>
              <a:rPr lang="en-US" altLang="zh-CN" dirty="0">
                <a:solidFill>
                  <a:srgbClr val="C00000"/>
                </a:solidFill>
                <a:latin typeface="Times New Roman" panose="02020603050405020304" pitchFamily="18" charset="0"/>
                <a:cs typeface="Times New Roman" panose="02020603050405020304" pitchFamily="18" charset="0"/>
              </a:rPr>
              <a:t>Free charges, bound charges(</a:t>
            </a:r>
            <a:r>
              <a:rPr lang="zh-CN" altLang="en-US" dirty="0">
                <a:solidFill>
                  <a:srgbClr val="C00000"/>
                </a:solidFill>
                <a:latin typeface="Times New Roman" panose="02020603050405020304" pitchFamily="18" charset="0"/>
                <a:cs typeface="Times New Roman" panose="02020603050405020304" pitchFamily="18" charset="0"/>
              </a:rPr>
              <a:t>束缚电荷</a:t>
            </a:r>
            <a:r>
              <a:rPr lang="en-US" altLang="zh-CN" dirty="0">
                <a:solidFill>
                  <a:srgbClr val="C00000"/>
                </a:solidFill>
                <a:latin typeface="Times New Roman" panose="02020603050405020304" pitchFamily="18" charset="0"/>
                <a:cs typeface="Times New Roman" panose="02020603050405020304" pitchFamily="18" charset="0"/>
              </a:rPr>
              <a:t>), polar molecule(</a:t>
            </a:r>
            <a:r>
              <a:rPr lang="zh-CN" altLang="en-US" dirty="0">
                <a:solidFill>
                  <a:srgbClr val="C00000"/>
                </a:solidFill>
                <a:latin typeface="Times New Roman" panose="02020603050405020304" pitchFamily="18" charset="0"/>
                <a:cs typeface="Times New Roman" panose="02020603050405020304" pitchFamily="18" charset="0"/>
              </a:rPr>
              <a:t>极性分子</a:t>
            </a:r>
            <a:r>
              <a:rPr lang="en-US" altLang="zh-CN" dirty="0">
                <a:solidFill>
                  <a:srgbClr val="C00000"/>
                </a:solidFill>
                <a:latin typeface="Times New Roman" panose="02020603050405020304" pitchFamily="18" charset="0"/>
                <a:cs typeface="Times New Roman" panose="02020603050405020304" pitchFamily="18" charset="0"/>
              </a:rPr>
              <a:t>), non-polar molecule(</a:t>
            </a:r>
            <a:r>
              <a:rPr lang="zh-CN" altLang="en-US" dirty="0">
                <a:solidFill>
                  <a:srgbClr val="C00000"/>
                </a:solidFill>
                <a:latin typeface="Times New Roman" panose="02020603050405020304" pitchFamily="18" charset="0"/>
                <a:cs typeface="Times New Roman" panose="02020603050405020304" pitchFamily="18" charset="0"/>
              </a:rPr>
              <a:t>无极性分子</a:t>
            </a:r>
            <a:r>
              <a:rPr lang="en-US" altLang="zh-CN" dirty="0">
                <a:solidFill>
                  <a:srgbClr val="C00000"/>
                </a:solidFill>
                <a:latin typeface="Times New Roman" panose="02020603050405020304" pitchFamily="18" charset="0"/>
                <a:cs typeface="Times New Roman" panose="02020603050405020304" pitchFamily="18" charset="0"/>
              </a:rPr>
              <a:t>), polarize(</a:t>
            </a:r>
            <a:r>
              <a:rPr lang="zh-CN" altLang="en-US" dirty="0">
                <a:solidFill>
                  <a:srgbClr val="C00000"/>
                </a:solidFill>
                <a:latin typeface="Times New Roman" panose="02020603050405020304" pitchFamily="18" charset="0"/>
                <a:cs typeface="Times New Roman" panose="02020603050405020304" pitchFamily="18" charset="0"/>
              </a:rPr>
              <a:t>极化</a:t>
            </a:r>
            <a:r>
              <a:rPr lang="en-US" altLang="zh-CN" dirty="0">
                <a:solidFill>
                  <a:srgbClr val="C00000"/>
                </a:solidFill>
                <a:latin typeface="Times New Roman" panose="02020603050405020304" pitchFamily="18" charset="0"/>
                <a:cs typeface="Times New Roman" panose="02020603050405020304" pitchFamily="18" charset="0"/>
              </a:rPr>
              <a:t>)……</a:t>
            </a:r>
            <a:endParaRPr lang="en-US" altLang="zh-CN"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31</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Dielectric Materials -Model of a Dielectric</a:t>
            </a:r>
            <a:endParaRPr lang="zh-CN" altLang="en-US" sz="2800" dirty="0">
              <a:solidFill>
                <a:srgbClr val="000099"/>
              </a:solidFill>
              <a:latin typeface="华文行楷" panose="02010800040101010101" pitchFamily="2" charset="-122"/>
              <a:ea typeface="华文行楷" panose="02010800040101010101" pitchFamily="2" charset="-122"/>
            </a:endParaRPr>
          </a:p>
        </p:txBody>
      </p:sp>
      <p:grpSp>
        <p:nvGrpSpPr>
          <p:cNvPr id="29" name="Group 731"/>
          <p:cNvGrpSpPr/>
          <p:nvPr/>
        </p:nvGrpSpPr>
        <p:grpSpPr bwMode="auto">
          <a:xfrm>
            <a:off x="1270000" y="2863850"/>
            <a:ext cx="6045199" cy="3765550"/>
            <a:chOff x="800" y="1680"/>
            <a:chExt cx="3808" cy="2372"/>
          </a:xfrm>
        </p:grpSpPr>
        <p:grpSp>
          <p:nvGrpSpPr>
            <p:cNvPr id="31" name="Group 4"/>
            <p:cNvGrpSpPr/>
            <p:nvPr/>
          </p:nvGrpSpPr>
          <p:grpSpPr bwMode="auto">
            <a:xfrm>
              <a:off x="2392" y="2477"/>
              <a:ext cx="104" cy="375"/>
              <a:chOff x="2976" y="2884"/>
              <a:chExt cx="104" cy="468"/>
            </a:xfrm>
          </p:grpSpPr>
          <p:sp>
            <p:nvSpPr>
              <p:cNvPr id="745" name="Line 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746" name="Group 6"/>
              <p:cNvGrpSpPr>
                <a:grpSpLocks noChangeAspect="1"/>
              </p:cNvGrpSpPr>
              <p:nvPr/>
            </p:nvGrpSpPr>
            <p:grpSpPr bwMode="auto">
              <a:xfrm>
                <a:off x="2976" y="3001"/>
                <a:ext cx="104" cy="277"/>
                <a:chOff x="576" y="2784"/>
                <a:chExt cx="288" cy="768"/>
              </a:xfrm>
            </p:grpSpPr>
            <p:sp>
              <p:nvSpPr>
                <p:cNvPr id="747" name="Oval 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48" name="Line 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49" name="Line 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50" name="Line 1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32" name="Group 11"/>
            <p:cNvGrpSpPr/>
            <p:nvPr/>
          </p:nvGrpSpPr>
          <p:grpSpPr bwMode="auto">
            <a:xfrm rot="1938131">
              <a:off x="2576" y="2554"/>
              <a:ext cx="104" cy="307"/>
              <a:chOff x="2976" y="2884"/>
              <a:chExt cx="104" cy="468"/>
            </a:xfrm>
          </p:grpSpPr>
          <p:sp>
            <p:nvSpPr>
              <p:cNvPr id="739" name="Line 1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740" name="Group 13"/>
              <p:cNvGrpSpPr>
                <a:grpSpLocks noChangeAspect="1"/>
              </p:cNvGrpSpPr>
              <p:nvPr/>
            </p:nvGrpSpPr>
            <p:grpSpPr bwMode="auto">
              <a:xfrm>
                <a:off x="2976" y="3001"/>
                <a:ext cx="104" cy="277"/>
                <a:chOff x="576" y="2784"/>
                <a:chExt cx="288" cy="768"/>
              </a:xfrm>
            </p:grpSpPr>
            <p:sp>
              <p:nvSpPr>
                <p:cNvPr id="741" name="Oval 1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42" name="Line 1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43" name="Line 1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44" name="Line 1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33" name="Group 18"/>
            <p:cNvGrpSpPr/>
            <p:nvPr/>
          </p:nvGrpSpPr>
          <p:grpSpPr bwMode="auto">
            <a:xfrm rot="-1812594">
              <a:off x="2776" y="2439"/>
              <a:ext cx="104" cy="374"/>
              <a:chOff x="2976" y="2884"/>
              <a:chExt cx="104" cy="468"/>
            </a:xfrm>
          </p:grpSpPr>
          <p:sp>
            <p:nvSpPr>
              <p:cNvPr id="733" name="Line 1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734" name="Group 20"/>
              <p:cNvGrpSpPr>
                <a:grpSpLocks noChangeAspect="1"/>
              </p:cNvGrpSpPr>
              <p:nvPr/>
            </p:nvGrpSpPr>
            <p:grpSpPr bwMode="auto">
              <a:xfrm>
                <a:off x="2976" y="3001"/>
                <a:ext cx="104" cy="277"/>
                <a:chOff x="576" y="2784"/>
                <a:chExt cx="288" cy="768"/>
              </a:xfrm>
            </p:grpSpPr>
            <p:sp>
              <p:nvSpPr>
                <p:cNvPr id="735" name="Oval 2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36" name="Line 2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37" name="Line 2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38" name="Line 2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34" name="Group 25"/>
            <p:cNvGrpSpPr/>
            <p:nvPr/>
          </p:nvGrpSpPr>
          <p:grpSpPr bwMode="auto">
            <a:xfrm rot="-1170300">
              <a:off x="2776" y="2669"/>
              <a:ext cx="104" cy="375"/>
              <a:chOff x="2976" y="2884"/>
              <a:chExt cx="104" cy="468"/>
            </a:xfrm>
          </p:grpSpPr>
          <p:sp>
            <p:nvSpPr>
              <p:cNvPr id="727" name="Line 2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728" name="Group 27"/>
              <p:cNvGrpSpPr>
                <a:grpSpLocks noChangeAspect="1"/>
              </p:cNvGrpSpPr>
              <p:nvPr/>
            </p:nvGrpSpPr>
            <p:grpSpPr bwMode="auto">
              <a:xfrm>
                <a:off x="2976" y="3001"/>
                <a:ext cx="104" cy="277"/>
                <a:chOff x="576" y="2784"/>
                <a:chExt cx="288" cy="768"/>
              </a:xfrm>
            </p:grpSpPr>
            <p:sp>
              <p:nvSpPr>
                <p:cNvPr id="729" name="Oval 2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30" name="Line 2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31" name="Line 3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32" name="Line 3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35" name="Group 32"/>
            <p:cNvGrpSpPr/>
            <p:nvPr/>
          </p:nvGrpSpPr>
          <p:grpSpPr bwMode="auto">
            <a:xfrm rot="6113720">
              <a:off x="2561" y="2273"/>
              <a:ext cx="83" cy="326"/>
              <a:chOff x="2976" y="2884"/>
              <a:chExt cx="104" cy="468"/>
            </a:xfrm>
          </p:grpSpPr>
          <p:sp>
            <p:nvSpPr>
              <p:cNvPr id="721" name="Line 3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722" name="Group 34"/>
              <p:cNvGrpSpPr>
                <a:grpSpLocks noChangeAspect="1"/>
              </p:cNvGrpSpPr>
              <p:nvPr/>
            </p:nvGrpSpPr>
            <p:grpSpPr bwMode="auto">
              <a:xfrm>
                <a:off x="2976" y="3001"/>
                <a:ext cx="104" cy="277"/>
                <a:chOff x="576" y="2784"/>
                <a:chExt cx="288" cy="768"/>
              </a:xfrm>
            </p:grpSpPr>
            <p:sp>
              <p:nvSpPr>
                <p:cNvPr id="723" name="Oval 3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24" name="Line 3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25" name="Line 3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26" name="Line 3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36" name="Group 39"/>
            <p:cNvGrpSpPr/>
            <p:nvPr/>
          </p:nvGrpSpPr>
          <p:grpSpPr bwMode="auto">
            <a:xfrm rot="-938535">
              <a:off x="2872" y="2362"/>
              <a:ext cx="104" cy="269"/>
              <a:chOff x="2976" y="2884"/>
              <a:chExt cx="104" cy="468"/>
            </a:xfrm>
          </p:grpSpPr>
          <p:sp>
            <p:nvSpPr>
              <p:cNvPr id="715" name="Line 4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716" name="Group 41"/>
              <p:cNvGrpSpPr>
                <a:grpSpLocks noChangeAspect="1"/>
              </p:cNvGrpSpPr>
              <p:nvPr/>
            </p:nvGrpSpPr>
            <p:grpSpPr bwMode="auto">
              <a:xfrm>
                <a:off x="2976" y="3001"/>
                <a:ext cx="104" cy="277"/>
                <a:chOff x="576" y="2784"/>
                <a:chExt cx="288" cy="768"/>
              </a:xfrm>
            </p:grpSpPr>
            <p:sp>
              <p:nvSpPr>
                <p:cNvPr id="717" name="Oval 4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18" name="Line 4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19" name="Line 4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20" name="Line 4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37" name="Group 46"/>
            <p:cNvGrpSpPr/>
            <p:nvPr/>
          </p:nvGrpSpPr>
          <p:grpSpPr bwMode="auto">
            <a:xfrm>
              <a:off x="2968" y="2756"/>
              <a:ext cx="104" cy="374"/>
              <a:chOff x="2976" y="2884"/>
              <a:chExt cx="104" cy="468"/>
            </a:xfrm>
          </p:grpSpPr>
          <p:sp>
            <p:nvSpPr>
              <p:cNvPr id="709" name="Line 4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710" name="Group 48"/>
              <p:cNvGrpSpPr>
                <a:grpSpLocks noChangeAspect="1"/>
              </p:cNvGrpSpPr>
              <p:nvPr/>
            </p:nvGrpSpPr>
            <p:grpSpPr bwMode="auto">
              <a:xfrm>
                <a:off x="2976" y="3001"/>
                <a:ext cx="104" cy="277"/>
                <a:chOff x="576" y="2784"/>
                <a:chExt cx="288" cy="768"/>
              </a:xfrm>
            </p:grpSpPr>
            <p:sp>
              <p:nvSpPr>
                <p:cNvPr id="711" name="Oval 4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12" name="Line 5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13" name="Line 5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14" name="Line 5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38" name="Group 53"/>
            <p:cNvGrpSpPr/>
            <p:nvPr/>
          </p:nvGrpSpPr>
          <p:grpSpPr bwMode="auto">
            <a:xfrm rot="1938131">
              <a:off x="3152" y="2832"/>
              <a:ext cx="104" cy="308"/>
              <a:chOff x="2976" y="2884"/>
              <a:chExt cx="104" cy="468"/>
            </a:xfrm>
          </p:grpSpPr>
          <p:sp>
            <p:nvSpPr>
              <p:cNvPr id="703" name="Line 5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704" name="Group 55"/>
              <p:cNvGrpSpPr>
                <a:grpSpLocks noChangeAspect="1"/>
              </p:cNvGrpSpPr>
              <p:nvPr/>
            </p:nvGrpSpPr>
            <p:grpSpPr bwMode="auto">
              <a:xfrm>
                <a:off x="2976" y="3001"/>
                <a:ext cx="104" cy="277"/>
                <a:chOff x="576" y="2784"/>
                <a:chExt cx="288" cy="768"/>
              </a:xfrm>
            </p:grpSpPr>
            <p:sp>
              <p:nvSpPr>
                <p:cNvPr id="705" name="Oval 5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06" name="Line 5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07" name="Line 5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08" name="Line 5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39" name="Group 60"/>
            <p:cNvGrpSpPr/>
            <p:nvPr/>
          </p:nvGrpSpPr>
          <p:grpSpPr bwMode="auto">
            <a:xfrm rot="-1812594">
              <a:off x="3352" y="2717"/>
              <a:ext cx="104" cy="375"/>
              <a:chOff x="2976" y="2884"/>
              <a:chExt cx="104" cy="468"/>
            </a:xfrm>
          </p:grpSpPr>
          <p:sp>
            <p:nvSpPr>
              <p:cNvPr id="697" name="Line 6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698" name="Group 62"/>
              <p:cNvGrpSpPr>
                <a:grpSpLocks noChangeAspect="1"/>
              </p:cNvGrpSpPr>
              <p:nvPr/>
            </p:nvGrpSpPr>
            <p:grpSpPr bwMode="auto">
              <a:xfrm>
                <a:off x="2976" y="3001"/>
                <a:ext cx="104" cy="277"/>
                <a:chOff x="576" y="2784"/>
                <a:chExt cx="288" cy="768"/>
              </a:xfrm>
            </p:grpSpPr>
            <p:sp>
              <p:nvSpPr>
                <p:cNvPr id="699" name="Oval 6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00" name="Line 6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01" name="Line 6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02" name="Line 6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40" name="Group 67"/>
            <p:cNvGrpSpPr/>
            <p:nvPr/>
          </p:nvGrpSpPr>
          <p:grpSpPr bwMode="auto">
            <a:xfrm rot="-1170300">
              <a:off x="3352" y="2948"/>
              <a:ext cx="104" cy="374"/>
              <a:chOff x="2976" y="2884"/>
              <a:chExt cx="104" cy="468"/>
            </a:xfrm>
          </p:grpSpPr>
          <p:sp>
            <p:nvSpPr>
              <p:cNvPr id="691" name="Line 6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692" name="Group 69"/>
              <p:cNvGrpSpPr>
                <a:grpSpLocks noChangeAspect="1"/>
              </p:cNvGrpSpPr>
              <p:nvPr/>
            </p:nvGrpSpPr>
            <p:grpSpPr bwMode="auto">
              <a:xfrm>
                <a:off x="2976" y="3001"/>
                <a:ext cx="104" cy="277"/>
                <a:chOff x="576" y="2784"/>
                <a:chExt cx="288" cy="768"/>
              </a:xfrm>
            </p:grpSpPr>
            <p:sp>
              <p:nvSpPr>
                <p:cNvPr id="693" name="Oval 7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94" name="Line 7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95" name="Line 7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96" name="Line 7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41" name="Group 74"/>
            <p:cNvGrpSpPr/>
            <p:nvPr/>
          </p:nvGrpSpPr>
          <p:grpSpPr bwMode="auto">
            <a:xfrm rot="6113720">
              <a:off x="3137" y="2551"/>
              <a:ext cx="84" cy="326"/>
              <a:chOff x="2976" y="2884"/>
              <a:chExt cx="104" cy="468"/>
            </a:xfrm>
          </p:grpSpPr>
          <p:sp>
            <p:nvSpPr>
              <p:cNvPr id="685" name="Line 7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686" name="Group 76"/>
              <p:cNvGrpSpPr>
                <a:grpSpLocks noChangeAspect="1"/>
              </p:cNvGrpSpPr>
              <p:nvPr/>
            </p:nvGrpSpPr>
            <p:grpSpPr bwMode="auto">
              <a:xfrm>
                <a:off x="2976" y="3001"/>
                <a:ext cx="104" cy="277"/>
                <a:chOff x="576" y="2784"/>
                <a:chExt cx="288" cy="768"/>
              </a:xfrm>
            </p:grpSpPr>
            <p:sp>
              <p:nvSpPr>
                <p:cNvPr id="687" name="Oval 7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88" name="Line 7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89" name="Line 7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90" name="Line 8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42" name="Group 81"/>
            <p:cNvGrpSpPr/>
            <p:nvPr/>
          </p:nvGrpSpPr>
          <p:grpSpPr bwMode="auto">
            <a:xfrm rot="-938535">
              <a:off x="3448" y="2640"/>
              <a:ext cx="104" cy="269"/>
              <a:chOff x="2976" y="2884"/>
              <a:chExt cx="104" cy="468"/>
            </a:xfrm>
          </p:grpSpPr>
          <p:sp>
            <p:nvSpPr>
              <p:cNvPr id="679" name="Line 8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680" name="Group 83"/>
              <p:cNvGrpSpPr>
                <a:grpSpLocks noChangeAspect="1"/>
              </p:cNvGrpSpPr>
              <p:nvPr/>
            </p:nvGrpSpPr>
            <p:grpSpPr bwMode="auto">
              <a:xfrm>
                <a:off x="2976" y="3001"/>
                <a:ext cx="104" cy="277"/>
                <a:chOff x="576" y="2784"/>
                <a:chExt cx="288" cy="768"/>
              </a:xfrm>
            </p:grpSpPr>
            <p:sp>
              <p:nvSpPr>
                <p:cNvPr id="681" name="Oval 8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82" name="Line 8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83" name="Line 8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84" name="Line 8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44" name="Group 88"/>
            <p:cNvGrpSpPr/>
            <p:nvPr/>
          </p:nvGrpSpPr>
          <p:grpSpPr bwMode="auto">
            <a:xfrm rot="-5869364">
              <a:off x="3208" y="1971"/>
              <a:ext cx="468" cy="852"/>
              <a:chOff x="2584" y="1584"/>
              <a:chExt cx="584" cy="852"/>
            </a:xfrm>
          </p:grpSpPr>
          <p:grpSp>
            <p:nvGrpSpPr>
              <p:cNvPr id="637" name="Group 89"/>
              <p:cNvGrpSpPr/>
              <p:nvPr/>
            </p:nvGrpSpPr>
            <p:grpSpPr bwMode="auto">
              <a:xfrm>
                <a:off x="2584" y="1728"/>
                <a:ext cx="104" cy="468"/>
                <a:chOff x="2976" y="2884"/>
                <a:chExt cx="104" cy="468"/>
              </a:xfrm>
            </p:grpSpPr>
            <p:sp>
              <p:nvSpPr>
                <p:cNvPr id="673" name="Line 9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674" name="Group 91"/>
                <p:cNvGrpSpPr>
                  <a:grpSpLocks noChangeAspect="1"/>
                </p:cNvGrpSpPr>
                <p:nvPr/>
              </p:nvGrpSpPr>
              <p:grpSpPr bwMode="auto">
                <a:xfrm>
                  <a:off x="2976" y="3001"/>
                  <a:ext cx="104" cy="277"/>
                  <a:chOff x="576" y="2784"/>
                  <a:chExt cx="288" cy="768"/>
                </a:xfrm>
              </p:grpSpPr>
              <p:sp>
                <p:nvSpPr>
                  <p:cNvPr id="675" name="Oval 9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76" name="Line 9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77" name="Line 9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78" name="Line 9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638" name="Group 96"/>
              <p:cNvGrpSpPr/>
              <p:nvPr/>
            </p:nvGrpSpPr>
            <p:grpSpPr bwMode="auto">
              <a:xfrm rot="1938131">
                <a:off x="2768" y="1824"/>
                <a:ext cx="104" cy="384"/>
                <a:chOff x="2976" y="2884"/>
                <a:chExt cx="104" cy="468"/>
              </a:xfrm>
            </p:grpSpPr>
            <p:sp>
              <p:nvSpPr>
                <p:cNvPr id="667" name="Line 9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668" name="Group 98"/>
                <p:cNvGrpSpPr>
                  <a:grpSpLocks noChangeAspect="1"/>
                </p:cNvGrpSpPr>
                <p:nvPr/>
              </p:nvGrpSpPr>
              <p:grpSpPr bwMode="auto">
                <a:xfrm>
                  <a:off x="2976" y="3001"/>
                  <a:ext cx="104" cy="277"/>
                  <a:chOff x="576" y="2784"/>
                  <a:chExt cx="288" cy="768"/>
                </a:xfrm>
              </p:grpSpPr>
              <p:sp>
                <p:nvSpPr>
                  <p:cNvPr id="669" name="Oval 9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70" name="Line 10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71" name="Line 10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72" name="Line 10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639" name="Group 103"/>
              <p:cNvGrpSpPr/>
              <p:nvPr/>
            </p:nvGrpSpPr>
            <p:grpSpPr bwMode="auto">
              <a:xfrm rot="-1812594">
                <a:off x="2968" y="1680"/>
                <a:ext cx="104" cy="468"/>
                <a:chOff x="2976" y="2884"/>
                <a:chExt cx="104" cy="468"/>
              </a:xfrm>
            </p:grpSpPr>
            <p:sp>
              <p:nvSpPr>
                <p:cNvPr id="661" name="Line 10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662" name="Group 105"/>
                <p:cNvGrpSpPr>
                  <a:grpSpLocks noChangeAspect="1"/>
                </p:cNvGrpSpPr>
                <p:nvPr/>
              </p:nvGrpSpPr>
              <p:grpSpPr bwMode="auto">
                <a:xfrm>
                  <a:off x="2976" y="3001"/>
                  <a:ext cx="104" cy="277"/>
                  <a:chOff x="576" y="2784"/>
                  <a:chExt cx="288" cy="768"/>
                </a:xfrm>
              </p:grpSpPr>
              <p:sp>
                <p:nvSpPr>
                  <p:cNvPr id="663" name="Oval 10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64" name="Line 10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65" name="Line 10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66" name="Line 10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640" name="Group 110"/>
              <p:cNvGrpSpPr/>
              <p:nvPr/>
            </p:nvGrpSpPr>
            <p:grpSpPr bwMode="auto">
              <a:xfrm rot="-1170300">
                <a:off x="2968" y="1968"/>
                <a:ext cx="104" cy="468"/>
                <a:chOff x="2976" y="2884"/>
                <a:chExt cx="104" cy="468"/>
              </a:xfrm>
            </p:grpSpPr>
            <p:sp>
              <p:nvSpPr>
                <p:cNvPr id="655" name="Line 11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656" name="Group 112"/>
                <p:cNvGrpSpPr>
                  <a:grpSpLocks noChangeAspect="1"/>
                </p:cNvGrpSpPr>
                <p:nvPr/>
              </p:nvGrpSpPr>
              <p:grpSpPr bwMode="auto">
                <a:xfrm>
                  <a:off x="2976" y="3001"/>
                  <a:ext cx="104" cy="277"/>
                  <a:chOff x="576" y="2784"/>
                  <a:chExt cx="288" cy="768"/>
                </a:xfrm>
              </p:grpSpPr>
              <p:sp>
                <p:nvSpPr>
                  <p:cNvPr id="657" name="Oval 11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58" name="Line 11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59" name="Line 11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60" name="Line 11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641" name="Group 117"/>
              <p:cNvGrpSpPr/>
              <p:nvPr/>
            </p:nvGrpSpPr>
            <p:grpSpPr bwMode="auto">
              <a:xfrm rot="6113720">
                <a:off x="2743" y="1513"/>
                <a:ext cx="104" cy="326"/>
                <a:chOff x="2976" y="2884"/>
                <a:chExt cx="104" cy="468"/>
              </a:xfrm>
            </p:grpSpPr>
            <p:sp>
              <p:nvSpPr>
                <p:cNvPr id="649" name="Line 11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650" name="Group 119"/>
                <p:cNvGrpSpPr>
                  <a:grpSpLocks noChangeAspect="1"/>
                </p:cNvGrpSpPr>
                <p:nvPr/>
              </p:nvGrpSpPr>
              <p:grpSpPr bwMode="auto">
                <a:xfrm>
                  <a:off x="2976" y="3001"/>
                  <a:ext cx="104" cy="277"/>
                  <a:chOff x="576" y="2784"/>
                  <a:chExt cx="288" cy="768"/>
                </a:xfrm>
              </p:grpSpPr>
              <p:sp>
                <p:nvSpPr>
                  <p:cNvPr id="651" name="Oval 12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52" name="Line 12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53" name="Line 12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54" name="Line 12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642" name="Group 124"/>
              <p:cNvGrpSpPr/>
              <p:nvPr/>
            </p:nvGrpSpPr>
            <p:grpSpPr bwMode="auto">
              <a:xfrm rot="-938535">
                <a:off x="3064" y="1584"/>
                <a:ext cx="104" cy="336"/>
                <a:chOff x="2976" y="2884"/>
                <a:chExt cx="104" cy="468"/>
              </a:xfrm>
            </p:grpSpPr>
            <p:sp>
              <p:nvSpPr>
                <p:cNvPr id="643" name="Line 12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644" name="Group 126"/>
                <p:cNvGrpSpPr>
                  <a:grpSpLocks noChangeAspect="1"/>
                </p:cNvGrpSpPr>
                <p:nvPr/>
              </p:nvGrpSpPr>
              <p:grpSpPr bwMode="auto">
                <a:xfrm>
                  <a:off x="2976" y="3001"/>
                  <a:ext cx="104" cy="277"/>
                  <a:chOff x="576" y="2784"/>
                  <a:chExt cx="288" cy="768"/>
                </a:xfrm>
              </p:grpSpPr>
              <p:sp>
                <p:nvSpPr>
                  <p:cNvPr id="645" name="Oval 12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46" name="Line 12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47" name="Line 12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48" name="Line 13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grpSp>
          <p:nvGrpSpPr>
            <p:cNvPr id="45" name="Group 131"/>
            <p:cNvGrpSpPr/>
            <p:nvPr/>
          </p:nvGrpSpPr>
          <p:grpSpPr bwMode="auto">
            <a:xfrm rot="4004027">
              <a:off x="2308" y="1709"/>
              <a:ext cx="467" cy="852"/>
              <a:chOff x="1632" y="1296"/>
              <a:chExt cx="584" cy="852"/>
            </a:xfrm>
          </p:grpSpPr>
          <p:grpSp>
            <p:nvGrpSpPr>
              <p:cNvPr id="595" name="Group 132"/>
              <p:cNvGrpSpPr/>
              <p:nvPr/>
            </p:nvGrpSpPr>
            <p:grpSpPr bwMode="auto">
              <a:xfrm>
                <a:off x="1632" y="1440"/>
                <a:ext cx="104" cy="468"/>
                <a:chOff x="2976" y="2884"/>
                <a:chExt cx="104" cy="468"/>
              </a:xfrm>
            </p:grpSpPr>
            <p:sp>
              <p:nvSpPr>
                <p:cNvPr id="631" name="Line 13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632" name="Group 134"/>
                <p:cNvGrpSpPr>
                  <a:grpSpLocks noChangeAspect="1"/>
                </p:cNvGrpSpPr>
                <p:nvPr/>
              </p:nvGrpSpPr>
              <p:grpSpPr bwMode="auto">
                <a:xfrm>
                  <a:off x="2976" y="3001"/>
                  <a:ext cx="104" cy="277"/>
                  <a:chOff x="576" y="2784"/>
                  <a:chExt cx="288" cy="768"/>
                </a:xfrm>
              </p:grpSpPr>
              <p:sp>
                <p:nvSpPr>
                  <p:cNvPr id="633" name="Oval 13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34" name="Line 13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35" name="Line 13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36" name="Line 13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596" name="Group 139"/>
              <p:cNvGrpSpPr/>
              <p:nvPr/>
            </p:nvGrpSpPr>
            <p:grpSpPr bwMode="auto">
              <a:xfrm rot="1938131">
                <a:off x="1816" y="1536"/>
                <a:ext cx="104" cy="384"/>
                <a:chOff x="2976" y="2884"/>
                <a:chExt cx="104" cy="468"/>
              </a:xfrm>
            </p:grpSpPr>
            <p:sp>
              <p:nvSpPr>
                <p:cNvPr id="625" name="Line 14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626" name="Group 141"/>
                <p:cNvGrpSpPr>
                  <a:grpSpLocks noChangeAspect="1"/>
                </p:cNvGrpSpPr>
                <p:nvPr/>
              </p:nvGrpSpPr>
              <p:grpSpPr bwMode="auto">
                <a:xfrm>
                  <a:off x="2976" y="3001"/>
                  <a:ext cx="104" cy="277"/>
                  <a:chOff x="576" y="2784"/>
                  <a:chExt cx="288" cy="768"/>
                </a:xfrm>
              </p:grpSpPr>
              <p:sp>
                <p:nvSpPr>
                  <p:cNvPr id="627" name="Oval 14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28" name="Line 14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29" name="Line 14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30" name="Line 14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597" name="Group 146"/>
              <p:cNvGrpSpPr/>
              <p:nvPr/>
            </p:nvGrpSpPr>
            <p:grpSpPr bwMode="auto">
              <a:xfrm rot="-1812594">
                <a:off x="2016" y="1392"/>
                <a:ext cx="104" cy="468"/>
                <a:chOff x="2976" y="2884"/>
                <a:chExt cx="104" cy="468"/>
              </a:xfrm>
            </p:grpSpPr>
            <p:sp>
              <p:nvSpPr>
                <p:cNvPr id="619" name="Line 14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620" name="Group 148"/>
                <p:cNvGrpSpPr>
                  <a:grpSpLocks noChangeAspect="1"/>
                </p:cNvGrpSpPr>
                <p:nvPr/>
              </p:nvGrpSpPr>
              <p:grpSpPr bwMode="auto">
                <a:xfrm>
                  <a:off x="2976" y="3001"/>
                  <a:ext cx="104" cy="277"/>
                  <a:chOff x="576" y="2784"/>
                  <a:chExt cx="288" cy="768"/>
                </a:xfrm>
              </p:grpSpPr>
              <p:sp>
                <p:nvSpPr>
                  <p:cNvPr id="621" name="Oval 14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22" name="Line 15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23" name="Line 15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24" name="Line 15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598" name="Group 153"/>
              <p:cNvGrpSpPr/>
              <p:nvPr/>
            </p:nvGrpSpPr>
            <p:grpSpPr bwMode="auto">
              <a:xfrm rot="-1170300">
                <a:off x="2016" y="1680"/>
                <a:ext cx="104" cy="468"/>
                <a:chOff x="2976" y="2884"/>
                <a:chExt cx="104" cy="468"/>
              </a:xfrm>
            </p:grpSpPr>
            <p:sp>
              <p:nvSpPr>
                <p:cNvPr id="613" name="Line 15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614" name="Group 155"/>
                <p:cNvGrpSpPr>
                  <a:grpSpLocks noChangeAspect="1"/>
                </p:cNvGrpSpPr>
                <p:nvPr/>
              </p:nvGrpSpPr>
              <p:grpSpPr bwMode="auto">
                <a:xfrm>
                  <a:off x="2976" y="3001"/>
                  <a:ext cx="104" cy="277"/>
                  <a:chOff x="576" y="2784"/>
                  <a:chExt cx="288" cy="768"/>
                </a:xfrm>
              </p:grpSpPr>
              <p:sp>
                <p:nvSpPr>
                  <p:cNvPr id="615" name="Oval 15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16" name="Line 15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17" name="Line 15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18" name="Line 15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599" name="Group 160"/>
              <p:cNvGrpSpPr/>
              <p:nvPr/>
            </p:nvGrpSpPr>
            <p:grpSpPr bwMode="auto">
              <a:xfrm rot="6113720">
                <a:off x="1791" y="1225"/>
                <a:ext cx="104" cy="326"/>
                <a:chOff x="2976" y="2884"/>
                <a:chExt cx="104" cy="468"/>
              </a:xfrm>
            </p:grpSpPr>
            <p:sp>
              <p:nvSpPr>
                <p:cNvPr id="607" name="Line 16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608" name="Group 162"/>
                <p:cNvGrpSpPr>
                  <a:grpSpLocks noChangeAspect="1"/>
                </p:cNvGrpSpPr>
                <p:nvPr/>
              </p:nvGrpSpPr>
              <p:grpSpPr bwMode="auto">
                <a:xfrm>
                  <a:off x="2976" y="3001"/>
                  <a:ext cx="104" cy="277"/>
                  <a:chOff x="576" y="2784"/>
                  <a:chExt cx="288" cy="768"/>
                </a:xfrm>
              </p:grpSpPr>
              <p:sp>
                <p:nvSpPr>
                  <p:cNvPr id="609" name="Oval 16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10" name="Line 16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11" name="Line 16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12" name="Line 16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600" name="Group 167"/>
              <p:cNvGrpSpPr/>
              <p:nvPr/>
            </p:nvGrpSpPr>
            <p:grpSpPr bwMode="auto">
              <a:xfrm rot="-938535">
                <a:off x="2112" y="1296"/>
                <a:ext cx="104" cy="336"/>
                <a:chOff x="2976" y="2884"/>
                <a:chExt cx="104" cy="468"/>
              </a:xfrm>
            </p:grpSpPr>
            <p:sp>
              <p:nvSpPr>
                <p:cNvPr id="601" name="Line 16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602" name="Group 169"/>
                <p:cNvGrpSpPr>
                  <a:grpSpLocks noChangeAspect="1"/>
                </p:cNvGrpSpPr>
                <p:nvPr/>
              </p:nvGrpSpPr>
              <p:grpSpPr bwMode="auto">
                <a:xfrm>
                  <a:off x="2976" y="3001"/>
                  <a:ext cx="104" cy="277"/>
                  <a:chOff x="576" y="2784"/>
                  <a:chExt cx="288" cy="768"/>
                </a:xfrm>
              </p:grpSpPr>
              <p:sp>
                <p:nvSpPr>
                  <p:cNvPr id="603" name="Oval 17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04" name="Line 17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05" name="Line 17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06" name="Line 17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grpSp>
          <p:nvGrpSpPr>
            <p:cNvPr id="46" name="Group 174"/>
            <p:cNvGrpSpPr/>
            <p:nvPr/>
          </p:nvGrpSpPr>
          <p:grpSpPr bwMode="auto">
            <a:xfrm>
              <a:off x="1720" y="2554"/>
              <a:ext cx="104" cy="374"/>
              <a:chOff x="2976" y="2884"/>
              <a:chExt cx="104" cy="468"/>
            </a:xfrm>
          </p:grpSpPr>
          <p:sp>
            <p:nvSpPr>
              <p:cNvPr id="589" name="Line 17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590" name="Group 176"/>
              <p:cNvGrpSpPr>
                <a:grpSpLocks noChangeAspect="1"/>
              </p:cNvGrpSpPr>
              <p:nvPr/>
            </p:nvGrpSpPr>
            <p:grpSpPr bwMode="auto">
              <a:xfrm>
                <a:off x="2976" y="3001"/>
                <a:ext cx="104" cy="277"/>
                <a:chOff x="576" y="2784"/>
                <a:chExt cx="288" cy="768"/>
              </a:xfrm>
            </p:grpSpPr>
            <p:sp>
              <p:nvSpPr>
                <p:cNvPr id="591" name="Oval 17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92" name="Line 17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93" name="Line 17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94" name="Line 18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47" name="Group 181"/>
            <p:cNvGrpSpPr/>
            <p:nvPr/>
          </p:nvGrpSpPr>
          <p:grpSpPr bwMode="auto">
            <a:xfrm rot="1938131">
              <a:off x="1904" y="2631"/>
              <a:ext cx="104" cy="307"/>
              <a:chOff x="2976" y="2884"/>
              <a:chExt cx="104" cy="468"/>
            </a:xfrm>
          </p:grpSpPr>
          <p:sp>
            <p:nvSpPr>
              <p:cNvPr id="583" name="Line 18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584" name="Group 183"/>
              <p:cNvGrpSpPr>
                <a:grpSpLocks noChangeAspect="1"/>
              </p:cNvGrpSpPr>
              <p:nvPr/>
            </p:nvGrpSpPr>
            <p:grpSpPr bwMode="auto">
              <a:xfrm>
                <a:off x="2976" y="3001"/>
                <a:ext cx="104" cy="277"/>
                <a:chOff x="576" y="2784"/>
                <a:chExt cx="288" cy="768"/>
              </a:xfrm>
            </p:grpSpPr>
            <p:sp>
              <p:nvSpPr>
                <p:cNvPr id="585" name="Oval 18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86" name="Line 18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87" name="Line 18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88" name="Line 18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48" name="Group 188"/>
            <p:cNvGrpSpPr/>
            <p:nvPr/>
          </p:nvGrpSpPr>
          <p:grpSpPr bwMode="auto">
            <a:xfrm rot="-1812594">
              <a:off x="2104" y="2515"/>
              <a:ext cx="104" cy="375"/>
              <a:chOff x="2976" y="2884"/>
              <a:chExt cx="104" cy="468"/>
            </a:xfrm>
          </p:grpSpPr>
          <p:sp>
            <p:nvSpPr>
              <p:cNvPr id="577" name="Line 18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578" name="Group 190"/>
              <p:cNvGrpSpPr>
                <a:grpSpLocks noChangeAspect="1"/>
              </p:cNvGrpSpPr>
              <p:nvPr/>
            </p:nvGrpSpPr>
            <p:grpSpPr bwMode="auto">
              <a:xfrm>
                <a:off x="2976" y="3001"/>
                <a:ext cx="104" cy="277"/>
                <a:chOff x="576" y="2784"/>
                <a:chExt cx="288" cy="768"/>
              </a:xfrm>
            </p:grpSpPr>
            <p:sp>
              <p:nvSpPr>
                <p:cNvPr id="579" name="Oval 19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80" name="Line 19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81" name="Line 19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82" name="Line 19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49" name="Group 195"/>
            <p:cNvGrpSpPr/>
            <p:nvPr/>
          </p:nvGrpSpPr>
          <p:grpSpPr bwMode="auto">
            <a:xfrm rot="-1170300">
              <a:off x="2104" y="2746"/>
              <a:ext cx="104" cy="374"/>
              <a:chOff x="2976" y="2884"/>
              <a:chExt cx="104" cy="468"/>
            </a:xfrm>
          </p:grpSpPr>
          <p:sp>
            <p:nvSpPr>
              <p:cNvPr id="571" name="Line 19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572" name="Group 197"/>
              <p:cNvGrpSpPr>
                <a:grpSpLocks noChangeAspect="1"/>
              </p:cNvGrpSpPr>
              <p:nvPr/>
            </p:nvGrpSpPr>
            <p:grpSpPr bwMode="auto">
              <a:xfrm>
                <a:off x="2976" y="3001"/>
                <a:ext cx="104" cy="277"/>
                <a:chOff x="576" y="2784"/>
                <a:chExt cx="288" cy="768"/>
              </a:xfrm>
            </p:grpSpPr>
            <p:sp>
              <p:nvSpPr>
                <p:cNvPr id="573" name="Oval 19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74" name="Line 19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75" name="Line 20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76" name="Line 20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50" name="Group 202"/>
            <p:cNvGrpSpPr/>
            <p:nvPr/>
          </p:nvGrpSpPr>
          <p:grpSpPr bwMode="auto">
            <a:xfrm rot="6113720">
              <a:off x="1889" y="2350"/>
              <a:ext cx="83" cy="326"/>
              <a:chOff x="2976" y="2884"/>
              <a:chExt cx="104" cy="468"/>
            </a:xfrm>
          </p:grpSpPr>
          <p:sp>
            <p:nvSpPr>
              <p:cNvPr id="565" name="Line 20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566" name="Group 204"/>
              <p:cNvGrpSpPr>
                <a:grpSpLocks noChangeAspect="1"/>
              </p:cNvGrpSpPr>
              <p:nvPr/>
            </p:nvGrpSpPr>
            <p:grpSpPr bwMode="auto">
              <a:xfrm>
                <a:off x="2976" y="3001"/>
                <a:ext cx="104" cy="277"/>
                <a:chOff x="576" y="2784"/>
                <a:chExt cx="288" cy="768"/>
              </a:xfrm>
            </p:grpSpPr>
            <p:sp>
              <p:nvSpPr>
                <p:cNvPr id="567" name="Oval 20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68" name="Line 20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69" name="Line 20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70" name="Line 20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51" name="Group 209"/>
            <p:cNvGrpSpPr/>
            <p:nvPr/>
          </p:nvGrpSpPr>
          <p:grpSpPr bwMode="auto">
            <a:xfrm rot="-938535">
              <a:off x="2200" y="2439"/>
              <a:ext cx="104" cy="269"/>
              <a:chOff x="2976" y="2884"/>
              <a:chExt cx="104" cy="468"/>
            </a:xfrm>
          </p:grpSpPr>
          <p:sp>
            <p:nvSpPr>
              <p:cNvPr id="559" name="Line 21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560" name="Group 211"/>
              <p:cNvGrpSpPr>
                <a:grpSpLocks noChangeAspect="1"/>
              </p:cNvGrpSpPr>
              <p:nvPr/>
            </p:nvGrpSpPr>
            <p:grpSpPr bwMode="auto">
              <a:xfrm>
                <a:off x="2976" y="3001"/>
                <a:ext cx="104" cy="277"/>
                <a:chOff x="576" y="2784"/>
                <a:chExt cx="288" cy="768"/>
              </a:xfrm>
            </p:grpSpPr>
            <p:sp>
              <p:nvSpPr>
                <p:cNvPr id="561" name="Oval 21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62" name="Line 21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63" name="Line 21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64" name="Line 21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52" name="Group 216"/>
            <p:cNvGrpSpPr/>
            <p:nvPr/>
          </p:nvGrpSpPr>
          <p:grpSpPr bwMode="auto">
            <a:xfrm>
              <a:off x="2248" y="3024"/>
              <a:ext cx="104" cy="375"/>
              <a:chOff x="2976" y="2884"/>
              <a:chExt cx="104" cy="468"/>
            </a:xfrm>
          </p:grpSpPr>
          <p:sp>
            <p:nvSpPr>
              <p:cNvPr id="553" name="Line 21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554" name="Group 218"/>
              <p:cNvGrpSpPr>
                <a:grpSpLocks noChangeAspect="1"/>
              </p:cNvGrpSpPr>
              <p:nvPr/>
            </p:nvGrpSpPr>
            <p:grpSpPr bwMode="auto">
              <a:xfrm>
                <a:off x="2976" y="3001"/>
                <a:ext cx="104" cy="277"/>
                <a:chOff x="576" y="2784"/>
                <a:chExt cx="288" cy="768"/>
              </a:xfrm>
            </p:grpSpPr>
            <p:sp>
              <p:nvSpPr>
                <p:cNvPr id="555" name="Oval 21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56" name="Line 22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57" name="Line 22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58" name="Line 22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53" name="Group 223"/>
            <p:cNvGrpSpPr/>
            <p:nvPr/>
          </p:nvGrpSpPr>
          <p:grpSpPr bwMode="auto">
            <a:xfrm rot="1938131">
              <a:off x="2432" y="3101"/>
              <a:ext cx="104" cy="308"/>
              <a:chOff x="2976" y="2884"/>
              <a:chExt cx="104" cy="468"/>
            </a:xfrm>
          </p:grpSpPr>
          <p:sp>
            <p:nvSpPr>
              <p:cNvPr id="547" name="Line 22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548" name="Group 225"/>
              <p:cNvGrpSpPr>
                <a:grpSpLocks noChangeAspect="1"/>
              </p:cNvGrpSpPr>
              <p:nvPr/>
            </p:nvGrpSpPr>
            <p:grpSpPr bwMode="auto">
              <a:xfrm>
                <a:off x="2976" y="3001"/>
                <a:ext cx="104" cy="277"/>
                <a:chOff x="576" y="2784"/>
                <a:chExt cx="288" cy="768"/>
              </a:xfrm>
            </p:grpSpPr>
            <p:sp>
              <p:nvSpPr>
                <p:cNvPr id="549" name="Oval 22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50" name="Line 22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51" name="Line 22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52" name="Line 22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54" name="Group 230"/>
            <p:cNvGrpSpPr/>
            <p:nvPr/>
          </p:nvGrpSpPr>
          <p:grpSpPr bwMode="auto">
            <a:xfrm rot="-1812594">
              <a:off x="2632" y="2986"/>
              <a:ext cx="104" cy="375"/>
              <a:chOff x="2976" y="2884"/>
              <a:chExt cx="104" cy="468"/>
            </a:xfrm>
          </p:grpSpPr>
          <p:sp>
            <p:nvSpPr>
              <p:cNvPr id="541" name="Line 23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542" name="Group 232"/>
              <p:cNvGrpSpPr>
                <a:grpSpLocks noChangeAspect="1"/>
              </p:cNvGrpSpPr>
              <p:nvPr/>
            </p:nvGrpSpPr>
            <p:grpSpPr bwMode="auto">
              <a:xfrm>
                <a:off x="2976" y="3001"/>
                <a:ext cx="104" cy="277"/>
                <a:chOff x="576" y="2784"/>
                <a:chExt cx="288" cy="768"/>
              </a:xfrm>
            </p:grpSpPr>
            <p:sp>
              <p:nvSpPr>
                <p:cNvPr id="543" name="Oval 23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44" name="Line 23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45" name="Line 23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46" name="Line 23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55" name="Group 237"/>
            <p:cNvGrpSpPr/>
            <p:nvPr/>
          </p:nvGrpSpPr>
          <p:grpSpPr bwMode="auto">
            <a:xfrm rot="-1170300">
              <a:off x="2632" y="3217"/>
              <a:ext cx="104" cy="374"/>
              <a:chOff x="2976" y="2884"/>
              <a:chExt cx="104" cy="468"/>
            </a:xfrm>
          </p:grpSpPr>
          <p:sp>
            <p:nvSpPr>
              <p:cNvPr id="535" name="Line 23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536" name="Group 239"/>
              <p:cNvGrpSpPr>
                <a:grpSpLocks noChangeAspect="1"/>
              </p:cNvGrpSpPr>
              <p:nvPr/>
            </p:nvGrpSpPr>
            <p:grpSpPr bwMode="auto">
              <a:xfrm>
                <a:off x="2976" y="3001"/>
                <a:ext cx="104" cy="277"/>
                <a:chOff x="576" y="2784"/>
                <a:chExt cx="288" cy="768"/>
              </a:xfrm>
            </p:grpSpPr>
            <p:sp>
              <p:nvSpPr>
                <p:cNvPr id="537" name="Oval 24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38" name="Line 24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39" name="Line 24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40" name="Line 24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56" name="Group 244"/>
            <p:cNvGrpSpPr/>
            <p:nvPr/>
          </p:nvGrpSpPr>
          <p:grpSpPr bwMode="auto">
            <a:xfrm rot="6113720">
              <a:off x="2417" y="2820"/>
              <a:ext cx="83" cy="326"/>
              <a:chOff x="2976" y="2884"/>
              <a:chExt cx="104" cy="468"/>
            </a:xfrm>
          </p:grpSpPr>
          <p:sp>
            <p:nvSpPr>
              <p:cNvPr id="529" name="Line 24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530" name="Group 246"/>
              <p:cNvGrpSpPr>
                <a:grpSpLocks noChangeAspect="1"/>
              </p:cNvGrpSpPr>
              <p:nvPr/>
            </p:nvGrpSpPr>
            <p:grpSpPr bwMode="auto">
              <a:xfrm>
                <a:off x="2976" y="3001"/>
                <a:ext cx="104" cy="277"/>
                <a:chOff x="576" y="2784"/>
                <a:chExt cx="288" cy="768"/>
              </a:xfrm>
            </p:grpSpPr>
            <p:sp>
              <p:nvSpPr>
                <p:cNvPr id="531" name="Oval 24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32" name="Line 24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33" name="Line 24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34" name="Line 25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57" name="Group 251"/>
            <p:cNvGrpSpPr/>
            <p:nvPr/>
          </p:nvGrpSpPr>
          <p:grpSpPr bwMode="auto">
            <a:xfrm rot="-938535">
              <a:off x="2728" y="2909"/>
              <a:ext cx="104" cy="269"/>
              <a:chOff x="2976" y="2884"/>
              <a:chExt cx="104" cy="468"/>
            </a:xfrm>
          </p:grpSpPr>
          <p:sp>
            <p:nvSpPr>
              <p:cNvPr id="523" name="Line 25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524" name="Group 253"/>
              <p:cNvGrpSpPr>
                <a:grpSpLocks noChangeAspect="1"/>
              </p:cNvGrpSpPr>
              <p:nvPr/>
            </p:nvGrpSpPr>
            <p:grpSpPr bwMode="auto">
              <a:xfrm>
                <a:off x="2976" y="3001"/>
                <a:ext cx="104" cy="277"/>
                <a:chOff x="576" y="2784"/>
                <a:chExt cx="288" cy="768"/>
              </a:xfrm>
            </p:grpSpPr>
            <p:sp>
              <p:nvSpPr>
                <p:cNvPr id="525" name="Oval 25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26" name="Line 25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27" name="Line 25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28" name="Line 25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58" name="Group 258"/>
            <p:cNvGrpSpPr/>
            <p:nvPr/>
          </p:nvGrpSpPr>
          <p:grpSpPr bwMode="auto">
            <a:xfrm>
              <a:off x="2816" y="3284"/>
              <a:ext cx="104" cy="374"/>
              <a:chOff x="2976" y="2884"/>
              <a:chExt cx="104" cy="468"/>
            </a:xfrm>
          </p:grpSpPr>
          <p:sp>
            <p:nvSpPr>
              <p:cNvPr id="517" name="Line 25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518" name="Group 260"/>
              <p:cNvGrpSpPr>
                <a:grpSpLocks noChangeAspect="1"/>
              </p:cNvGrpSpPr>
              <p:nvPr/>
            </p:nvGrpSpPr>
            <p:grpSpPr bwMode="auto">
              <a:xfrm>
                <a:off x="2976" y="3001"/>
                <a:ext cx="104" cy="277"/>
                <a:chOff x="576" y="2784"/>
                <a:chExt cx="288" cy="768"/>
              </a:xfrm>
            </p:grpSpPr>
            <p:sp>
              <p:nvSpPr>
                <p:cNvPr id="519" name="Oval 26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20" name="Line 26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21" name="Line 26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22" name="Line 26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59" name="Group 265"/>
            <p:cNvGrpSpPr/>
            <p:nvPr/>
          </p:nvGrpSpPr>
          <p:grpSpPr bwMode="auto">
            <a:xfrm rot="1938131">
              <a:off x="3000" y="3361"/>
              <a:ext cx="104" cy="307"/>
              <a:chOff x="2976" y="2884"/>
              <a:chExt cx="104" cy="468"/>
            </a:xfrm>
          </p:grpSpPr>
          <p:sp>
            <p:nvSpPr>
              <p:cNvPr id="511" name="Line 26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512" name="Group 267"/>
              <p:cNvGrpSpPr>
                <a:grpSpLocks noChangeAspect="1"/>
              </p:cNvGrpSpPr>
              <p:nvPr/>
            </p:nvGrpSpPr>
            <p:grpSpPr bwMode="auto">
              <a:xfrm>
                <a:off x="2976" y="3001"/>
                <a:ext cx="104" cy="277"/>
                <a:chOff x="576" y="2784"/>
                <a:chExt cx="288" cy="768"/>
              </a:xfrm>
            </p:grpSpPr>
            <p:sp>
              <p:nvSpPr>
                <p:cNvPr id="513" name="Oval 26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14" name="Line 26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15" name="Line 27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16" name="Line 27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60" name="Group 272"/>
            <p:cNvGrpSpPr/>
            <p:nvPr/>
          </p:nvGrpSpPr>
          <p:grpSpPr bwMode="auto">
            <a:xfrm rot="-1812594">
              <a:off x="3200" y="3245"/>
              <a:ext cx="104" cy="375"/>
              <a:chOff x="2976" y="2884"/>
              <a:chExt cx="104" cy="468"/>
            </a:xfrm>
          </p:grpSpPr>
          <p:sp>
            <p:nvSpPr>
              <p:cNvPr id="505" name="Line 27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506" name="Group 274"/>
              <p:cNvGrpSpPr>
                <a:grpSpLocks noChangeAspect="1"/>
              </p:cNvGrpSpPr>
              <p:nvPr/>
            </p:nvGrpSpPr>
            <p:grpSpPr bwMode="auto">
              <a:xfrm>
                <a:off x="2976" y="3001"/>
                <a:ext cx="104" cy="277"/>
                <a:chOff x="576" y="2784"/>
                <a:chExt cx="288" cy="768"/>
              </a:xfrm>
            </p:grpSpPr>
            <p:sp>
              <p:nvSpPr>
                <p:cNvPr id="507" name="Oval 27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08" name="Line 27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09" name="Line 27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10" name="Line 27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61" name="Group 279"/>
            <p:cNvGrpSpPr/>
            <p:nvPr/>
          </p:nvGrpSpPr>
          <p:grpSpPr bwMode="auto">
            <a:xfrm rot="-1170300">
              <a:off x="3200" y="3476"/>
              <a:ext cx="104" cy="374"/>
              <a:chOff x="2976" y="2884"/>
              <a:chExt cx="104" cy="468"/>
            </a:xfrm>
          </p:grpSpPr>
          <p:sp>
            <p:nvSpPr>
              <p:cNvPr id="499" name="Line 28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500" name="Group 281"/>
              <p:cNvGrpSpPr>
                <a:grpSpLocks noChangeAspect="1"/>
              </p:cNvGrpSpPr>
              <p:nvPr/>
            </p:nvGrpSpPr>
            <p:grpSpPr bwMode="auto">
              <a:xfrm>
                <a:off x="2976" y="3001"/>
                <a:ext cx="104" cy="277"/>
                <a:chOff x="576" y="2784"/>
                <a:chExt cx="288" cy="768"/>
              </a:xfrm>
            </p:grpSpPr>
            <p:sp>
              <p:nvSpPr>
                <p:cNvPr id="501" name="Oval 28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02" name="Line 28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03" name="Line 28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04" name="Line 28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62" name="Group 286"/>
            <p:cNvGrpSpPr/>
            <p:nvPr/>
          </p:nvGrpSpPr>
          <p:grpSpPr bwMode="auto">
            <a:xfrm rot="6113720">
              <a:off x="2985" y="3080"/>
              <a:ext cx="83" cy="326"/>
              <a:chOff x="2976" y="2884"/>
              <a:chExt cx="104" cy="468"/>
            </a:xfrm>
          </p:grpSpPr>
          <p:sp>
            <p:nvSpPr>
              <p:cNvPr id="493" name="Line 28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494" name="Group 288"/>
              <p:cNvGrpSpPr>
                <a:grpSpLocks noChangeAspect="1"/>
              </p:cNvGrpSpPr>
              <p:nvPr/>
            </p:nvGrpSpPr>
            <p:grpSpPr bwMode="auto">
              <a:xfrm>
                <a:off x="2976" y="3001"/>
                <a:ext cx="104" cy="277"/>
                <a:chOff x="576" y="2784"/>
                <a:chExt cx="288" cy="768"/>
              </a:xfrm>
            </p:grpSpPr>
            <p:sp>
              <p:nvSpPr>
                <p:cNvPr id="495" name="Oval 28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96" name="Line 29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97" name="Line 29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98" name="Line 29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63" name="Group 293"/>
            <p:cNvGrpSpPr/>
            <p:nvPr/>
          </p:nvGrpSpPr>
          <p:grpSpPr bwMode="auto">
            <a:xfrm rot="-938535">
              <a:off x="3296" y="3169"/>
              <a:ext cx="104" cy="268"/>
              <a:chOff x="2976" y="2884"/>
              <a:chExt cx="104" cy="468"/>
            </a:xfrm>
          </p:grpSpPr>
          <p:sp>
            <p:nvSpPr>
              <p:cNvPr id="487" name="Line 29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488" name="Group 295"/>
              <p:cNvGrpSpPr>
                <a:grpSpLocks noChangeAspect="1"/>
              </p:cNvGrpSpPr>
              <p:nvPr/>
            </p:nvGrpSpPr>
            <p:grpSpPr bwMode="auto">
              <a:xfrm>
                <a:off x="2976" y="3001"/>
                <a:ext cx="104" cy="277"/>
                <a:chOff x="576" y="2784"/>
                <a:chExt cx="288" cy="768"/>
              </a:xfrm>
            </p:grpSpPr>
            <p:sp>
              <p:nvSpPr>
                <p:cNvPr id="489" name="Oval 29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90" name="Line 29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91" name="Line 29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92" name="Line 29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64" name="Group 300"/>
            <p:cNvGrpSpPr/>
            <p:nvPr/>
          </p:nvGrpSpPr>
          <p:grpSpPr bwMode="auto">
            <a:xfrm rot="-1773210">
              <a:off x="3632" y="2784"/>
              <a:ext cx="584" cy="682"/>
              <a:chOff x="3064" y="2700"/>
              <a:chExt cx="584" cy="852"/>
            </a:xfrm>
          </p:grpSpPr>
          <p:grpSp>
            <p:nvGrpSpPr>
              <p:cNvPr id="445" name="Group 301"/>
              <p:cNvGrpSpPr/>
              <p:nvPr/>
            </p:nvGrpSpPr>
            <p:grpSpPr bwMode="auto">
              <a:xfrm>
                <a:off x="3064" y="2844"/>
                <a:ext cx="104" cy="468"/>
                <a:chOff x="2976" y="2884"/>
                <a:chExt cx="104" cy="468"/>
              </a:xfrm>
            </p:grpSpPr>
            <p:sp>
              <p:nvSpPr>
                <p:cNvPr id="481" name="Line 30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482" name="Group 303"/>
                <p:cNvGrpSpPr>
                  <a:grpSpLocks noChangeAspect="1"/>
                </p:cNvGrpSpPr>
                <p:nvPr/>
              </p:nvGrpSpPr>
              <p:grpSpPr bwMode="auto">
                <a:xfrm>
                  <a:off x="2976" y="3001"/>
                  <a:ext cx="104" cy="277"/>
                  <a:chOff x="576" y="2784"/>
                  <a:chExt cx="288" cy="768"/>
                </a:xfrm>
              </p:grpSpPr>
              <p:sp>
                <p:nvSpPr>
                  <p:cNvPr id="483" name="Oval 30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84" name="Line 30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85" name="Line 30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86" name="Line 30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446" name="Group 308"/>
              <p:cNvGrpSpPr/>
              <p:nvPr/>
            </p:nvGrpSpPr>
            <p:grpSpPr bwMode="auto">
              <a:xfrm rot="1938131">
                <a:off x="3248" y="2940"/>
                <a:ext cx="104" cy="384"/>
                <a:chOff x="2976" y="2884"/>
                <a:chExt cx="104" cy="468"/>
              </a:xfrm>
            </p:grpSpPr>
            <p:sp>
              <p:nvSpPr>
                <p:cNvPr id="475" name="Line 30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476" name="Group 310"/>
                <p:cNvGrpSpPr>
                  <a:grpSpLocks noChangeAspect="1"/>
                </p:cNvGrpSpPr>
                <p:nvPr/>
              </p:nvGrpSpPr>
              <p:grpSpPr bwMode="auto">
                <a:xfrm>
                  <a:off x="2976" y="3001"/>
                  <a:ext cx="104" cy="277"/>
                  <a:chOff x="576" y="2784"/>
                  <a:chExt cx="288" cy="768"/>
                </a:xfrm>
              </p:grpSpPr>
              <p:sp>
                <p:nvSpPr>
                  <p:cNvPr id="477" name="Oval 31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78" name="Line 31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79" name="Line 31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80" name="Line 31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447" name="Group 315"/>
              <p:cNvGrpSpPr/>
              <p:nvPr/>
            </p:nvGrpSpPr>
            <p:grpSpPr bwMode="auto">
              <a:xfrm rot="-1812594">
                <a:off x="3448" y="2796"/>
                <a:ext cx="104" cy="468"/>
                <a:chOff x="2976" y="2884"/>
                <a:chExt cx="104" cy="468"/>
              </a:xfrm>
            </p:grpSpPr>
            <p:sp>
              <p:nvSpPr>
                <p:cNvPr id="469" name="Line 31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470" name="Group 317"/>
                <p:cNvGrpSpPr>
                  <a:grpSpLocks noChangeAspect="1"/>
                </p:cNvGrpSpPr>
                <p:nvPr/>
              </p:nvGrpSpPr>
              <p:grpSpPr bwMode="auto">
                <a:xfrm>
                  <a:off x="2976" y="3001"/>
                  <a:ext cx="104" cy="277"/>
                  <a:chOff x="576" y="2784"/>
                  <a:chExt cx="288" cy="768"/>
                </a:xfrm>
              </p:grpSpPr>
              <p:sp>
                <p:nvSpPr>
                  <p:cNvPr id="471" name="Oval 31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72" name="Line 31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73" name="Line 32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74" name="Line 32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448" name="Group 322"/>
              <p:cNvGrpSpPr/>
              <p:nvPr/>
            </p:nvGrpSpPr>
            <p:grpSpPr bwMode="auto">
              <a:xfrm rot="-1170300">
                <a:off x="3448" y="3084"/>
                <a:ext cx="104" cy="468"/>
                <a:chOff x="2976" y="2884"/>
                <a:chExt cx="104" cy="468"/>
              </a:xfrm>
            </p:grpSpPr>
            <p:sp>
              <p:nvSpPr>
                <p:cNvPr id="463" name="Line 32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464" name="Group 324"/>
                <p:cNvGrpSpPr>
                  <a:grpSpLocks noChangeAspect="1"/>
                </p:cNvGrpSpPr>
                <p:nvPr/>
              </p:nvGrpSpPr>
              <p:grpSpPr bwMode="auto">
                <a:xfrm>
                  <a:off x="2976" y="3001"/>
                  <a:ext cx="104" cy="277"/>
                  <a:chOff x="576" y="2784"/>
                  <a:chExt cx="288" cy="768"/>
                </a:xfrm>
              </p:grpSpPr>
              <p:sp>
                <p:nvSpPr>
                  <p:cNvPr id="465" name="Oval 32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66" name="Line 32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67" name="Line 32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68" name="Line 32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449" name="Group 329"/>
              <p:cNvGrpSpPr/>
              <p:nvPr/>
            </p:nvGrpSpPr>
            <p:grpSpPr bwMode="auto">
              <a:xfrm rot="6113720">
                <a:off x="3223" y="2629"/>
                <a:ext cx="104" cy="326"/>
                <a:chOff x="2976" y="2884"/>
                <a:chExt cx="104" cy="468"/>
              </a:xfrm>
            </p:grpSpPr>
            <p:sp>
              <p:nvSpPr>
                <p:cNvPr id="457" name="Line 33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458" name="Group 331"/>
                <p:cNvGrpSpPr>
                  <a:grpSpLocks noChangeAspect="1"/>
                </p:cNvGrpSpPr>
                <p:nvPr/>
              </p:nvGrpSpPr>
              <p:grpSpPr bwMode="auto">
                <a:xfrm>
                  <a:off x="2976" y="3001"/>
                  <a:ext cx="104" cy="277"/>
                  <a:chOff x="576" y="2784"/>
                  <a:chExt cx="288" cy="768"/>
                </a:xfrm>
              </p:grpSpPr>
              <p:sp>
                <p:nvSpPr>
                  <p:cNvPr id="459" name="Oval 33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60" name="Line 33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61" name="Line 33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62" name="Line 33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450" name="Group 336"/>
              <p:cNvGrpSpPr/>
              <p:nvPr/>
            </p:nvGrpSpPr>
            <p:grpSpPr bwMode="auto">
              <a:xfrm rot="-938535">
                <a:off x="3544" y="2700"/>
                <a:ext cx="104" cy="336"/>
                <a:chOff x="2976" y="2884"/>
                <a:chExt cx="104" cy="468"/>
              </a:xfrm>
            </p:grpSpPr>
            <p:sp>
              <p:nvSpPr>
                <p:cNvPr id="451" name="Line 33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452" name="Group 338"/>
                <p:cNvGrpSpPr>
                  <a:grpSpLocks noChangeAspect="1"/>
                </p:cNvGrpSpPr>
                <p:nvPr/>
              </p:nvGrpSpPr>
              <p:grpSpPr bwMode="auto">
                <a:xfrm>
                  <a:off x="2976" y="3001"/>
                  <a:ext cx="104" cy="277"/>
                  <a:chOff x="576" y="2784"/>
                  <a:chExt cx="288" cy="768"/>
                </a:xfrm>
              </p:grpSpPr>
              <p:sp>
                <p:nvSpPr>
                  <p:cNvPr id="453" name="Oval 33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54" name="Line 34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55" name="Line 34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56" name="Line 34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grpSp>
          <p:nvGrpSpPr>
            <p:cNvPr id="65" name="Group 343"/>
            <p:cNvGrpSpPr/>
            <p:nvPr/>
          </p:nvGrpSpPr>
          <p:grpSpPr bwMode="auto">
            <a:xfrm>
              <a:off x="3688" y="2285"/>
              <a:ext cx="584" cy="682"/>
              <a:chOff x="3120" y="2016"/>
              <a:chExt cx="584" cy="852"/>
            </a:xfrm>
          </p:grpSpPr>
          <p:grpSp>
            <p:nvGrpSpPr>
              <p:cNvPr id="403" name="Group 344"/>
              <p:cNvGrpSpPr/>
              <p:nvPr/>
            </p:nvGrpSpPr>
            <p:grpSpPr bwMode="auto">
              <a:xfrm>
                <a:off x="3120" y="2160"/>
                <a:ext cx="104" cy="468"/>
                <a:chOff x="2976" y="2884"/>
                <a:chExt cx="104" cy="468"/>
              </a:xfrm>
            </p:grpSpPr>
            <p:sp>
              <p:nvSpPr>
                <p:cNvPr id="439" name="Line 34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440" name="Group 346"/>
                <p:cNvGrpSpPr>
                  <a:grpSpLocks noChangeAspect="1"/>
                </p:cNvGrpSpPr>
                <p:nvPr/>
              </p:nvGrpSpPr>
              <p:grpSpPr bwMode="auto">
                <a:xfrm>
                  <a:off x="2976" y="3001"/>
                  <a:ext cx="104" cy="277"/>
                  <a:chOff x="576" y="2784"/>
                  <a:chExt cx="288" cy="768"/>
                </a:xfrm>
              </p:grpSpPr>
              <p:sp>
                <p:nvSpPr>
                  <p:cNvPr id="441" name="Oval 34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42" name="Line 34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43" name="Line 34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44" name="Line 35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404" name="Group 351"/>
              <p:cNvGrpSpPr/>
              <p:nvPr/>
            </p:nvGrpSpPr>
            <p:grpSpPr bwMode="auto">
              <a:xfrm rot="1938131">
                <a:off x="3304" y="2256"/>
                <a:ext cx="104" cy="384"/>
                <a:chOff x="2976" y="2884"/>
                <a:chExt cx="104" cy="468"/>
              </a:xfrm>
            </p:grpSpPr>
            <p:sp>
              <p:nvSpPr>
                <p:cNvPr id="433" name="Line 35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434" name="Group 353"/>
                <p:cNvGrpSpPr>
                  <a:grpSpLocks noChangeAspect="1"/>
                </p:cNvGrpSpPr>
                <p:nvPr/>
              </p:nvGrpSpPr>
              <p:grpSpPr bwMode="auto">
                <a:xfrm>
                  <a:off x="2976" y="3001"/>
                  <a:ext cx="104" cy="277"/>
                  <a:chOff x="576" y="2784"/>
                  <a:chExt cx="288" cy="768"/>
                </a:xfrm>
              </p:grpSpPr>
              <p:sp>
                <p:nvSpPr>
                  <p:cNvPr id="435" name="Oval 35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36" name="Line 35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37" name="Line 35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38" name="Line 35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405" name="Group 358"/>
              <p:cNvGrpSpPr/>
              <p:nvPr/>
            </p:nvGrpSpPr>
            <p:grpSpPr bwMode="auto">
              <a:xfrm rot="-1812594">
                <a:off x="3504" y="2112"/>
                <a:ext cx="104" cy="468"/>
                <a:chOff x="2976" y="2884"/>
                <a:chExt cx="104" cy="468"/>
              </a:xfrm>
            </p:grpSpPr>
            <p:sp>
              <p:nvSpPr>
                <p:cNvPr id="427" name="Line 35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428" name="Group 360"/>
                <p:cNvGrpSpPr>
                  <a:grpSpLocks noChangeAspect="1"/>
                </p:cNvGrpSpPr>
                <p:nvPr/>
              </p:nvGrpSpPr>
              <p:grpSpPr bwMode="auto">
                <a:xfrm>
                  <a:off x="2976" y="3001"/>
                  <a:ext cx="104" cy="277"/>
                  <a:chOff x="576" y="2784"/>
                  <a:chExt cx="288" cy="768"/>
                </a:xfrm>
              </p:grpSpPr>
              <p:sp>
                <p:nvSpPr>
                  <p:cNvPr id="429" name="Oval 36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30" name="Line 36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31" name="Line 36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32" name="Line 36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406" name="Group 365"/>
              <p:cNvGrpSpPr/>
              <p:nvPr/>
            </p:nvGrpSpPr>
            <p:grpSpPr bwMode="auto">
              <a:xfrm rot="-1170300">
                <a:off x="3504" y="2400"/>
                <a:ext cx="104" cy="468"/>
                <a:chOff x="2976" y="2884"/>
                <a:chExt cx="104" cy="468"/>
              </a:xfrm>
            </p:grpSpPr>
            <p:sp>
              <p:nvSpPr>
                <p:cNvPr id="421" name="Line 36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422" name="Group 367"/>
                <p:cNvGrpSpPr>
                  <a:grpSpLocks noChangeAspect="1"/>
                </p:cNvGrpSpPr>
                <p:nvPr/>
              </p:nvGrpSpPr>
              <p:grpSpPr bwMode="auto">
                <a:xfrm>
                  <a:off x="2976" y="3001"/>
                  <a:ext cx="104" cy="277"/>
                  <a:chOff x="576" y="2784"/>
                  <a:chExt cx="288" cy="768"/>
                </a:xfrm>
              </p:grpSpPr>
              <p:sp>
                <p:nvSpPr>
                  <p:cNvPr id="423" name="Oval 36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24" name="Line 36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25" name="Line 37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26" name="Line 37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407" name="Group 372"/>
              <p:cNvGrpSpPr/>
              <p:nvPr/>
            </p:nvGrpSpPr>
            <p:grpSpPr bwMode="auto">
              <a:xfrm rot="6113720">
                <a:off x="3279" y="1945"/>
                <a:ext cx="104" cy="326"/>
                <a:chOff x="2976" y="2884"/>
                <a:chExt cx="104" cy="468"/>
              </a:xfrm>
            </p:grpSpPr>
            <p:sp>
              <p:nvSpPr>
                <p:cNvPr id="415" name="Line 37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416" name="Group 374"/>
                <p:cNvGrpSpPr>
                  <a:grpSpLocks noChangeAspect="1"/>
                </p:cNvGrpSpPr>
                <p:nvPr/>
              </p:nvGrpSpPr>
              <p:grpSpPr bwMode="auto">
                <a:xfrm>
                  <a:off x="2976" y="3001"/>
                  <a:ext cx="104" cy="277"/>
                  <a:chOff x="576" y="2784"/>
                  <a:chExt cx="288" cy="768"/>
                </a:xfrm>
              </p:grpSpPr>
              <p:sp>
                <p:nvSpPr>
                  <p:cNvPr id="417" name="Oval 37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18" name="Line 37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19" name="Line 37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20" name="Line 37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408" name="Group 379"/>
              <p:cNvGrpSpPr/>
              <p:nvPr/>
            </p:nvGrpSpPr>
            <p:grpSpPr bwMode="auto">
              <a:xfrm rot="-938535">
                <a:off x="3600" y="2016"/>
                <a:ext cx="104" cy="336"/>
                <a:chOff x="2976" y="2884"/>
                <a:chExt cx="104" cy="468"/>
              </a:xfrm>
            </p:grpSpPr>
            <p:sp>
              <p:nvSpPr>
                <p:cNvPr id="409" name="Line 38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410" name="Group 381"/>
                <p:cNvGrpSpPr>
                  <a:grpSpLocks noChangeAspect="1"/>
                </p:cNvGrpSpPr>
                <p:nvPr/>
              </p:nvGrpSpPr>
              <p:grpSpPr bwMode="auto">
                <a:xfrm>
                  <a:off x="2976" y="3001"/>
                  <a:ext cx="104" cy="277"/>
                  <a:chOff x="576" y="2784"/>
                  <a:chExt cx="288" cy="768"/>
                </a:xfrm>
              </p:grpSpPr>
              <p:sp>
                <p:nvSpPr>
                  <p:cNvPr id="411" name="Oval 38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12" name="Line 38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13" name="Line 38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14" name="Line 38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grpSp>
          <p:nvGrpSpPr>
            <p:cNvPr id="66" name="Group 386"/>
            <p:cNvGrpSpPr/>
            <p:nvPr/>
          </p:nvGrpSpPr>
          <p:grpSpPr bwMode="auto">
            <a:xfrm rot="-1311040">
              <a:off x="3400" y="1680"/>
              <a:ext cx="584" cy="682"/>
              <a:chOff x="2440" y="1248"/>
              <a:chExt cx="584" cy="852"/>
            </a:xfrm>
          </p:grpSpPr>
          <p:grpSp>
            <p:nvGrpSpPr>
              <p:cNvPr id="361" name="Group 387"/>
              <p:cNvGrpSpPr/>
              <p:nvPr/>
            </p:nvGrpSpPr>
            <p:grpSpPr bwMode="auto">
              <a:xfrm>
                <a:off x="2440" y="1392"/>
                <a:ext cx="104" cy="468"/>
                <a:chOff x="2976" y="2884"/>
                <a:chExt cx="104" cy="468"/>
              </a:xfrm>
            </p:grpSpPr>
            <p:sp>
              <p:nvSpPr>
                <p:cNvPr id="397" name="Line 38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398" name="Group 389"/>
                <p:cNvGrpSpPr>
                  <a:grpSpLocks noChangeAspect="1"/>
                </p:cNvGrpSpPr>
                <p:nvPr/>
              </p:nvGrpSpPr>
              <p:grpSpPr bwMode="auto">
                <a:xfrm>
                  <a:off x="2976" y="3001"/>
                  <a:ext cx="104" cy="277"/>
                  <a:chOff x="576" y="2784"/>
                  <a:chExt cx="288" cy="768"/>
                </a:xfrm>
              </p:grpSpPr>
              <p:sp>
                <p:nvSpPr>
                  <p:cNvPr id="399" name="Oval 39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00" name="Line 39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01" name="Line 39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02" name="Line 39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362" name="Group 394"/>
              <p:cNvGrpSpPr/>
              <p:nvPr/>
            </p:nvGrpSpPr>
            <p:grpSpPr bwMode="auto">
              <a:xfrm rot="1938131">
                <a:off x="2624" y="1488"/>
                <a:ext cx="104" cy="384"/>
                <a:chOff x="2976" y="2884"/>
                <a:chExt cx="104" cy="468"/>
              </a:xfrm>
            </p:grpSpPr>
            <p:sp>
              <p:nvSpPr>
                <p:cNvPr id="391" name="Line 39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392" name="Group 396"/>
                <p:cNvGrpSpPr>
                  <a:grpSpLocks noChangeAspect="1"/>
                </p:cNvGrpSpPr>
                <p:nvPr/>
              </p:nvGrpSpPr>
              <p:grpSpPr bwMode="auto">
                <a:xfrm>
                  <a:off x="2976" y="3001"/>
                  <a:ext cx="104" cy="277"/>
                  <a:chOff x="576" y="2784"/>
                  <a:chExt cx="288" cy="768"/>
                </a:xfrm>
              </p:grpSpPr>
              <p:sp>
                <p:nvSpPr>
                  <p:cNvPr id="393" name="Oval 39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4" name="Line 39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5" name="Line 39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6" name="Line 40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363" name="Group 401"/>
              <p:cNvGrpSpPr/>
              <p:nvPr/>
            </p:nvGrpSpPr>
            <p:grpSpPr bwMode="auto">
              <a:xfrm rot="-1812594">
                <a:off x="2824" y="1344"/>
                <a:ext cx="104" cy="468"/>
                <a:chOff x="2976" y="2884"/>
                <a:chExt cx="104" cy="468"/>
              </a:xfrm>
            </p:grpSpPr>
            <p:sp>
              <p:nvSpPr>
                <p:cNvPr id="385" name="Line 40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386" name="Group 403"/>
                <p:cNvGrpSpPr>
                  <a:grpSpLocks noChangeAspect="1"/>
                </p:cNvGrpSpPr>
                <p:nvPr/>
              </p:nvGrpSpPr>
              <p:grpSpPr bwMode="auto">
                <a:xfrm>
                  <a:off x="2976" y="3001"/>
                  <a:ext cx="104" cy="277"/>
                  <a:chOff x="576" y="2784"/>
                  <a:chExt cx="288" cy="768"/>
                </a:xfrm>
              </p:grpSpPr>
              <p:sp>
                <p:nvSpPr>
                  <p:cNvPr id="387" name="Oval 40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88" name="Line 40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89" name="Line 40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90" name="Line 40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364" name="Group 408"/>
              <p:cNvGrpSpPr/>
              <p:nvPr/>
            </p:nvGrpSpPr>
            <p:grpSpPr bwMode="auto">
              <a:xfrm rot="-1170300">
                <a:off x="2824" y="1632"/>
                <a:ext cx="104" cy="468"/>
                <a:chOff x="2976" y="2884"/>
                <a:chExt cx="104" cy="468"/>
              </a:xfrm>
            </p:grpSpPr>
            <p:sp>
              <p:nvSpPr>
                <p:cNvPr id="379" name="Line 40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380" name="Group 410"/>
                <p:cNvGrpSpPr>
                  <a:grpSpLocks noChangeAspect="1"/>
                </p:cNvGrpSpPr>
                <p:nvPr/>
              </p:nvGrpSpPr>
              <p:grpSpPr bwMode="auto">
                <a:xfrm>
                  <a:off x="2976" y="3001"/>
                  <a:ext cx="104" cy="277"/>
                  <a:chOff x="576" y="2784"/>
                  <a:chExt cx="288" cy="768"/>
                </a:xfrm>
              </p:grpSpPr>
              <p:sp>
                <p:nvSpPr>
                  <p:cNvPr id="381" name="Oval 41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82" name="Line 41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83" name="Line 41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84" name="Line 41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365" name="Group 415"/>
              <p:cNvGrpSpPr/>
              <p:nvPr/>
            </p:nvGrpSpPr>
            <p:grpSpPr bwMode="auto">
              <a:xfrm rot="6113720">
                <a:off x="2599" y="1177"/>
                <a:ext cx="104" cy="326"/>
                <a:chOff x="2976" y="2884"/>
                <a:chExt cx="104" cy="468"/>
              </a:xfrm>
            </p:grpSpPr>
            <p:sp>
              <p:nvSpPr>
                <p:cNvPr id="373" name="Line 41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374" name="Group 417"/>
                <p:cNvGrpSpPr>
                  <a:grpSpLocks noChangeAspect="1"/>
                </p:cNvGrpSpPr>
                <p:nvPr/>
              </p:nvGrpSpPr>
              <p:grpSpPr bwMode="auto">
                <a:xfrm>
                  <a:off x="2976" y="3001"/>
                  <a:ext cx="104" cy="277"/>
                  <a:chOff x="576" y="2784"/>
                  <a:chExt cx="288" cy="768"/>
                </a:xfrm>
              </p:grpSpPr>
              <p:sp>
                <p:nvSpPr>
                  <p:cNvPr id="375" name="Oval 41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76" name="Line 41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77" name="Line 42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78" name="Line 42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366" name="Group 422"/>
              <p:cNvGrpSpPr/>
              <p:nvPr/>
            </p:nvGrpSpPr>
            <p:grpSpPr bwMode="auto">
              <a:xfrm rot="-938535">
                <a:off x="2920" y="1248"/>
                <a:ext cx="104" cy="336"/>
                <a:chOff x="2976" y="2884"/>
                <a:chExt cx="104" cy="468"/>
              </a:xfrm>
            </p:grpSpPr>
            <p:sp>
              <p:nvSpPr>
                <p:cNvPr id="367" name="Line 42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368" name="Group 424"/>
                <p:cNvGrpSpPr>
                  <a:grpSpLocks noChangeAspect="1"/>
                </p:cNvGrpSpPr>
                <p:nvPr/>
              </p:nvGrpSpPr>
              <p:grpSpPr bwMode="auto">
                <a:xfrm>
                  <a:off x="2976" y="3001"/>
                  <a:ext cx="104" cy="277"/>
                  <a:chOff x="576" y="2784"/>
                  <a:chExt cx="288" cy="768"/>
                </a:xfrm>
              </p:grpSpPr>
              <p:sp>
                <p:nvSpPr>
                  <p:cNvPr id="369" name="Oval 42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70" name="Line 42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71" name="Line 42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72" name="Line 42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grpSp>
          <p:nvGrpSpPr>
            <p:cNvPr id="67" name="Group 429"/>
            <p:cNvGrpSpPr/>
            <p:nvPr/>
          </p:nvGrpSpPr>
          <p:grpSpPr bwMode="auto">
            <a:xfrm>
              <a:off x="1624" y="1978"/>
              <a:ext cx="104" cy="374"/>
              <a:chOff x="2976" y="2884"/>
              <a:chExt cx="104" cy="468"/>
            </a:xfrm>
          </p:grpSpPr>
          <p:sp>
            <p:nvSpPr>
              <p:cNvPr id="355" name="Line 43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356" name="Group 431"/>
              <p:cNvGrpSpPr>
                <a:grpSpLocks noChangeAspect="1"/>
              </p:cNvGrpSpPr>
              <p:nvPr/>
            </p:nvGrpSpPr>
            <p:grpSpPr bwMode="auto">
              <a:xfrm>
                <a:off x="2976" y="3001"/>
                <a:ext cx="104" cy="277"/>
                <a:chOff x="576" y="2784"/>
                <a:chExt cx="288" cy="768"/>
              </a:xfrm>
            </p:grpSpPr>
            <p:sp>
              <p:nvSpPr>
                <p:cNvPr id="357" name="Oval 43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8" name="Line 43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9" name="Line 43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60" name="Line 43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68" name="Group 436"/>
            <p:cNvGrpSpPr/>
            <p:nvPr/>
          </p:nvGrpSpPr>
          <p:grpSpPr bwMode="auto">
            <a:xfrm rot="1938131">
              <a:off x="1808" y="2055"/>
              <a:ext cx="104" cy="307"/>
              <a:chOff x="2976" y="2884"/>
              <a:chExt cx="104" cy="468"/>
            </a:xfrm>
          </p:grpSpPr>
          <p:sp>
            <p:nvSpPr>
              <p:cNvPr id="349" name="Line 43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350" name="Group 438"/>
              <p:cNvGrpSpPr>
                <a:grpSpLocks noChangeAspect="1"/>
              </p:cNvGrpSpPr>
              <p:nvPr/>
            </p:nvGrpSpPr>
            <p:grpSpPr bwMode="auto">
              <a:xfrm>
                <a:off x="2976" y="3001"/>
                <a:ext cx="104" cy="277"/>
                <a:chOff x="576" y="2784"/>
                <a:chExt cx="288" cy="768"/>
              </a:xfrm>
            </p:grpSpPr>
            <p:sp>
              <p:nvSpPr>
                <p:cNvPr id="351" name="Oval 43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2" name="Line 44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3" name="Line 44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4" name="Line 44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69" name="Group 443"/>
            <p:cNvGrpSpPr/>
            <p:nvPr/>
          </p:nvGrpSpPr>
          <p:grpSpPr bwMode="auto">
            <a:xfrm rot="-1812594">
              <a:off x="2008" y="1939"/>
              <a:ext cx="104" cy="375"/>
              <a:chOff x="2976" y="2884"/>
              <a:chExt cx="104" cy="468"/>
            </a:xfrm>
          </p:grpSpPr>
          <p:sp>
            <p:nvSpPr>
              <p:cNvPr id="343" name="Line 44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344" name="Group 445"/>
              <p:cNvGrpSpPr>
                <a:grpSpLocks noChangeAspect="1"/>
              </p:cNvGrpSpPr>
              <p:nvPr/>
            </p:nvGrpSpPr>
            <p:grpSpPr bwMode="auto">
              <a:xfrm>
                <a:off x="2976" y="3001"/>
                <a:ext cx="104" cy="277"/>
                <a:chOff x="576" y="2784"/>
                <a:chExt cx="288" cy="768"/>
              </a:xfrm>
            </p:grpSpPr>
            <p:sp>
              <p:nvSpPr>
                <p:cNvPr id="345" name="Oval 44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46" name="Line 44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47" name="Line 44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48" name="Line 44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70" name="Group 450"/>
            <p:cNvGrpSpPr/>
            <p:nvPr/>
          </p:nvGrpSpPr>
          <p:grpSpPr bwMode="auto">
            <a:xfrm rot="-1170300">
              <a:off x="2008" y="2170"/>
              <a:ext cx="104" cy="374"/>
              <a:chOff x="2976" y="2884"/>
              <a:chExt cx="104" cy="468"/>
            </a:xfrm>
          </p:grpSpPr>
          <p:sp>
            <p:nvSpPr>
              <p:cNvPr id="337" name="Line 45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338" name="Group 452"/>
              <p:cNvGrpSpPr>
                <a:grpSpLocks noChangeAspect="1"/>
              </p:cNvGrpSpPr>
              <p:nvPr/>
            </p:nvGrpSpPr>
            <p:grpSpPr bwMode="auto">
              <a:xfrm>
                <a:off x="2976" y="3001"/>
                <a:ext cx="104" cy="277"/>
                <a:chOff x="576" y="2784"/>
                <a:chExt cx="288" cy="768"/>
              </a:xfrm>
            </p:grpSpPr>
            <p:sp>
              <p:nvSpPr>
                <p:cNvPr id="339" name="Oval 45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40" name="Line 45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41" name="Line 45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42" name="Line 45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71" name="Group 457"/>
            <p:cNvGrpSpPr/>
            <p:nvPr/>
          </p:nvGrpSpPr>
          <p:grpSpPr bwMode="auto">
            <a:xfrm rot="6113720">
              <a:off x="1793" y="1773"/>
              <a:ext cx="84" cy="326"/>
              <a:chOff x="2976" y="2884"/>
              <a:chExt cx="104" cy="468"/>
            </a:xfrm>
          </p:grpSpPr>
          <p:sp>
            <p:nvSpPr>
              <p:cNvPr id="331" name="Line 45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332" name="Group 459"/>
              <p:cNvGrpSpPr>
                <a:grpSpLocks noChangeAspect="1"/>
              </p:cNvGrpSpPr>
              <p:nvPr/>
            </p:nvGrpSpPr>
            <p:grpSpPr bwMode="auto">
              <a:xfrm>
                <a:off x="2976" y="3001"/>
                <a:ext cx="104" cy="277"/>
                <a:chOff x="576" y="2784"/>
                <a:chExt cx="288" cy="768"/>
              </a:xfrm>
            </p:grpSpPr>
            <p:sp>
              <p:nvSpPr>
                <p:cNvPr id="333" name="Oval 46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34" name="Line 46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35" name="Line 46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36" name="Line 46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72" name="Group 464"/>
            <p:cNvGrpSpPr/>
            <p:nvPr/>
          </p:nvGrpSpPr>
          <p:grpSpPr bwMode="auto">
            <a:xfrm rot="-938535">
              <a:off x="2104" y="1862"/>
              <a:ext cx="104" cy="269"/>
              <a:chOff x="2976" y="2884"/>
              <a:chExt cx="104" cy="468"/>
            </a:xfrm>
          </p:grpSpPr>
          <p:sp>
            <p:nvSpPr>
              <p:cNvPr id="325" name="Line 46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326" name="Group 466"/>
              <p:cNvGrpSpPr>
                <a:grpSpLocks noChangeAspect="1"/>
              </p:cNvGrpSpPr>
              <p:nvPr/>
            </p:nvGrpSpPr>
            <p:grpSpPr bwMode="auto">
              <a:xfrm>
                <a:off x="2976" y="3001"/>
                <a:ext cx="104" cy="277"/>
                <a:chOff x="576" y="2784"/>
                <a:chExt cx="288" cy="768"/>
              </a:xfrm>
            </p:grpSpPr>
            <p:sp>
              <p:nvSpPr>
                <p:cNvPr id="327" name="Oval 46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28" name="Line 46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29" name="Line 46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30" name="Line 47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73" name="Group 471"/>
            <p:cNvGrpSpPr/>
            <p:nvPr/>
          </p:nvGrpSpPr>
          <p:grpSpPr bwMode="auto">
            <a:xfrm>
              <a:off x="1480" y="3024"/>
              <a:ext cx="104" cy="375"/>
              <a:chOff x="2976" y="2884"/>
              <a:chExt cx="104" cy="468"/>
            </a:xfrm>
          </p:grpSpPr>
          <p:sp>
            <p:nvSpPr>
              <p:cNvPr id="319" name="Line 47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320" name="Group 473"/>
              <p:cNvGrpSpPr>
                <a:grpSpLocks noChangeAspect="1"/>
              </p:cNvGrpSpPr>
              <p:nvPr/>
            </p:nvGrpSpPr>
            <p:grpSpPr bwMode="auto">
              <a:xfrm>
                <a:off x="2976" y="3001"/>
                <a:ext cx="104" cy="277"/>
                <a:chOff x="576" y="2784"/>
                <a:chExt cx="288" cy="768"/>
              </a:xfrm>
            </p:grpSpPr>
            <p:sp>
              <p:nvSpPr>
                <p:cNvPr id="321" name="Oval 47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22" name="Line 47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23" name="Line 47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24" name="Line 47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74" name="Group 478"/>
            <p:cNvGrpSpPr/>
            <p:nvPr/>
          </p:nvGrpSpPr>
          <p:grpSpPr bwMode="auto">
            <a:xfrm rot="1938131">
              <a:off x="1664" y="3101"/>
              <a:ext cx="104" cy="308"/>
              <a:chOff x="2976" y="2884"/>
              <a:chExt cx="104" cy="468"/>
            </a:xfrm>
          </p:grpSpPr>
          <p:sp>
            <p:nvSpPr>
              <p:cNvPr id="313" name="Line 47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314" name="Group 480"/>
              <p:cNvGrpSpPr>
                <a:grpSpLocks noChangeAspect="1"/>
              </p:cNvGrpSpPr>
              <p:nvPr/>
            </p:nvGrpSpPr>
            <p:grpSpPr bwMode="auto">
              <a:xfrm>
                <a:off x="2976" y="3001"/>
                <a:ext cx="104" cy="277"/>
                <a:chOff x="576" y="2784"/>
                <a:chExt cx="288" cy="768"/>
              </a:xfrm>
            </p:grpSpPr>
            <p:sp>
              <p:nvSpPr>
                <p:cNvPr id="315" name="Oval 48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16" name="Line 48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17" name="Line 48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18" name="Line 48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75" name="Group 485"/>
            <p:cNvGrpSpPr/>
            <p:nvPr/>
          </p:nvGrpSpPr>
          <p:grpSpPr bwMode="auto">
            <a:xfrm rot="-1812594">
              <a:off x="1864" y="2986"/>
              <a:ext cx="104" cy="375"/>
              <a:chOff x="2976" y="2884"/>
              <a:chExt cx="104" cy="468"/>
            </a:xfrm>
          </p:grpSpPr>
          <p:sp>
            <p:nvSpPr>
              <p:cNvPr id="307" name="Line 48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308" name="Group 487"/>
              <p:cNvGrpSpPr>
                <a:grpSpLocks noChangeAspect="1"/>
              </p:cNvGrpSpPr>
              <p:nvPr/>
            </p:nvGrpSpPr>
            <p:grpSpPr bwMode="auto">
              <a:xfrm>
                <a:off x="2976" y="3001"/>
                <a:ext cx="104" cy="277"/>
                <a:chOff x="576" y="2784"/>
                <a:chExt cx="288" cy="768"/>
              </a:xfrm>
            </p:grpSpPr>
            <p:sp>
              <p:nvSpPr>
                <p:cNvPr id="309" name="Oval 48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10" name="Line 48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11" name="Line 49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12" name="Line 49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76" name="Group 492"/>
            <p:cNvGrpSpPr/>
            <p:nvPr/>
          </p:nvGrpSpPr>
          <p:grpSpPr bwMode="auto">
            <a:xfrm rot="-1170300">
              <a:off x="1864" y="3217"/>
              <a:ext cx="104" cy="374"/>
              <a:chOff x="2976" y="2884"/>
              <a:chExt cx="104" cy="468"/>
            </a:xfrm>
          </p:grpSpPr>
          <p:sp>
            <p:nvSpPr>
              <p:cNvPr id="301" name="Line 49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302" name="Group 494"/>
              <p:cNvGrpSpPr>
                <a:grpSpLocks noChangeAspect="1"/>
              </p:cNvGrpSpPr>
              <p:nvPr/>
            </p:nvGrpSpPr>
            <p:grpSpPr bwMode="auto">
              <a:xfrm>
                <a:off x="2976" y="3001"/>
                <a:ext cx="104" cy="277"/>
                <a:chOff x="576" y="2784"/>
                <a:chExt cx="288" cy="768"/>
              </a:xfrm>
            </p:grpSpPr>
            <p:sp>
              <p:nvSpPr>
                <p:cNvPr id="303" name="Oval 49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04" name="Line 49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05" name="Line 49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06" name="Line 49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77" name="Group 499"/>
            <p:cNvGrpSpPr/>
            <p:nvPr/>
          </p:nvGrpSpPr>
          <p:grpSpPr bwMode="auto">
            <a:xfrm rot="6113720">
              <a:off x="1649" y="2820"/>
              <a:ext cx="83" cy="326"/>
              <a:chOff x="2976" y="2884"/>
              <a:chExt cx="104" cy="468"/>
            </a:xfrm>
          </p:grpSpPr>
          <p:sp>
            <p:nvSpPr>
              <p:cNvPr id="295" name="Line 50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96" name="Group 501"/>
              <p:cNvGrpSpPr>
                <a:grpSpLocks noChangeAspect="1"/>
              </p:cNvGrpSpPr>
              <p:nvPr/>
            </p:nvGrpSpPr>
            <p:grpSpPr bwMode="auto">
              <a:xfrm>
                <a:off x="2976" y="3001"/>
                <a:ext cx="104" cy="277"/>
                <a:chOff x="576" y="2784"/>
                <a:chExt cx="288" cy="768"/>
              </a:xfrm>
            </p:grpSpPr>
            <p:sp>
              <p:nvSpPr>
                <p:cNvPr id="297" name="Oval 50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98" name="Line 50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99" name="Line 50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00" name="Line 50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78" name="Group 506"/>
            <p:cNvGrpSpPr/>
            <p:nvPr/>
          </p:nvGrpSpPr>
          <p:grpSpPr bwMode="auto">
            <a:xfrm rot="-938535">
              <a:off x="1960" y="2909"/>
              <a:ext cx="104" cy="269"/>
              <a:chOff x="2976" y="2884"/>
              <a:chExt cx="104" cy="468"/>
            </a:xfrm>
          </p:grpSpPr>
          <p:sp>
            <p:nvSpPr>
              <p:cNvPr id="289" name="Line 50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90" name="Group 508"/>
              <p:cNvGrpSpPr>
                <a:grpSpLocks noChangeAspect="1"/>
              </p:cNvGrpSpPr>
              <p:nvPr/>
            </p:nvGrpSpPr>
            <p:grpSpPr bwMode="auto">
              <a:xfrm>
                <a:off x="2976" y="3001"/>
                <a:ext cx="104" cy="277"/>
                <a:chOff x="576" y="2784"/>
                <a:chExt cx="288" cy="768"/>
              </a:xfrm>
            </p:grpSpPr>
            <p:sp>
              <p:nvSpPr>
                <p:cNvPr id="291" name="Oval 50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92" name="Line 51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93" name="Line 51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94" name="Line 51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79" name="Group 513"/>
            <p:cNvGrpSpPr/>
            <p:nvPr/>
          </p:nvGrpSpPr>
          <p:grpSpPr bwMode="auto">
            <a:xfrm>
              <a:off x="2056" y="3485"/>
              <a:ext cx="104" cy="375"/>
              <a:chOff x="2976" y="2884"/>
              <a:chExt cx="104" cy="468"/>
            </a:xfrm>
          </p:grpSpPr>
          <p:sp>
            <p:nvSpPr>
              <p:cNvPr id="283" name="Line 51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84" name="Group 515"/>
              <p:cNvGrpSpPr>
                <a:grpSpLocks noChangeAspect="1"/>
              </p:cNvGrpSpPr>
              <p:nvPr/>
            </p:nvGrpSpPr>
            <p:grpSpPr bwMode="auto">
              <a:xfrm>
                <a:off x="2976" y="3001"/>
                <a:ext cx="104" cy="277"/>
                <a:chOff x="576" y="2784"/>
                <a:chExt cx="288" cy="768"/>
              </a:xfrm>
            </p:grpSpPr>
            <p:sp>
              <p:nvSpPr>
                <p:cNvPr id="285" name="Oval 51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86" name="Line 51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87" name="Line 51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88" name="Line 51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80" name="Group 520"/>
            <p:cNvGrpSpPr/>
            <p:nvPr/>
          </p:nvGrpSpPr>
          <p:grpSpPr bwMode="auto">
            <a:xfrm rot="1938131">
              <a:off x="2240" y="3562"/>
              <a:ext cx="104" cy="308"/>
              <a:chOff x="2976" y="2884"/>
              <a:chExt cx="104" cy="468"/>
            </a:xfrm>
          </p:grpSpPr>
          <p:sp>
            <p:nvSpPr>
              <p:cNvPr id="277" name="Line 52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78" name="Group 522"/>
              <p:cNvGrpSpPr>
                <a:grpSpLocks noChangeAspect="1"/>
              </p:cNvGrpSpPr>
              <p:nvPr/>
            </p:nvGrpSpPr>
            <p:grpSpPr bwMode="auto">
              <a:xfrm>
                <a:off x="2976" y="3001"/>
                <a:ext cx="104" cy="277"/>
                <a:chOff x="576" y="2784"/>
                <a:chExt cx="288" cy="768"/>
              </a:xfrm>
            </p:grpSpPr>
            <p:sp>
              <p:nvSpPr>
                <p:cNvPr id="279" name="Oval 52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80" name="Line 52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81" name="Line 52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82" name="Line 52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81" name="Group 527"/>
            <p:cNvGrpSpPr/>
            <p:nvPr/>
          </p:nvGrpSpPr>
          <p:grpSpPr bwMode="auto">
            <a:xfrm rot="-1812594">
              <a:off x="2440" y="3447"/>
              <a:ext cx="104" cy="375"/>
              <a:chOff x="2976" y="2884"/>
              <a:chExt cx="104" cy="468"/>
            </a:xfrm>
          </p:grpSpPr>
          <p:sp>
            <p:nvSpPr>
              <p:cNvPr id="271" name="Line 52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72" name="Group 529"/>
              <p:cNvGrpSpPr>
                <a:grpSpLocks noChangeAspect="1"/>
              </p:cNvGrpSpPr>
              <p:nvPr/>
            </p:nvGrpSpPr>
            <p:grpSpPr bwMode="auto">
              <a:xfrm>
                <a:off x="2976" y="3001"/>
                <a:ext cx="104" cy="277"/>
                <a:chOff x="576" y="2784"/>
                <a:chExt cx="288" cy="768"/>
              </a:xfrm>
            </p:grpSpPr>
            <p:sp>
              <p:nvSpPr>
                <p:cNvPr id="273" name="Oval 53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74" name="Line 53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75" name="Line 53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76" name="Line 53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82" name="Group 534"/>
            <p:cNvGrpSpPr/>
            <p:nvPr/>
          </p:nvGrpSpPr>
          <p:grpSpPr bwMode="auto">
            <a:xfrm rot="-1170300">
              <a:off x="2440" y="3677"/>
              <a:ext cx="104" cy="375"/>
              <a:chOff x="2976" y="2884"/>
              <a:chExt cx="104" cy="468"/>
            </a:xfrm>
          </p:grpSpPr>
          <p:sp>
            <p:nvSpPr>
              <p:cNvPr id="265" name="Line 53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66" name="Group 536"/>
              <p:cNvGrpSpPr>
                <a:grpSpLocks noChangeAspect="1"/>
              </p:cNvGrpSpPr>
              <p:nvPr/>
            </p:nvGrpSpPr>
            <p:grpSpPr bwMode="auto">
              <a:xfrm>
                <a:off x="2976" y="3001"/>
                <a:ext cx="104" cy="277"/>
                <a:chOff x="576" y="2784"/>
                <a:chExt cx="288" cy="768"/>
              </a:xfrm>
            </p:grpSpPr>
            <p:sp>
              <p:nvSpPr>
                <p:cNvPr id="267" name="Oval 53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68" name="Line 53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69" name="Line 53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70" name="Line 54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83" name="Group 541"/>
            <p:cNvGrpSpPr/>
            <p:nvPr/>
          </p:nvGrpSpPr>
          <p:grpSpPr bwMode="auto">
            <a:xfrm rot="6113720">
              <a:off x="2225" y="3281"/>
              <a:ext cx="83" cy="326"/>
              <a:chOff x="2976" y="2884"/>
              <a:chExt cx="104" cy="468"/>
            </a:xfrm>
          </p:grpSpPr>
          <p:sp>
            <p:nvSpPr>
              <p:cNvPr id="259" name="Line 54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60" name="Group 543"/>
              <p:cNvGrpSpPr>
                <a:grpSpLocks noChangeAspect="1"/>
              </p:cNvGrpSpPr>
              <p:nvPr/>
            </p:nvGrpSpPr>
            <p:grpSpPr bwMode="auto">
              <a:xfrm>
                <a:off x="2976" y="3001"/>
                <a:ext cx="104" cy="277"/>
                <a:chOff x="576" y="2784"/>
                <a:chExt cx="288" cy="768"/>
              </a:xfrm>
            </p:grpSpPr>
            <p:sp>
              <p:nvSpPr>
                <p:cNvPr id="261" name="Oval 54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62" name="Line 54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63" name="Line 54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64" name="Line 54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84" name="Group 548"/>
            <p:cNvGrpSpPr/>
            <p:nvPr/>
          </p:nvGrpSpPr>
          <p:grpSpPr bwMode="auto">
            <a:xfrm rot="-938535">
              <a:off x="2536" y="3370"/>
              <a:ext cx="104" cy="269"/>
              <a:chOff x="2976" y="2884"/>
              <a:chExt cx="104" cy="468"/>
            </a:xfrm>
          </p:grpSpPr>
          <p:sp>
            <p:nvSpPr>
              <p:cNvPr id="253" name="Line 54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54" name="Group 550"/>
              <p:cNvGrpSpPr>
                <a:grpSpLocks noChangeAspect="1"/>
              </p:cNvGrpSpPr>
              <p:nvPr/>
            </p:nvGrpSpPr>
            <p:grpSpPr bwMode="auto">
              <a:xfrm>
                <a:off x="2976" y="3001"/>
                <a:ext cx="104" cy="277"/>
                <a:chOff x="576" y="2784"/>
                <a:chExt cx="288" cy="768"/>
              </a:xfrm>
            </p:grpSpPr>
            <p:sp>
              <p:nvSpPr>
                <p:cNvPr id="255" name="Oval 55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56" name="Line 55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57" name="Line 55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58" name="Line 55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85" name="Group 555"/>
            <p:cNvGrpSpPr/>
            <p:nvPr/>
          </p:nvGrpSpPr>
          <p:grpSpPr bwMode="auto">
            <a:xfrm>
              <a:off x="3440" y="3409"/>
              <a:ext cx="104" cy="374"/>
              <a:chOff x="2976" y="2884"/>
              <a:chExt cx="104" cy="468"/>
            </a:xfrm>
          </p:grpSpPr>
          <p:sp>
            <p:nvSpPr>
              <p:cNvPr id="247" name="Line 55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48" name="Group 557"/>
              <p:cNvGrpSpPr>
                <a:grpSpLocks noChangeAspect="1"/>
              </p:cNvGrpSpPr>
              <p:nvPr/>
            </p:nvGrpSpPr>
            <p:grpSpPr bwMode="auto">
              <a:xfrm>
                <a:off x="2976" y="3001"/>
                <a:ext cx="104" cy="277"/>
                <a:chOff x="576" y="2784"/>
                <a:chExt cx="288" cy="768"/>
              </a:xfrm>
            </p:grpSpPr>
            <p:sp>
              <p:nvSpPr>
                <p:cNvPr id="249" name="Oval 55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50" name="Line 55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51" name="Line 56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52" name="Line 56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86" name="Group 562"/>
            <p:cNvGrpSpPr/>
            <p:nvPr/>
          </p:nvGrpSpPr>
          <p:grpSpPr bwMode="auto">
            <a:xfrm rot="1938131">
              <a:off x="3624" y="3485"/>
              <a:ext cx="104" cy="308"/>
              <a:chOff x="2976" y="2884"/>
              <a:chExt cx="104" cy="468"/>
            </a:xfrm>
          </p:grpSpPr>
          <p:sp>
            <p:nvSpPr>
              <p:cNvPr id="241" name="Line 56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42" name="Group 564"/>
              <p:cNvGrpSpPr>
                <a:grpSpLocks noChangeAspect="1"/>
              </p:cNvGrpSpPr>
              <p:nvPr/>
            </p:nvGrpSpPr>
            <p:grpSpPr bwMode="auto">
              <a:xfrm>
                <a:off x="2976" y="3001"/>
                <a:ext cx="104" cy="277"/>
                <a:chOff x="576" y="2784"/>
                <a:chExt cx="288" cy="768"/>
              </a:xfrm>
            </p:grpSpPr>
            <p:sp>
              <p:nvSpPr>
                <p:cNvPr id="243" name="Oval 56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44" name="Line 56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45" name="Line 56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46" name="Line 56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87" name="Group 569"/>
            <p:cNvGrpSpPr/>
            <p:nvPr/>
          </p:nvGrpSpPr>
          <p:grpSpPr bwMode="auto">
            <a:xfrm rot="-1812594">
              <a:off x="3824" y="3370"/>
              <a:ext cx="104" cy="375"/>
              <a:chOff x="2976" y="2884"/>
              <a:chExt cx="104" cy="468"/>
            </a:xfrm>
          </p:grpSpPr>
          <p:sp>
            <p:nvSpPr>
              <p:cNvPr id="235" name="Line 57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36" name="Group 571"/>
              <p:cNvGrpSpPr>
                <a:grpSpLocks noChangeAspect="1"/>
              </p:cNvGrpSpPr>
              <p:nvPr/>
            </p:nvGrpSpPr>
            <p:grpSpPr bwMode="auto">
              <a:xfrm>
                <a:off x="2976" y="3001"/>
                <a:ext cx="104" cy="277"/>
                <a:chOff x="576" y="2784"/>
                <a:chExt cx="288" cy="768"/>
              </a:xfrm>
            </p:grpSpPr>
            <p:sp>
              <p:nvSpPr>
                <p:cNvPr id="237" name="Oval 57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38" name="Line 57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39" name="Line 57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40" name="Line 57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88" name="Group 576"/>
            <p:cNvGrpSpPr/>
            <p:nvPr/>
          </p:nvGrpSpPr>
          <p:grpSpPr bwMode="auto">
            <a:xfrm rot="-1170300">
              <a:off x="3824" y="3601"/>
              <a:ext cx="104" cy="374"/>
              <a:chOff x="2976" y="2884"/>
              <a:chExt cx="104" cy="468"/>
            </a:xfrm>
          </p:grpSpPr>
          <p:sp>
            <p:nvSpPr>
              <p:cNvPr id="229" name="Line 57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30" name="Group 578"/>
              <p:cNvGrpSpPr>
                <a:grpSpLocks noChangeAspect="1"/>
              </p:cNvGrpSpPr>
              <p:nvPr/>
            </p:nvGrpSpPr>
            <p:grpSpPr bwMode="auto">
              <a:xfrm>
                <a:off x="2976" y="3001"/>
                <a:ext cx="104" cy="277"/>
                <a:chOff x="576" y="2784"/>
                <a:chExt cx="288" cy="768"/>
              </a:xfrm>
            </p:grpSpPr>
            <p:sp>
              <p:nvSpPr>
                <p:cNvPr id="231" name="Oval 57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32" name="Line 58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33" name="Line 58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34" name="Line 58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89" name="Group 583"/>
            <p:cNvGrpSpPr/>
            <p:nvPr/>
          </p:nvGrpSpPr>
          <p:grpSpPr bwMode="auto">
            <a:xfrm rot="6113720">
              <a:off x="3609" y="3204"/>
              <a:ext cx="84" cy="326"/>
              <a:chOff x="2976" y="2884"/>
              <a:chExt cx="104" cy="468"/>
            </a:xfrm>
          </p:grpSpPr>
          <p:sp>
            <p:nvSpPr>
              <p:cNvPr id="223" name="Line 58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24" name="Group 585"/>
              <p:cNvGrpSpPr>
                <a:grpSpLocks noChangeAspect="1"/>
              </p:cNvGrpSpPr>
              <p:nvPr/>
            </p:nvGrpSpPr>
            <p:grpSpPr bwMode="auto">
              <a:xfrm>
                <a:off x="2976" y="3001"/>
                <a:ext cx="104" cy="277"/>
                <a:chOff x="576" y="2784"/>
                <a:chExt cx="288" cy="768"/>
              </a:xfrm>
            </p:grpSpPr>
            <p:sp>
              <p:nvSpPr>
                <p:cNvPr id="225" name="Oval 58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6" name="Line 58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7" name="Line 58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8" name="Line 58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90" name="Group 590"/>
            <p:cNvGrpSpPr/>
            <p:nvPr/>
          </p:nvGrpSpPr>
          <p:grpSpPr bwMode="auto">
            <a:xfrm rot="-938535">
              <a:off x="3920" y="3293"/>
              <a:ext cx="104" cy="269"/>
              <a:chOff x="2976" y="2884"/>
              <a:chExt cx="104" cy="468"/>
            </a:xfrm>
          </p:grpSpPr>
          <p:sp>
            <p:nvSpPr>
              <p:cNvPr id="217" name="Line 59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18" name="Group 592"/>
              <p:cNvGrpSpPr>
                <a:grpSpLocks noChangeAspect="1"/>
              </p:cNvGrpSpPr>
              <p:nvPr/>
            </p:nvGrpSpPr>
            <p:grpSpPr bwMode="auto">
              <a:xfrm>
                <a:off x="2976" y="3001"/>
                <a:ext cx="104" cy="277"/>
                <a:chOff x="576" y="2784"/>
                <a:chExt cx="288" cy="768"/>
              </a:xfrm>
            </p:grpSpPr>
            <p:sp>
              <p:nvSpPr>
                <p:cNvPr id="219" name="Oval 59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0" name="Line 59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1" name="Line 59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2" name="Line 59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91" name="Group 597"/>
            <p:cNvGrpSpPr/>
            <p:nvPr/>
          </p:nvGrpSpPr>
          <p:grpSpPr bwMode="auto">
            <a:xfrm>
              <a:off x="1048" y="2362"/>
              <a:ext cx="104" cy="374"/>
              <a:chOff x="2976" y="2884"/>
              <a:chExt cx="104" cy="468"/>
            </a:xfrm>
          </p:grpSpPr>
          <p:sp>
            <p:nvSpPr>
              <p:cNvPr id="211" name="Line 59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12" name="Group 599"/>
              <p:cNvGrpSpPr>
                <a:grpSpLocks noChangeAspect="1"/>
              </p:cNvGrpSpPr>
              <p:nvPr/>
            </p:nvGrpSpPr>
            <p:grpSpPr bwMode="auto">
              <a:xfrm>
                <a:off x="2976" y="3001"/>
                <a:ext cx="104" cy="277"/>
                <a:chOff x="576" y="2784"/>
                <a:chExt cx="288" cy="768"/>
              </a:xfrm>
            </p:grpSpPr>
            <p:sp>
              <p:nvSpPr>
                <p:cNvPr id="213" name="Oval 60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4" name="Line 60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5" name="Line 60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6" name="Line 60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92" name="Group 604"/>
            <p:cNvGrpSpPr/>
            <p:nvPr/>
          </p:nvGrpSpPr>
          <p:grpSpPr bwMode="auto">
            <a:xfrm rot="1938131">
              <a:off x="1232" y="2439"/>
              <a:ext cx="104" cy="307"/>
              <a:chOff x="2976" y="2884"/>
              <a:chExt cx="104" cy="468"/>
            </a:xfrm>
          </p:grpSpPr>
          <p:sp>
            <p:nvSpPr>
              <p:cNvPr id="205" name="Line 60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06" name="Group 606"/>
              <p:cNvGrpSpPr>
                <a:grpSpLocks noChangeAspect="1"/>
              </p:cNvGrpSpPr>
              <p:nvPr/>
            </p:nvGrpSpPr>
            <p:grpSpPr bwMode="auto">
              <a:xfrm>
                <a:off x="2976" y="3001"/>
                <a:ext cx="104" cy="277"/>
                <a:chOff x="576" y="2784"/>
                <a:chExt cx="288" cy="768"/>
              </a:xfrm>
            </p:grpSpPr>
            <p:sp>
              <p:nvSpPr>
                <p:cNvPr id="207" name="Oval 60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8" name="Line 60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9" name="Line 60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0" name="Line 61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93" name="Group 611"/>
            <p:cNvGrpSpPr/>
            <p:nvPr/>
          </p:nvGrpSpPr>
          <p:grpSpPr bwMode="auto">
            <a:xfrm rot="-1812594">
              <a:off x="1432" y="2323"/>
              <a:ext cx="104" cy="375"/>
              <a:chOff x="2976" y="2884"/>
              <a:chExt cx="104" cy="468"/>
            </a:xfrm>
          </p:grpSpPr>
          <p:sp>
            <p:nvSpPr>
              <p:cNvPr id="199" name="Line 61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00" name="Group 613"/>
              <p:cNvGrpSpPr>
                <a:grpSpLocks noChangeAspect="1"/>
              </p:cNvGrpSpPr>
              <p:nvPr/>
            </p:nvGrpSpPr>
            <p:grpSpPr bwMode="auto">
              <a:xfrm>
                <a:off x="2976" y="3001"/>
                <a:ext cx="104" cy="277"/>
                <a:chOff x="576" y="2784"/>
                <a:chExt cx="288" cy="768"/>
              </a:xfrm>
            </p:grpSpPr>
            <p:sp>
              <p:nvSpPr>
                <p:cNvPr id="201" name="Oval 61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2" name="Line 61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3" name="Line 61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4" name="Line 61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94" name="Group 618"/>
            <p:cNvGrpSpPr/>
            <p:nvPr/>
          </p:nvGrpSpPr>
          <p:grpSpPr bwMode="auto">
            <a:xfrm rot="-1170300">
              <a:off x="1432" y="2554"/>
              <a:ext cx="104" cy="374"/>
              <a:chOff x="2976" y="2884"/>
              <a:chExt cx="104" cy="468"/>
            </a:xfrm>
          </p:grpSpPr>
          <p:sp>
            <p:nvSpPr>
              <p:cNvPr id="193" name="Line 61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94" name="Group 620"/>
              <p:cNvGrpSpPr>
                <a:grpSpLocks noChangeAspect="1"/>
              </p:cNvGrpSpPr>
              <p:nvPr/>
            </p:nvGrpSpPr>
            <p:grpSpPr bwMode="auto">
              <a:xfrm>
                <a:off x="2976" y="3001"/>
                <a:ext cx="104" cy="277"/>
                <a:chOff x="576" y="2784"/>
                <a:chExt cx="288" cy="768"/>
              </a:xfrm>
            </p:grpSpPr>
            <p:sp>
              <p:nvSpPr>
                <p:cNvPr id="195" name="Oval 62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6" name="Line 62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7" name="Line 62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8" name="Line 62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95" name="Group 625"/>
            <p:cNvGrpSpPr/>
            <p:nvPr/>
          </p:nvGrpSpPr>
          <p:grpSpPr bwMode="auto">
            <a:xfrm rot="6113720">
              <a:off x="1217" y="2158"/>
              <a:ext cx="83" cy="326"/>
              <a:chOff x="2976" y="2884"/>
              <a:chExt cx="104" cy="468"/>
            </a:xfrm>
          </p:grpSpPr>
          <p:sp>
            <p:nvSpPr>
              <p:cNvPr id="187" name="Line 62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88" name="Group 627"/>
              <p:cNvGrpSpPr>
                <a:grpSpLocks noChangeAspect="1"/>
              </p:cNvGrpSpPr>
              <p:nvPr/>
            </p:nvGrpSpPr>
            <p:grpSpPr bwMode="auto">
              <a:xfrm>
                <a:off x="2976" y="3001"/>
                <a:ext cx="104" cy="277"/>
                <a:chOff x="576" y="2784"/>
                <a:chExt cx="288" cy="768"/>
              </a:xfrm>
            </p:grpSpPr>
            <p:sp>
              <p:nvSpPr>
                <p:cNvPr id="189" name="Oval 62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0" name="Line 62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1" name="Line 63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2" name="Line 63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96" name="Group 632"/>
            <p:cNvGrpSpPr/>
            <p:nvPr/>
          </p:nvGrpSpPr>
          <p:grpSpPr bwMode="auto">
            <a:xfrm rot="-938535">
              <a:off x="1528" y="2247"/>
              <a:ext cx="104" cy="268"/>
              <a:chOff x="2976" y="2884"/>
              <a:chExt cx="104" cy="468"/>
            </a:xfrm>
          </p:grpSpPr>
          <p:sp>
            <p:nvSpPr>
              <p:cNvPr id="181" name="Line 63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82" name="Group 634"/>
              <p:cNvGrpSpPr>
                <a:grpSpLocks noChangeAspect="1"/>
              </p:cNvGrpSpPr>
              <p:nvPr/>
            </p:nvGrpSpPr>
            <p:grpSpPr bwMode="auto">
              <a:xfrm>
                <a:off x="2976" y="3001"/>
                <a:ext cx="104" cy="277"/>
                <a:chOff x="576" y="2784"/>
                <a:chExt cx="288" cy="768"/>
              </a:xfrm>
            </p:grpSpPr>
            <p:sp>
              <p:nvSpPr>
                <p:cNvPr id="183" name="Oval 63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4" name="Line 63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5" name="Line 63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6" name="Line 63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97" name="Group 639"/>
            <p:cNvGrpSpPr/>
            <p:nvPr/>
          </p:nvGrpSpPr>
          <p:grpSpPr bwMode="auto">
            <a:xfrm>
              <a:off x="800" y="2832"/>
              <a:ext cx="104" cy="375"/>
              <a:chOff x="2976" y="2884"/>
              <a:chExt cx="104" cy="468"/>
            </a:xfrm>
          </p:grpSpPr>
          <p:sp>
            <p:nvSpPr>
              <p:cNvPr id="175" name="Line 64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76" name="Group 641"/>
              <p:cNvGrpSpPr>
                <a:grpSpLocks noChangeAspect="1"/>
              </p:cNvGrpSpPr>
              <p:nvPr/>
            </p:nvGrpSpPr>
            <p:grpSpPr bwMode="auto">
              <a:xfrm>
                <a:off x="2976" y="3001"/>
                <a:ext cx="104" cy="277"/>
                <a:chOff x="576" y="2784"/>
                <a:chExt cx="288" cy="768"/>
              </a:xfrm>
            </p:grpSpPr>
            <p:sp>
              <p:nvSpPr>
                <p:cNvPr id="177" name="Oval 64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8" name="Line 64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9" name="Line 64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0" name="Line 64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98" name="Group 646"/>
            <p:cNvGrpSpPr/>
            <p:nvPr/>
          </p:nvGrpSpPr>
          <p:grpSpPr bwMode="auto">
            <a:xfrm rot="1938131">
              <a:off x="984" y="2909"/>
              <a:ext cx="104" cy="308"/>
              <a:chOff x="2976" y="2884"/>
              <a:chExt cx="104" cy="468"/>
            </a:xfrm>
          </p:grpSpPr>
          <p:sp>
            <p:nvSpPr>
              <p:cNvPr id="169" name="Line 64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70" name="Group 648"/>
              <p:cNvGrpSpPr>
                <a:grpSpLocks noChangeAspect="1"/>
              </p:cNvGrpSpPr>
              <p:nvPr/>
            </p:nvGrpSpPr>
            <p:grpSpPr bwMode="auto">
              <a:xfrm>
                <a:off x="2976" y="3001"/>
                <a:ext cx="104" cy="277"/>
                <a:chOff x="576" y="2784"/>
                <a:chExt cx="288" cy="768"/>
              </a:xfrm>
            </p:grpSpPr>
            <p:sp>
              <p:nvSpPr>
                <p:cNvPr id="171" name="Oval 64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2" name="Line 65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3" name="Line 65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4" name="Line 65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99" name="Group 653"/>
            <p:cNvGrpSpPr/>
            <p:nvPr/>
          </p:nvGrpSpPr>
          <p:grpSpPr bwMode="auto">
            <a:xfrm rot="-1812594">
              <a:off x="1184" y="2794"/>
              <a:ext cx="104" cy="375"/>
              <a:chOff x="2976" y="2884"/>
              <a:chExt cx="104" cy="468"/>
            </a:xfrm>
          </p:grpSpPr>
          <p:sp>
            <p:nvSpPr>
              <p:cNvPr id="163" name="Line 65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64" name="Group 655"/>
              <p:cNvGrpSpPr>
                <a:grpSpLocks noChangeAspect="1"/>
              </p:cNvGrpSpPr>
              <p:nvPr/>
            </p:nvGrpSpPr>
            <p:grpSpPr bwMode="auto">
              <a:xfrm>
                <a:off x="2976" y="3001"/>
                <a:ext cx="104" cy="277"/>
                <a:chOff x="576" y="2784"/>
                <a:chExt cx="288" cy="768"/>
              </a:xfrm>
            </p:grpSpPr>
            <p:sp>
              <p:nvSpPr>
                <p:cNvPr id="165" name="Oval 65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6" name="Line 65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7" name="Line 65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8" name="Line 65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00" name="Group 660"/>
            <p:cNvGrpSpPr/>
            <p:nvPr/>
          </p:nvGrpSpPr>
          <p:grpSpPr bwMode="auto">
            <a:xfrm rot="-1170300">
              <a:off x="1184" y="3024"/>
              <a:ext cx="104" cy="375"/>
              <a:chOff x="2976" y="2884"/>
              <a:chExt cx="104" cy="468"/>
            </a:xfrm>
          </p:grpSpPr>
          <p:sp>
            <p:nvSpPr>
              <p:cNvPr id="157" name="Line 66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58" name="Group 662"/>
              <p:cNvGrpSpPr>
                <a:grpSpLocks noChangeAspect="1"/>
              </p:cNvGrpSpPr>
              <p:nvPr/>
            </p:nvGrpSpPr>
            <p:grpSpPr bwMode="auto">
              <a:xfrm>
                <a:off x="2976" y="3001"/>
                <a:ext cx="104" cy="277"/>
                <a:chOff x="576" y="2784"/>
                <a:chExt cx="288" cy="768"/>
              </a:xfrm>
            </p:grpSpPr>
            <p:sp>
              <p:nvSpPr>
                <p:cNvPr id="159" name="Oval 66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0" name="Line 66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1" name="Line 66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2" name="Line 66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01" name="Group 667"/>
            <p:cNvGrpSpPr/>
            <p:nvPr/>
          </p:nvGrpSpPr>
          <p:grpSpPr bwMode="auto">
            <a:xfrm rot="6113720">
              <a:off x="969" y="2628"/>
              <a:ext cx="83" cy="326"/>
              <a:chOff x="2976" y="2884"/>
              <a:chExt cx="104" cy="468"/>
            </a:xfrm>
          </p:grpSpPr>
          <p:sp>
            <p:nvSpPr>
              <p:cNvPr id="151" name="Line 66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52" name="Group 669"/>
              <p:cNvGrpSpPr>
                <a:grpSpLocks noChangeAspect="1"/>
              </p:cNvGrpSpPr>
              <p:nvPr/>
            </p:nvGrpSpPr>
            <p:grpSpPr bwMode="auto">
              <a:xfrm>
                <a:off x="2976" y="3001"/>
                <a:ext cx="104" cy="277"/>
                <a:chOff x="576" y="2784"/>
                <a:chExt cx="288" cy="768"/>
              </a:xfrm>
            </p:grpSpPr>
            <p:sp>
              <p:nvSpPr>
                <p:cNvPr id="153" name="Oval 67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4" name="Line 67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5" name="Line 67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6" name="Line 67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02" name="Group 674"/>
            <p:cNvGrpSpPr/>
            <p:nvPr/>
          </p:nvGrpSpPr>
          <p:grpSpPr bwMode="auto">
            <a:xfrm rot="-938535">
              <a:off x="1280" y="2717"/>
              <a:ext cx="104" cy="269"/>
              <a:chOff x="2976" y="2884"/>
              <a:chExt cx="104" cy="468"/>
            </a:xfrm>
          </p:grpSpPr>
          <p:sp>
            <p:nvSpPr>
              <p:cNvPr id="145" name="Line 67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46" name="Group 676"/>
              <p:cNvGrpSpPr>
                <a:grpSpLocks noChangeAspect="1"/>
              </p:cNvGrpSpPr>
              <p:nvPr/>
            </p:nvGrpSpPr>
            <p:grpSpPr bwMode="auto">
              <a:xfrm>
                <a:off x="2976" y="3001"/>
                <a:ext cx="104" cy="277"/>
                <a:chOff x="576" y="2784"/>
                <a:chExt cx="288" cy="768"/>
              </a:xfrm>
            </p:grpSpPr>
            <p:sp>
              <p:nvSpPr>
                <p:cNvPr id="147" name="Oval 67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8" name="Line 67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9" name="Line 67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0" name="Line 68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03" name="Group 681"/>
            <p:cNvGrpSpPr/>
            <p:nvPr/>
          </p:nvGrpSpPr>
          <p:grpSpPr bwMode="auto">
            <a:xfrm>
              <a:off x="4024" y="1862"/>
              <a:ext cx="104" cy="375"/>
              <a:chOff x="2976" y="2884"/>
              <a:chExt cx="104" cy="468"/>
            </a:xfrm>
          </p:grpSpPr>
          <p:sp>
            <p:nvSpPr>
              <p:cNvPr id="139" name="Line 68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40" name="Group 683"/>
              <p:cNvGrpSpPr>
                <a:grpSpLocks noChangeAspect="1"/>
              </p:cNvGrpSpPr>
              <p:nvPr/>
            </p:nvGrpSpPr>
            <p:grpSpPr bwMode="auto">
              <a:xfrm>
                <a:off x="2976" y="3001"/>
                <a:ext cx="104" cy="277"/>
                <a:chOff x="576" y="2784"/>
                <a:chExt cx="288" cy="768"/>
              </a:xfrm>
            </p:grpSpPr>
            <p:sp>
              <p:nvSpPr>
                <p:cNvPr id="141" name="Oval 68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2" name="Line 68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3" name="Line 68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4" name="Line 68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04" name="Group 688"/>
            <p:cNvGrpSpPr/>
            <p:nvPr/>
          </p:nvGrpSpPr>
          <p:grpSpPr bwMode="auto">
            <a:xfrm rot="1938131">
              <a:off x="4208" y="1939"/>
              <a:ext cx="104" cy="308"/>
              <a:chOff x="2976" y="2884"/>
              <a:chExt cx="104" cy="468"/>
            </a:xfrm>
          </p:grpSpPr>
          <p:sp>
            <p:nvSpPr>
              <p:cNvPr id="133" name="Line 68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34" name="Group 690"/>
              <p:cNvGrpSpPr>
                <a:grpSpLocks noChangeAspect="1"/>
              </p:cNvGrpSpPr>
              <p:nvPr/>
            </p:nvGrpSpPr>
            <p:grpSpPr bwMode="auto">
              <a:xfrm>
                <a:off x="2976" y="3001"/>
                <a:ext cx="104" cy="277"/>
                <a:chOff x="576" y="2784"/>
                <a:chExt cx="288" cy="768"/>
              </a:xfrm>
            </p:grpSpPr>
            <p:sp>
              <p:nvSpPr>
                <p:cNvPr id="135" name="Oval 69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36" name="Line 69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37" name="Line 69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38" name="Line 69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05" name="Group 695"/>
            <p:cNvGrpSpPr/>
            <p:nvPr/>
          </p:nvGrpSpPr>
          <p:grpSpPr bwMode="auto">
            <a:xfrm rot="-1812594">
              <a:off x="4408" y="1824"/>
              <a:ext cx="104" cy="375"/>
              <a:chOff x="2976" y="2884"/>
              <a:chExt cx="104" cy="468"/>
            </a:xfrm>
          </p:grpSpPr>
          <p:sp>
            <p:nvSpPr>
              <p:cNvPr id="127" name="Line 69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28" name="Group 697"/>
              <p:cNvGrpSpPr>
                <a:grpSpLocks noChangeAspect="1"/>
              </p:cNvGrpSpPr>
              <p:nvPr/>
            </p:nvGrpSpPr>
            <p:grpSpPr bwMode="auto">
              <a:xfrm>
                <a:off x="2976" y="3001"/>
                <a:ext cx="104" cy="277"/>
                <a:chOff x="576" y="2784"/>
                <a:chExt cx="288" cy="768"/>
              </a:xfrm>
            </p:grpSpPr>
            <p:sp>
              <p:nvSpPr>
                <p:cNvPr id="129" name="Oval 69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30" name="Line 69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31" name="Line 70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32" name="Line 70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06" name="Group 702"/>
            <p:cNvGrpSpPr/>
            <p:nvPr/>
          </p:nvGrpSpPr>
          <p:grpSpPr bwMode="auto">
            <a:xfrm rot="-1170300">
              <a:off x="4408" y="2055"/>
              <a:ext cx="104" cy="374"/>
              <a:chOff x="2976" y="2884"/>
              <a:chExt cx="104" cy="468"/>
            </a:xfrm>
          </p:grpSpPr>
          <p:sp>
            <p:nvSpPr>
              <p:cNvPr id="121" name="Line 70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22" name="Group 704"/>
              <p:cNvGrpSpPr>
                <a:grpSpLocks noChangeAspect="1"/>
              </p:cNvGrpSpPr>
              <p:nvPr/>
            </p:nvGrpSpPr>
            <p:grpSpPr bwMode="auto">
              <a:xfrm>
                <a:off x="2976" y="3001"/>
                <a:ext cx="104" cy="277"/>
                <a:chOff x="576" y="2784"/>
                <a:chExt cx="288" cy="768"/>
              </a:xfrm>
            </p:grpSpPr>
            <p:sp>
              <p:nvSpPr>
                <p:cNvPr id="123" name="Oval 70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24" name="Line 70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25" name="Line 70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26" name="Line 70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07" name="Group 709"/>
            <p:cNvGrpSpPr/>
            <p:nvPr/>
          </p:nvGrpSpPr>
          <p:grpSpPr bwMode="auto">
            <a:xfrm rot="6113720">
              <a:off x="4193" y="1658"/>
              <a:ext cx="83" cy="326"/>
              <a:chOff x="2976" y="2884"/>
              <a:chExt cx="104" cy="468"/>
            </a:xfrm>
          </p:grpSpPr>
          <p:sp>
            <p:nvSpPr>
              <p:cNvPr id="115" name="Line 71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16" name="Group 711"/>
              <p:cNvGrpSpPr>
                <a:grpSpLocks noChangeAspect="1"/>
              </p:cNvGrpSpPr>
              <p:nvPr/>
            </p:nvGrpSpPr>
            <p:grpSpPr bwMode="auto">
              <a:xfrm>
                <a:off x="2976" y="3001"/>
                <a:ext cx="104" cy="277"/>
                <a:chOff x="576" y="2784"/>
                <a:chExt cx="288" cy="768"/>
              </a:xfrm>
            </p:grpSpPr>
            <p:sp>
              <p:nvSpPr>
                <p:cNvPr id="117" name="Oval 71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18" name="Line 71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19" name="Line 71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20" name="Line 71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08" name="Group 716"/>
            <p:cNvGrpSpPr/>
            <p:nvPr/>
          </p:nvGrpSpPr>
          <p:grpSpPr bwMode="auto">
            <a:xfrm rot="-938535">
              <a:off x="4504" y="1747"/>
              <a:ext cx="104" cy="269"/>
              <a:chOff x="2976" y="2884"/>
              <a:chExt cx="104" cy="468"/>
            </a:xfrm>
          </p:grpSpPr>
          <p:sp>
            <p:nvSpPr>
              <p:cNvPr id="109" name="Line 71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10" name="Group 718"/>
              <p:cNvGrpSpPr>
                <a:grpSpLocks noChangeAspect="1"/>
              </p:cNvGrpSpPr>
              <p:nvPr/>
            </p:nvGrpSpPr>
            <p:grpSpPr bwMode="auto">
              <a:xfrm>
                <a:off x="2976" y="3001"/>
                <a:ext cx="104" cy="277"/>
                <a:chOff x="576" y="2784"/>
                <a:chExt cx="288" cy="768"/>
              </a:xfrm>
            </p:grpSpPr>
            <p:sp>
              <p:nvSpPr>
                <p:cNvPr id="111" name="Oval 71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12" name="Line 72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13" name="Line 72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14" name="Line 72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sp>
        <p:nvSpPr>
          <p:cNvPr id="30" name="Rectangle 730"/>
          <p:cNvSpPr>
            <a:spLocks noChangeArrowheads="1"/>
          </p:cNvSpPr>
          <p:nvPr/>
        </p:nvSpPr>
        <p:spPr bwMode="auto">
          <a:xfrm>
            <a:off x="649099" y="1678930"/>
            <a:ext cx="7809101" cy="12003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highlight>
                  <a:srgbClr val="FFFF00"/>
                </a:highlight>
                <a:latin typeface="Times New Roman" panose="02020603050405020304" pitchFamily="18" charset="0"/>
                <a:cs typeface="Times New Roman" panose="02020603050405020304" pitchFamily="18" charset="0"/>
              </a:rPr>
              <a:t>A dielectric can be modeled as an ensemble of bound charges in free space,</a:t>
            </a:r>
            <a:r>
              <a:rPr lang="en-US" altLang="zh-CN" dirty="0">
                <a:latin typeface="Times New Roman" panose="02020603050405020304" pitchFamily="18" charset="0"/>
                <a:cs typeface="Times New Roman" panose="02020603050405020304" pitchFamily="18" charset="0"/>
              </a:rPr>
              <a:t> associated with the atoms and molecules that make up the material. Some of these may have </a:t>
            </a:r>
            <a:r>
              <a:rPr lang="en-US" altLang="zh-CN" dirty="0">
                <a:solidFill>
                  <a:srgbClr val="C00000"/>
                </a:solidFill>
                <a:latin typeface="Times New Roman" panose="02020603050405020304" pitchFamily="18" charset="0"/>
                <a:cs typeface="Times New Roman" panose="02020603050405020304" pitchFamily="18" charset="0"/>
              </a:rPr>
              <a:t>intrinsic dipole moments</a:t>
            </a:r>
            <a:r>
              <a:rPr lang="en-US" altLang="zh-CN" dirty="0">
                <a:latin typeface="Times New Roman" panose="02020603050405020304" pitchFamily="18" charset="0"/>
                <a:cs typeface="Times New Roman" panose="02020603050405020304" pitchFamily="18" charset="0"/>
              </a:rPr>
              <a:t>, others not.  In some materials (such as liquids), dipole moments are in random directions.</a:t>
            </a: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32</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Dielectric Materials -Polarization Field</a:t>
            </a:r>
            <a:endParaRPr lang="zh-CN" altLang="en-US" sz="2800" dirty="0">
              <a:solidFill>
                <a:srgbClr val="000099"/>
              </a:solidFill>
              <a:latin typeface="华文行楷" panose="02010800040101010101" pitchFamily="2" charset="-122"/>
              <a:ea typeface="华文行楷" panose="02010800040101010101" pitchFamily="2" charset="-122"/>
            </a:endParaRPr>
          </a:p>
        </p:txBody>
      </p:sp>
      <p:sp>
        <p:nvSpPr>
          <p:cNvPr id="751" name="Text Box 726"/>
          <p:cNvSpPr txBox="1">
            <a:spLocks noChangeArrowheads="1"/>
          </p:cNvSpPr>
          <p:nvPr/>
        </p:nvSpPr>
        <p:spPr bwMode="auto">
          <a:xfrm>
            <a:off x="5865430" y="5582813"/>
            <a:ext cx="1425329" cy="3385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sz="1600" dirty="0">
                <a:latin typeface="Times New Roman" panose="02020603050405020304" pitchFamily="18" charset="0"/>
                <a:cs typeface="Times New Roman" panose="02020603050405020304" pitchFamily="18" charset="0"/>
              </a:rPr>
              <a:t>Unit: [C/m</a:t>
            </a:r>
            <a:r>
              <a:rPr lang="en-US" altLang="zh-CN" sz="1600" baseline="30000" dirty="0">
                <a:latin typeface="Times New Roman" panose="02020603050405020304" pitchFamily="18" charset="0"/>
                <a:cs typeface="Times New Roman" panose="02020603050405020304" pitchFamily="18" charset="0"/>
              </a:rPr>
              <a:t>2</a:t>
            </a:r>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p:txBody>
      </p:sp>
      <p:grpSp>
        <p:nvGrpSpPr>
          <p:cNvPr id="752" name="Group 729"/>
          <p:cNvGrpSpPr/>
          <p:nvPr/>
        </p:nvGrpSpPr>
        <p:grpSpPr bwMode="auto">
          <a:xfrm>
            <a:off x="279400" y="1809750"/>
            <a:ext cx="6045200" cy="4705350"/>
            <a:chOff x="232" y="1260"/>
            <a:chExt cx="3808" cy="2964"/>
          </a:xfrm>
        </p:grpSpPr>
        <p:sp>
          <p:nvSpPr>
            <p:cNvPr id="753" name="Oval 2"/>
            <p:cNvSpPr>
              <a:spLocks noChangeArrowheads="1"/>
            </p:cNvSpPr>
            <p:nvPr/>
          </p:nvSpPr>
          <p:spPr bwMode="auto">
            <a:xfrm>
              <a:off x="2352" y="2400"/>
              <a:ext cx="816" cy="816"/>
            </a:xfrm>
            <a:prstGeom prst="ellipse">
              <a:avLst/>
            </a:prstGeom>
            <a:solidFill>
              <a:srgbClr val="6FA9E8"/>
            </a:solidFill>
            <a:ln w="19050">
              <a:solidFill>
                <a:schemeClr val="tx1"/>
              </a:solidFill>
              <a:prstDash val="dash"/>
              <a:round/>
            </a:ln>
          </p:spPr>
          <p:txBody>
            <a:bodyPr wrap="none" anchor="ctr"/>
            <a:lstStyle/>
            <a:p>
              <a:endParaRPr lang="zh-CN" altLang="en-US"/>
            </a:p>
          </p:txBody>
        </p:sp>
        <p:grpSp>
          <p:nvGrpSpPr>
            <p:cNvPr id="754" name="Group 4"/>
            <p:cNvGrpSpPr/>
            <p:nvPr/>
          </p:nvGrpSpPr>
          <p:grpSpPr bwMode="auto">
            <a:xfrm>
              <a:off x="1824" y="2256"/>
              <a:ext cx="104" cy="468"/>
              <a:chOff x="2976" y="2884"/>
              <a:chExt cx="104" cy="468"/>
            </a:xfrm>
          </p:grpSpPr>
          <p:sp>
            <p:nvSpPr>
              <p:cNvPr id="1469" name="Line 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70" name="Group 6"/>
              <p:cNvGrpSpPr>
                <a:grpSpLocks noChangeAspect="1"/>
              </p:cNvGrpSpPr>
              <p:nvPr/>
            </p:nvGrpSpPr>
            <p:grpSpPr bwMode="auto">
              <a:xfrm>
                <a:off x="2976" y="3001"/>
                <a:ext cx="104" cy="277"/>
                <a:chOff x="576" y="2784"/>
                <a:chExt cx="288" cy="768"/>
              </a:xfrm>
            </p:grpSpPr>
            <p:sp>
              <p:nvSpPr>
                <p:cNvPr id="1471" name="Oval 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472" name="Line 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3" name="Line 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 name="Line 1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55" name="Group 11"/>
            <p:cNvGrpSpPr/>
            <p:nvPr/>
          </p:nvGrpSpPr>
          <p:grpSpPr bwMode="auto">
            <a:xfrm rot="1938131">
              <a:off x="2008" y="2352"/>
              <a:ext cx="104" cy="384"/>
              <a:chOff x="2976" y="2884"/>
              <a:chExt cx="104" cy="468"/>
            </a:xfrm>
          </p:grpSpPr>
          <p:sp>
            <p:nvSpPr>
              <p:cNvPr id="1463" name="Line 1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64" name="Group 13"/>
              <p:cNvGrpSpPr>
                <a:grpSpLocks noChangeAspect="1"/>
              </p:cNvGrpSpPr>
              <p:nvPr/>
            </p:nvGrpSpPr>
            <p:grpSpPr bwMode="auto">
              <a:xfrm>
                <a:off x="2976" y="3001"/>
                <a:ext cx="104" cy="277"/>
                <a:chOff x="576" y="2784"/>
                <a:chExt cx="288" cy="768"/>
              </a:xfrm>
            </p:grpSpPr>
            <p:sp>
              <p:nvSpPr>
                <p:cNvPr id="1465" name="Oval 1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466" name="Line 1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7" name="Line 1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8" name="Line 1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56" name="Group 18"/>
            <p:cNvGrpSpPr/>
            <p:nvPr/>
          </p:nvGrpSpPr>
          <p:grpSpPr bwMode="auto">
            <a:xfrm rot="-1812594">
              <a:off x="2208" y="2208"/>
              <a:ext cx="104" cy="468"/>
              <a:chOff x="2976" y="2884"/>
              <a:chExt cx="104" cy="468"/>
            </a:xfrm>
          </p:grpSpPr>
          <p:sp>
            <p:nvSpPr>
              <p:cNvPr id="1457" name="Line 1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58" name="Group 20"/>
              <p:cNvGrpSpPr>
                <a:grpSpLocks noChangeAspect="1"/>
              </p:cNvGrpSpPr>
              <p:nvPr/>
            </p:nvGrpSpPr>
            <p:grpSpPr bwMode="auto">
              <a:xfrm>
                <a:off x="2976" y="3001"/>
                <a:ext cx="104" cy="277"/>
                <a:chOff x="576" y="2784"/>
                <a:chExt cx="288" cy="768"/>
              </a:xfrm>
            </p:grpSpPr>
            <p:sp>
              <p:nvSpPr>
                <p:cNvPr id="1459" name="Oval 2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460" name="Line 2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1" name="Line 2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2" name="Line 2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57" name="Group 25"/>
            <p:cNvGrpSpPr/>
            <p:nvPr/>
          </p:nvGrpSpPr>
          <p:grpSpPr bwMode="auto">
            <a:xfrm rot="-1170300">
              <a:off x="2208" y="2496"/>
              <a:ext cx="104" cy="468"/>
              <a:chOff x="2976" y="2884"/>
              <a:chExt cx="104" cy="468"/>
            </a:xfrm>
          </p:grpSpPr>
          <p:sp>
            <p:nvSpPr>
              <p:cNvPr id="1451" name="Line 2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52" name="Group 27"/>
              <p:cNvGrpSpPr>
                <a:grpSpLocks noChangeAspect="1"/>
              </p:cNvGrpSpPr>
              <p:nvPr/>
            </p:nvGrpSpPr>
            <p:grpSpPr bwMode="auto">
              <a:xfrm>
                <a:off x="2976" y="3001"/>
                <a:ext cx="104" cy="277"/>
                <a:chOff x="576" y="2784"/>
                <a:chExt cx="288" cy="768"/>
              </a:xfrm>
            </p:grpSpPr>
            <p:sp>
              <p:nvSpPr>
                <p:cNvPr id="1453" name="Oval 2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454" name="Line 2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5" name="Line 3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6" name="Line 3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58" name="Group 32"/>
            <p:cNvGrpSpPr/>
            <p:nvPr/>
          </p:nvGrpSpPr>
          <p:grpSpPr bwMode="auto">
            <a:xfrm rot="6113720">
              <a:off x="1983" y="2041"/>
              <a:ext cx="104" cy="326"/>
              <a:chOff x="2976" y="2884"/>
              <a:chExt cx="104" cy="468"/>
            </a:xfrm>
          </p:grpSpPr>
          <p:sp>
            <p:nvSpPr>
              <p:cNvPr id="1445" name="Line 3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46" name="Group 34"/>
              <p:cNvGrpSpPr>
                <a:grpSpLocks noChangeAspect="1"/>
              </p:cNvGrpSpPr>
              <p:nvPr/>
            </p:nvGrpSpPr>
            <p:grpSpPr bwMode="auto">
              <a:xfrm>
                <a:off x="2976" y="3001"/>
                <a:ext cx="104" cy="277"/>
                <a:chOff x="576" y="2784"/>
                <a:chExt cx="288" cy="768"/>
              </a:xfrm>
            </p:grpSpPr>
            <p:sp>
              <p:nvSpPr>
                <p:cNvPr id="1447" name="Oval 3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448" name="Line 3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9" name="Line 3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0" name="Line 3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59" name="Group 39"/>
            <p:cNvGrpSpPr/>
            <p:nvPr/>
          </p:nvGrpSpPr>
          <p:grpSpPr bwMode="auto">
            <a:xfrm rot="-938535">
              <a:off x="2304" y="2112"/>
              <a:ext cx="104" cy="336"/>
              <a:chOff x="2976" y="2884"/>
              <a:chExt cx="104" cy="468"/>
            </a:xfrm>
          </p:grpSpPr>
          <p:sp>
            <p:nvSpPr>
              <p:cNvPr id="1439" name="Line 4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40" name="Group 41"/>
              <p:cNvGrpSpPr>
                <a:grpSpLocks noChangeAspect="1"/>
              </p:cNvGrpSpPr>
              <p:nvPr/>
            </p:nvGrpSpPr>
            <p:grpSpPr bwMode="auto">
              <a:xfrm>
                <a:off x="2976" y="3001"/>
                <a:ext cx="104" cy="277"/>
                <a:chOff x="576" y="2784"/>
                <a:chExt cx="288" cy="768"/>
              </a:xfrm>
            </p:grpSpPr>
            <p:sp>
              <p:nvSpPr>
                <p:cNvPr id="1441" name="Oval 4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442" name="Line 4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3" name="Line 4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4" name="Line 4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60" name="Group 46"/>
            <p:cNvGrpSpPr/>
            <p:nvPr/>
          </p:nvGrpSpPr>
          <p:grpSpPr bwMode="auto">
            <a:xfrm>
              <a:off x="2400" y="2604"/>
              <a:ext cx="104" cy="468"/>
              <a:chOff x="2976" y="2884"/>
              <a:chExt cx="104" cy="468"/>
            </a:xfrm>
          </p:grpSpPr>
          <p:sp>
            <p:nvSpPr>
              <p:cNvPr id="1433" name="Line 4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34" name="Group 48"/>
              <p:cNvGrpSpPr>
                <a:grpSpLocks noChangeAspect="1"/>
              </p:cNvGrpSpPr>
              <p:nvPr/>
            </p:nvGrpSpPr>
            <p:grpSpPr bwMode="auto">
              <a:xfrm>
                <a:off x="2976" y="3001"/>
                <a:ext cx="104" cy="277"/>
                <a:chOff x="576" y="2784"/>
                <a:chExt cx="288" cy="768"/>
              </a:xfrm>
            </p:grpSpPr>
            <p:sp>
              <p:nvSpPr>
                <p:cNvPr id="1435" name="Oval 4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436" name="Line 5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7" name="Line 5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8" name="Line 5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61" name="Group 53"/>
            <p:cNvGrpSpPr/>
            <p:nvPr/>
          </p:nvGrpSpPr>
          <p:grpSpPr bwMode="auto">
            <a:xfrm rot="1938131">
              <a:off x="2584" y="2700"/>
              <a:ext cx="104" cy="384"/>
              <a:chOff x="2976" y="2884"/>
              <a:chExt cx="104" cy="468"/>
            </a:xfrm>
          </p:grpSpPr>
          <p:sp>
            <p:nvSpPr>
              <p:cNvPr id="1427" name="Line 5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28" name="Group 55"/>
              <p:cNvGrpSpPr>
                <a:grpSpLocks noChangeAspect="1"/>
              </p:cNvGrpSpPr>
              <p:nvPr/>
            </p:nvGrpSpPr>
            <p:grpSpPr bwMode="auto">
              <a:xfrm>
                <a:off x="2976" y="3001"/>
                <a:ext cx="104" cy="277"/>
                <a:chOff x="576" y="2784"/>
                <a:chExt cx="288" cy="768"/>
              </a:xfrm>
            </p:grpSpPr>
            <p:sp>
              <p:nvSpPr>
                <p:cNvPr id="1429" name="Oval 5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430" name="Line 5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1" name="Line 5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2" name="Line 5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62" name="Group 60"/>
            <p:cNvGrpSpPr/>
            <p:nvPr/>
          </p:nvGrpSpPr>
          <p:grpSpPr bwMode="auto">
            <a:xfrm rot="-1812594">
              <a:off x="2784" y="2556"/>
              <a:ext cx="104" cy="468"/>
              <a:chOff x="2976" y="2884"/>
              <a:chExt cx="104" cy="468"/>
            </a:xfrm>
          </p:grpSpPr>
          <p:sp>
            <p:nvSpPr>
              <p:cNvPr id="1421" name="Line 6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22" name="Group 62"/>
              <p:cNvGrpSpPr>
                <a:grpSpLocks noChangeAspect="1"/>
              </p:cNvGrpSpPr>
              <p:nvPr/>
            </p:nvGrpSpPr>
            <p:grpSpPr bwMode="auto">
              <a:xfrm>
                <a:off x="2976" y="3001"/>
                <a:ext cx="104" cy="277"/>
                <a:chOff x="576" y="2784"/>
                <a:chExt cx="288" cy="768"/>
              </a:xfrm>
            </p:grpSpPr>
            <p:sp>
              <p:nvSpPr>
                <p:cNvPr id="1423" name="Oval 6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424" name="Line 6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5" name="Line 6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6" name="Line 6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63" name="Group 67"/>
            <p:cNvGrpSpPr/>
            <p:nvPr/>
          </p:nvGrpSpPr>
          <p:grpSpPr bwMode="auto">
            <a:xfrm rot="-1170300">
              <a:off x="2784" y="2844"/>
              <a:ext cx="104" cy="468"/>
              <a:chOff x="2976" y="2884"/>
              <a:chExt cx="104" cy="468"/>
            </a:xfrm>
          </p:grpSpPr>
          <p:sp>
            <p:nvSpPr>
              <p:cNvPr id="1415" name="Line 6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16" name="Group 69"/>
              <p:cNvGrpSpPr>
                <a:grpSpLocks noChangeAspect="1"/>
              </p:cNvGrpSpPr>
              <p:nvPr/>
            </p:nvGrpSpPr>
            <p:grpSpPr bwMode="auto">
              <a:xfrm>
                <a:off x="2976" y="3001"/>
                <a:ext cx="104" cy="277"/>
                <a:chOff x="576" y="2784"/>
                <a:chExt cx="288" cy="768"/>
              </a:xfrm>
            </p:grpSpPr>
            <p:sp>
              <p:nvSpPr>
                <p:cNvPr id="1417" name="Oval 7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418" name="Line 7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9" name="Line 7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0" name="Line 7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64" name="Group 74"/>
            <p:cNvGrpSpPr/>
            <p:nvPr/>
          </p:nvGrpSpPr>
          <p:grpSpPr bwMode="auto">
            <a:xfrm rot="6113720">
              <a:off x="2559" y="2389"/>
              <a:ext cx="104" cy="326"/>
              <a:chOff x="2976" y="2884"/>
              <a:chExt cx="104" cy="468"/>
            </a:xfrm>
          </p:grpSpPr>
          <p:sp>
            <p:nvSpPr>
              <p:cNvPr id="1409" name="Line 7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10" name="Group 76"/>
              <p:cNvGrpSpPr>
                <a:grpSpLocks noChangeAspect="1"/>
              </p:cNvGrpSpPr>
              <p:nvPr/>
            </p:nvGrpSpPr>
            <p:grpSpPr bwMode="auto">
              <a:xfrm>
                <a:off x="2976" y="3001"/>
                <a:ext cx="104" cy="277"/>
                <a:chOff x="576" y="2784"/>
                <a:chExt cx="288" cy="768"/>
              </a:xfrm>
            </p:grpSpPr>
            <p:sp>
              <p:nvSpPr>
                <p:cNvPr id="1411" name="Oval 7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412" name="Line 7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 name="Line 7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4" name="Line 8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65" name="Group 81"/>
            <p:cNvGrpSpPr/>
            <p:nvPr/>
          </p:nvGrpSpPr>
          <p:grpSpPr bwMode="auto">
            <a:xfrm rot="-938535">
              <a:off x="2880" y="2460"/>
              <a:ext cx="104" cy="336"/>
              <a:chOff x="2976" y="2884"/>
              <a:chExt cx="104" cy="468"/>
            </a:xfrm>
          </p:grpSpPr>
          <p:sp>
            <p:nvSpPr>
              <p:cNvPr id="1403" name="Line 8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04" name="Group 83"/>
              <p:cNvGrpSpPr>
                <a:grpSpLocks noChangeAspect="1"/>
              </p:cNvGrpSpPr>
              <p:nvPr/>
            </p:nvGrpSpPr>
            <p:grpSpPr bwMode="auto">
              <a:xfrm>
                <a:off x="2976" y="3001"/>
                <a:ext cx="104" cy="277"/>
                <a:chOff x="576" y="2784"/>
                <a:chExt cx="288" cy="768"/>
              </a:xfrm>
            </p:grpSpPr>
            <p:sp>
              <p:nvSpPr>
                <p:cNvPr id="1405" name="Oval 8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406" name="Line 8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7" name="Line 8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8" name="Line 8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66" name="Group 88"/>
            <p:cNvGrpSpPr/>
            <p:nvPr/>
          </p:nvGrpSpPr>
          <p:grpSpPr bwMode="auto">
            <a:xfrm rot="-5869364">
              <a:off x="2582" y="1730"/>
              <a:ext cx="584" cy="852"/>
              <a:chOff x="2584" y="1584"/>
              <a:chExt cx="584" cy="852"/>
            </a:xfrm>
          </p:grpSpPr>
          <p:grpSp>
            <p:nvGrpSpPr>
              <p:cNvPr id="1361" name="Group 89"/>
              <p:cNvGrpSpPr/>
              <p:nvPr/>
            </p:nvGrpSpPr>
            <p:grpSpPr bwMode="auto">
              <a:xfrm>
                <a:off x="2584" y="1728"/>
                <a:ext cx="104" cy="468"/>
                <a:chOff x="2976" y="2884"/>
                <a:chExt cx="104" cy="468"/>
              </a:xfrm>
            </p:grpSpPr>
            <p:sp>
              <p:nvSpPr>
                <p:cNvPr id="1397" name="Line 9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98" name="Group 91"/>
                <p:cNvGrpSpPr>
                  <a:grpSpLocks noChangeAspect="1"/>
                </p:cNvGrpSpPr>
                <p:nvPr/>
              </p:nvGrpSpPr>
              <p:grpSpPr bwMode="auto">
                <a:xfrm>
                  <a:off x="2976" y="3001"/>
                  <a:ext cx="104" cy="277"/>
                  <a:chOff x="576" y="2784"/>
                  <a:chExt cx="288" cy="768"/>
                </a:xfrm>
              </p:grpSpPr>
              <p:sp>
                <p:nvSpPr>
                  <p:cNvPr id="1399" name="Oval 9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400" name="Line 9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1" name="Line 9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2" name="Line 9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362" name="Group 96"/>
              <p:cNvGrpSpPr/>
              <p:nvPr/>
            </p:nvGrpSpPr>
            <p:grpSpPr bwMode="auto">
              <a:xfrm rot="1938131">
                <a:off x="2768" y="1824"/>
                <a:ext cx="104" cy="384"/>
                <a:chOff x="2976" y="2884"/>
                <a:chExt cx="104" cy="468"/>
              </a:xfrm>
            </p:grpSpPr>
            <p:sp>
              <p:nvSpPr>
                <p:cNvPr id="1391" name="Line 9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92" name="Group 98"/>
                <p:cNvGrpSpPr>
                  <a:grpSpLocks noChangeAspect="1"/>
                </p:cNvGrpSpPr>
                <p:nvPr/>
              </p:nvGrpSpPr>
              <p:grpSpPr bwMode="auto">
                <a:xfrm>
                  <a:off x="2976" y="3001"/>
                  <a:ext cx="104" cy="277"/>
                  <a:chOff x="576" y="2784"/>
                  <a:chExt cx="288" cy="768"/>
                </a:xfrm>
              </p:grpSpPr>
              <p:sp>
                <p:nvSpPr>
                  <p:cNvPr id="1393" name="Oval 9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394" name="Line 10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5" name="Line 10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6" name="Line 10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363" name="Group 103"/>
              <p:cNvGrpSpPr/>
              <p:nvPr/>
            </p:nvGrpSpPr>
            <p:grpSpPr bwMode="auto">
              <a:xfrm rot="-1812594">
                <a:off x="2968" y="1680"/>
                <a:ext cx="104" cy="468"/>
                <a:chOff x="2976" y="2884"/>
                <a:chExt cx="104" cy="468"/>
              </a:xfrm>
            </p:grpSpPr>
            <p:sp>
              <p:nvSpPr>
                <p:cNvPr id="1385" name="Line 10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86" name="Group 105"/>
                <p:cNvGrpSpPr>
                  <a:grpSpLocks noChangeAspect="1"/>
                </p:cNvGrpSpPr>
                <p:nvPr/>
              </p:nvGrpSpPr>
              <p:grpSpPr bwMode="auto">
                <a:xfrm>
                  <a:off x="2976" y="3001"/>
                  <a:ext cx="104" cy="277"/>
                  <a:chOff x="576" y="2784"/>
                  <a:chExt cx="288" cy="768"/>
                </a:xfrm>
              </p:grpSpPr>
              <p:sp>
                <p:nvSpPr>
                  <p:cNvPr id="1387" name="Oval 10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388" name="Line 10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9" name="Line 10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0" name="Line 10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364" name="Group 110"/>
              <p:cNvGrpSpPr/>
              <p:nvPr/>
            </p:nvGrpSpPr>
            <p:grpSpPr bwMode="auto">
              <a:xfrm rot="-1170300">
                <a:off x="2968" y="1968"/>
                <a:ext cx="104" cy="468"/>
                <a:chOff x="2976" y="2884"/>
                <a:chExt cx="104" cy="468"/>
              </a:xfrm>
            </p:grpSpPr>
            <p:sp>
              <p:nvSpPr>
                <p:cNvPr id="1379" name="Line 11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80" name="Group 112"/>
                <p:cNvGrpSpPr>
                  <a:grpSpLocks noChangeAspect="1"/>
                </p:cNvGrpSpPr>
                <p:nvPr/>
              </p:nvGrpSpPr>
              <p:grpSpPr bwMode="auto">
                <a:xfrm>
                  <a:off x="2976" y="3001"/>
                  <a:ext cx="104" cy="277"/>
                  <a:chOff x="576" y="2784"/>
                  <a:chExt cx="288" cy="768"/>
                </a:xfrm>
              </p:grpSpPr>
              <p:sp>
                <p:nvSpPr>
                  <p:cNvPr id="1381" name="Oval 11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382" name="Line 11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3" name="Line 11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4" name="Line 11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365" name="Group 117"/>
              <p:cNvGrpSpPr/>
              <p:nvPr/>
            </p:nvGrpSpPr>
            <p:grpSpPr bwMode="auto">
              <a:xfrm rot="6113720">
                <a:off x="2743" y="1513"/>
                <a:ext cx="104" cy="326"/>
                <a:chOff x="2976" y="2884"/>
                <a:chExt cx="104" cy="468"/>
              </a:xfrm>
            </p:grpSpPr>
            <p:sp>
              <p:nvSpPr>
                <p:cNvPr id="1373" name="Line 11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74" name="Group 119"/>
                <p:cNvGrpSpPr>
                  <a:grpSpLocks noChangeAspect="1"/>
                </p:cNvGrpSpPr>
                <p:nvPr/>
              </p:nvGrpSpPr>
              <p:grpSpPr bwMode="auto">
                <a:xfrm>
                  <a:off x="2976" y="3001"/>
                  <a:ext cx="104" cy="277"/>
                  <a:chOff x="576" y="2784"/>
                  <a:chExt cx="288" cy="768"/>
                </a:xfrm>
              </p:grpSpPr>
              <p:sp>
                <p:nvSpPr>
                  <p:cNvPr id="1375" name="Oval 12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376" name="Line 12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7" name="Line 12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8" name="Line 12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366" name="Group 124"/>
              <p:cNvGrpSpPr/>
              <p:nvPr/>
            </p:nvGrpSpPr>
            <p:grpSpPr bwMode="auto">
              <a:xfrm rot="-938535">
                <a:off x="3064" y="1584"/>
                <a:ext cx="104" cy="336"/>
                <a:chOff x="2976" y="2884"/>
                <a:chExt cx="104" cy="468"/>
              </a:xfrm>
            </p:grpSpPr>
            <p:sp>
              <p:nvSpPr>
                <p:cNvPr id="1367" name="Line 12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68" name="Group 126"/>
                <p:cNvGrpSpPr>
                  <a:grpSpLocks noChangeAspect="1"/>
                </p:cNvGrpSpPr>
                <p:nvPr/>
              </p:nvGrpSpPr>
              <p:grpSpPr bwMode="auto">
                <a:xfrm>
                  <a:off x="2976" y="3001"/>
                  <a:ext cx="104" cy="277"/>
                  <a:chOff x="576" y="2784"/>
                  <a:chExt cx="288" cy="768"/>
                </a:xfrm>
              </p:grpSpPr>
              <p:sp>
                <p:nvSpPr>
                  <p:cNvPr id="1369" name="Oval 12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370" name="Line 12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1" name="Line 12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 name="Line 13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grpSp>
          <p:nvGrpSpPr>
            <p:cNvPr id="767" name="Group 131"/>
            <p:cNvGrpSpPr/>
            <p:nvPr/>
          </p:nvGrpSpPr>
          <p:grpSpPr bwMode="auto">
            <a:xfrm rot="4004027">
              <a:off x="1682" y="1402"/>
              <a:ext cx="584" cy="852"/>
              <a:chOff x="1632" y="1296"/>
              <a:chExt cx="584" cy="852"/>
            </a:xfrm>
          </p:grpSpPr>
          <p:grpSp>
            <p:nvGrpSpPr>
              <p:cNvPr id="1319" name="Group 132"/>
              <p:cNvGrpSpPr/>
              <p:nvPr/>
            </p:nvGrpSpPr>
            <p:grpSpPr bwMode="auto">
              <a:xfrm>
                <a:off x="1632" y="1440"/>
                <a:ext cx="104" cy="468"/>
                <a:chOff x="2976" y="2884"/>
                <a:chExt cx="104" cy="468"/>
              </a:xfrm>
            </p:grpSpPr>
            <p:sp>
              <p:nvSpPr>
                <p:cNvPr id="1355" name="Line 13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56" name="Group 134"/>
                <p:cNvGrpSpPr>
                  <a:grpSpLocks noChangeAspect="1"/>
                </p:cNvGrpSpPr>
                <p:nvPr/>
              </p:nvGrpSpPr>
              <p:grpSpPr bwMode="auto">
                <a:xfrm>
                  <a:off x="2976" y="3001"/>
                  <a:ext cx="104" cy="277"/>
                  <a:chOff x="576" y="2784"/>
                  <a:chExt cx="288" cy="768"/>
                </a:xfrm>
              </p:grpSpPr>
              <p:sp>
                <p:nvSpPr>
                  <p:cNvPr id="1357" name="Oval 13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358" name="Line 13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9" name="Line 13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0" name="Line 13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320" name="Group 139"/>
              <p:cNvGrpSpPr/>
              <p:nvPr/>
            </p:nvGrpSpPr>
            <p:grpSpPr bwMode="auto">
              <a:xfrm rot="1938131">
                <a:off x="1816" y="1536"/>
                <a:ext cx="104" cy="384"/>
                <a:chOff x="2976" y="2884"/>
                <a:chExt cx="104" cy="468"/>
              </a:xfrm>
            </p:grpSpPr>
            <p:sp>
              <p:nvSpPr>
                <p:cNvPr id="1349" name="Line 14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50" name="Group 141"/>
                <p:cNvGrpSpPr>
                  <a:grpSpLocks noChangeAspect="1"/>
                </p:cNvGrpSpPr>
                <p:nvPr/>
              </p:nvGrpSpPr>
              <p:grpSpPr bwMode="auto">
                <a:xfrm>
                  <a:off x="2976" y="3001"/>
                  <a:ext cx="104" cy="277"/>
                  <a:chOff x="576" y="2784"/>
                  <a:chExt cx="288" cy="768"/>
                </a:xfrm>
              </p:grpSpPr>
              <p:sp>
                <p:nvSpPr>
                  <p:cNvPr id="1351" name="Oval 14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352" name="Line 14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3" name="Line 14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4" name="Line 14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321" name="Group 146"/>
              <p:cNvGrpSpPr/>
              <p:nvPr/>
            </p:nvGrpSpPr>
            <p:grpSpPr bwMode="auto">
              <a:xfrm rot="-1812594">
                <a:off x="2016" y="1392"/>
                <a:ext cx="104" cy="468"/>
                <a:chOff x="2976" y="2884"/>
                <a:chExt cx="104" cy="468"/>
              </a:xfrm>
            </p:grpSpPr>
            <p:sp>
              <p:nvSpPr>
                <p:cNvPr id="1343" name="Line 14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44" name="Group 148"/>
                <p:cNvGrpSpPr>
                  <a:grpSpLocks noChangeAspect="1"/>
                </p:cNvGrpSpPr>
                <p:nvPr/>
              </p:nvGrpSpPr>
              <p:grpSpPr bwMode="auto">
                <a:xfrm>
                  <a:off x="2976" y="3001"/>
                  <a:ext cx="104" cy="277"/>
                  <a:chOff x="576" y="2784"/>
                  <a:chExt cx="288" cy="768"/>
                </a:xfrm>
              </p:grpSpPr>
              <p:sp>
                <p:nvSpPr>
                  <p:cNvPr id="1345" name="Oval 14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346" name="Line 15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7" name="Line 15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8" name="Line 15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322" name="Group 153"/>
              <p:cNvGrpSpPr/>
              <p:nvPr/>
            </p:nvGrpSpPr>
            <p:grpSpPr bwMode="auto">
              <a:xfrm rot="-1170300">
                <a:off x="2016" y="1680"/>
                <a:ext cx="104" cy="468"/>
                <a:chOff x="2976" y="2884"/>
                <a:chExt cx="104" cy="468"/>
              </a:xfrm>
            </p:grpSpPr>
            <p:sp>
              <p:nvSpPr>
                <p:cNvPr id="1337" name="Line 15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38" name="Group 155"/>
                <p:cNvGrpSpPr>
                  <a:grpSpLocks noChangeAspect="1"/>
                </p:cNvGrpSpPr>
                <p:nvPr/>
              </p:nvGrpSpPr>
              <p:grpSpPr bwMode="auto">
                <a:xfrm>
                  <a:off x="2976" y="3001"/>
                  <a:ext cx="104" cy="277"/>
                  <a:chOff x="576" y="2784"/>
                  <a:chExt cx="288" cy="768"/>
                </a:xfrm>
              </p:grpSpPr>
              <p:sp>
                <p:nvSpPr>
                  <p:cNvPr id="1339" name="Oval 15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340" name="Line 15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 name="Line 15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 name="Line 15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323" name="Group 160"/>
              <p:cNvGrpSpPr/>
              <p:nvPr/>
            </p:nvGrpSpPr>
            <p:grpSpPr bwMode="auto">
              <a:xfrm rot="6113720">
                <a:off x="1791" y="1225"/>
                <a:ext cx="104" cy="326"/>
                <a:chOff x="2976" y="2884"/>
                <a:chExt cx="104" cy="468"/>
              </a:xfrm>
            </p:grpSpPr>
            <p:sp>
              <p:nvSpPr>
                <p:cNvPr id="1331" name="Line 16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32" name="Group 162"/>
                <p:cNvGrpSpPr>
                  <a:grpSpLocks noChangeAspect="1"/>
                </p:cNvGrpSpPr>
                <p:nvPr/>
              </p:nvGrpSpPr>
              <p:grpSpPr bwMode="auto">
                <a:xfrm>
                  <a:off x="2976" y="3001"/>
                  <a:ext cx="104" cy="277"/>
                  <a:chOff x="576" y="2784"/>
                  <a:chExt cx="288" cy="768"/>
                </a:xfrm>
              </p:grpSpPr>
              <p:sp>
                <p:nvSpPr>
                  <p:cNvPr id="1333" name="Oval 16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334" name="Line 16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 name="Line 16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6" name="Line 16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324" name="Group 167"/>
              <p:cNvGrpSpPr/>
              <p:nvPr/>
            </p:nvGrpSpPr>
            <p:grpSpPr bwMode="auto">
              <a:xfrm rot="-938535">
                <a:off x="2112" y="1296"/>
                <a:ext cx="104" cy="336"/>
                <a:chOff x="2976" y="2884"/>
                <a:chExt cx="104" cy="468"/>
              </a:xfrm>
            </p:grpSpPr>
            <p:sp>
              <p:nvSpPr>
                <p:cNvPr id="1325" name="Line 16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26" name="Group 169"/>
                <p:cNvGrpSpPr>
                  <a:grpSpLocks noChangeAspect="1"/>
                </p:cNvGrpSpPr>
                <p:nvPr/>
              </p:nvGrpSpPr>
              <p:grpSpPr bwMode="auto">
                <a:xfrm>
                  <a:off x="2976" y="3001"/>
                  <a:ext cx="104" cy="277"/>
                  <a:chOff x="576" y="2784"/>
                  <a:chExt cx="288" cy="768"/>
                </a:xfrm>
              </p:grpSpPr>
              <p:sp>
                <p:nvSpPr>
                  <p:cNvPr id="1327" name="Oval 17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328" name="Line 17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9" name="Line 17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0" name="Line 17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grpSp>
          <p:nvGrpSpPr>
            <p:cNvPr id="768" name="Group 174"/>
            <p:cNvGrpSpPr/>
            <p:nvPr/>
          </p:nvGrpSpPr>
          <p:grpSpPr bwMode="auto">
            <a:xfrm>
              <a:off x="1152" y="2352"/>
              <a:ext cx="104" cy="468"/>
              <a:chOff x="2976" y="2884"/>
              <a:chExt cx="104" cy="468"/>
            </a:xfrm>
          </p:grpSpPr>
          <p:sp>
            <p:nvSpPr>
              <p:cNvPr id="1313" name="Line 17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14" name="Group 176"/>
              <p:cNvGrpSpPr>
                <a:grpSpLocks noChangeAspect="1"/>
              </p:cNvGrpSpPr>
              <p:nvPr/>
            </p:nvGrpSpPr>
            <p:grpSpPr bwMode="auto">
              <a:xfrm>
                <a:off x="2976" y="3001"/>
                <a:ext cx="104" cy="277"/>
                <a:chOff x="576" y="2784"/>
                <a:chExt cx="288" cy="768"/>
              </a:xfrm>
            </p:grpSpPr>
            <p:sp>
              <p:nvSpPr>
                <p:cNvPr id="1315" name="Oval 17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316" name="Line 17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7" name="Line 17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8" name="Line 18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69" name="Group 181"/>
            <p:cNvGrpSpPr/>
            <p:nvPr/>
          </p:nvGrpSpPr>
          <p:grpSpPr bwMode="auto">
            <a:xfrm rot="1938131">
              <a:off x="1336" y="2448"/>
              <a:ext cx="104" cy="384"/>
              <a:chOff x="2976" y="2884"/>
              <a:chExt cx="104" cy="468"/>
            </a:xfrm>
          </p:grpSpPr>
          <p:sp>
            <p:nvSpPr>
              <p:cNvPr id="1307" name="Line 18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08" name="Group 183"/>
              <p:cNvGrpSpPr>
                <a:grpSpLocks noChangeAspect="1"/>
              </p:cNvGrpSpPr>
              <p:nvPr/>
            </p:nvGrpSpPr>
            <p:grpSpPr bwMode="auto">
              <a:xfrm>
                <a:off x="2976" y="3001"/>
                <a:ext cx="104" cy="277"/>
                <a:chOff x="576" y="2784"/>
                <a:chExt cx="288" cy="768"/>
              </a:xfrm>
            </p:grpSpPr>
            <p:sp>
              <p:nvSpPr>
                <p:cNvPr id="1309" name="Oval 18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310" name="Line 18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1" name="Line 18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2" name="Line 18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70" name="Group 188"/>
            <p:cNvGrpSpPr/>
            <p:nvPr/>
          </p:nvGrpSpPr>
          <p:grpSpPr bwMode="auto">
            <a:xfrm rot="-1812594">
              <a:off x="1536" y="2304"/>
              <a:ext cx="104" cy="468"/>
              <a:chOff x="2976" y="2884"/>
              <a:chExt cx="104" cy="468"/>
            </a:xfrm>
          </p:grpSpPr>
          <p:sp>
            <p:nvSpPr>
              <p:cNvPr id="1301" name="Line 18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02" name="Group 190"/>
              <p:cNvGrpSpPr>
                <a:grpSpLocks noChangeAspect="1"/>
              </p:cNvGrpSpPr>
              <p:nvPr/>
            </p:nvGrpSpPr>
            <p:grpSpPr bwMode="auto">
              <a:xfrm>
                <a:off x="2976" y="3001"/>
                <a:ext cx="104" cy="277"/>
                <a:chOff x="576" y="2784"/>
                <a:chExt cx="288" cy="768"/>
              </a:xfrm>
            </p:grpSpPr>
            <p:sp>
              <p:nvSpPr>
                <p:cNvPr id="1303" name="Oval 19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304" name="Line 19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5" name="Line 19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6" name="Line 19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71" name="Group 195"/>
            <p:cNvGrpSpPr/>
            <p:nvPr/>
          </p:nvGrpSpPr>
          <p:grpSpPr bwMode="auto">
            <a:xfrm rot="-1170300">
              <a:off x="1536" y="2592"/>
              <a:ext cx="104" cy="468"/>
              <a:chOff x="2976" y="2884"/>
              <a:chExt cx="104" cy="468"/>
            </a:xfrm>
          </p:grpSpPr>
          <p:sp>
            <p:nvSpPr>
              <p:cNvPr id="1295" name="Line 19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96" name="Group 197"/>
              <p:cNvGrpSpPr>
                <a:grpSpLocks noChangeAspect="1"/>
              </p:cNvGrpSpPr>
              <p:nvPr/>
            </p:nvGrpSpPr>
            <p:grpSpPr bwMode="auto">
              <a:xfrm>
                <a:off x="2976" y="3001"/>
                <a:ext cx="104" cy="277"/>
                <a:chOff x="576" y="2784"/>
                <a:chExt cx="288" cy="768"/>
              </a:xfrm>
            </p:grpSpPr>
            <p:sp>
              <p:nvSpPr>
                <p:cNvPr id="1297" name="Oval 19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298" name="Line 19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9" name="Line 20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 name="Line 20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72" name="Group 202"/>
            <p:cNvGrpSpPr/>
            <p:nvPr/>
          </p:nvGrpSpPr>
          <p:grpSpPr bwMode="auto">
            <a:xfrm rot="6113720">
              <a:off x="1311" y="2137"/>
              <a:ext cx="104" cy="326"/>
              <a:chOff x="2976" y="2884"/>
              <a:chExt cx="104" cy="468"/>
            </a:xfrm>
          </p:grpSpPr>
          <p:sp>
            <p:nvSpPr>
              <p:cNvPr id="1289" name="Line 20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90" name="Group 204"/>
              <p:cNvGrpSpPr>
                <a:grpSpLocks noChangeAspect="1"/>
              </p:cNvGrpSpPr>
              <p:nvPr/>
            </p:nvGrpSpPr>
            <p:grpSpPr bwMode="auto">
              <a:xfrm>
                <a:off x="2976" y="3001"/>
                <a:ext cx="104" cy="277"/>
                <a:chOff x="576" y="2784"/>
                <a:chExt cx="288" cy="768"/>
              </a:xfrm>
            </p:grpSpPr>
            <p:sp>
              <p:nvSpPr>
                <p:cNvPr id="1291" name="Oval 20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292" name="Line 20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3" name="Line 20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4" name="Line 20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73" name="Group 209"/>
            <p:cNvGrpSpPr/>
            <p:nvPr/>
          </p:nvGrpSpPr>
          <p:grpSpPr bwMode="auto">
            <a:xfrm rot="-938535">
              <a:off x="1632" y="2208"/>
              <a:ext cx="104" cy="336"/>
              <a:chOff x="2976" y="2884"/>
              <a:chExt cx="104" cy="468"/>
            </a:xfrm>
          </p:grpSpPr>
          <p:sp>
            <p:nvSpPr>
              <p:cNvPr id="1283" name="Line 21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84" name="Group 211"/>
              <p:cNvGrpSpPr>
                <a:grpSpLocks noChangeAspect="1"/>
              </p:cNvGrpSpPr>
              <p:nvPr/>
            </p:nvGrpSpPr>
            <p:grpSpPr bwMode="auto">
              <a:xfrm>
                <a:off x="2976" y="3001"/>
                <a:ext cx="104" cy="277"/>
                <a:chOff x="576" y="2784"/>
                <a:chExt cx="288" cy="768"/>
              </a:xfrm>
            </p:grpSpPr>
            <p:sp>
              <p:nvSpPr>
                <p:cNvPr id="1285" name="Oval 21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286" name="Line 21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7" name="Line 21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8" name="Line 21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74" name="Group 216"/>
            <p:cNvGrpSpPr/>
            <p:nvPr/>
          </p:nvGrpSpPr>
          <p:grpSpPr bwMode="auto">
            <a:xfrm>
              <a:off x="1680" y="2940"/>
              <a:ext cx="104" cy="468"/>
              <a:chOff x="2976" y="2884"/>
              <a:chExt cx="104" cy="468"/>
            </a:xfrm>
          </p:grpSpPr>
          <p:sp>
            <p:nvSpPr>
              <p:cNvPr id="1277" name="Line 21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78" name="Group 218"/>
              <p:cNvGrpSpPr>
                <a:grpSpLocks noChangeAspect="1"/>
              </p:cNvGrpSpPr>
              <p:nvPr/>
            </p:nvGrpSpPr>
            <p:grpSpPr bwMode="auto">
              <a:xfrm>
                <a:off x="2976" y="3001"/>
                <a:ext cx="104" cy="277"/>
                <a:chOff x="576" y="2784"/>
                <a:chExt cx="288" cy="768"/>
              </a:xfrm>
            </p:grpSpPr>
            <p:sp>
              <p:nvSpPr>
                <p:cNvPr id="1279" name="Oval 21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280" name="Line 22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1" name="Line 22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2" name="Line 22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75" name="Group 223"/>
            <p:cNvGrpSpPr/>
            <p:nvPr/>
          </p:nvGrpSpPr>
          <p:grpSpPr bwMode="auto">
            <a:xfrm rot="1938131">
              <a:off x="1864" y="3036"/>
              <a:ext cx="104" cy="384"/>
              <a:chOff x="2976" y="2884"/>
              <a:chExt cx="104" cy="468"/>
            </a:xfrm>
          </p:grpSpPr>
          <p:sp>
            <p:nvSpPr>
              <p:cNvPr id="1271" name="Line 22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72" name="Group 225"/>
              <p:cNvGrpSpPr>
                <a:grpSpLocks noChangeAspect="1"/>
              </p:cNvGrpSpPr>
              <p:nvPr/>
            </p:nvGrpSpPr>
            <p:grpSpPr bwMode="auto">
              <a:xfrm>
                <a:off x="2976" y="3001"/>
                <a:ext cx="104" cy="277"/>
                <a:chOff x="576" y="2784"/>
                <a:chExt cx="288" cy="768"/>
              </a:xfrm>
            </p:grpSpPr>
            <p:sp>
              <p:nvSpPr>
                <p:cNvPr id="1273" name="Oval 22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274" name="Line 22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75" name="Line 22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76" name="Line 22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76" name="Group 230"/>
            <p:cNvGrpSpPr/>
            <p:nvPr/>
          </p:nvGrpSpPr>
          <p:grpSpPr bwMode="auto">
            <a:xfrm rot="-1812594">
              <a:off x="2064" y="2892"/>
              <a:ext cx="104" cy="468"/>
              <a:chOff x="2976" y="2884"/>
              <a:chExt cx="104" cy="468"/>
            </a:xfrm>
          </p:grpSpPr>
          <p:sp>
            <p:nvSpPr>
              <p:cNvPr id="1265" name="Line 23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66" name="Group 232"/>
              <p:cNvGrpSpPr>
                <a:grpSpLocks noChangeAspect="1"/>
              </p:cNvGrpSpPr>
              <p:nvPr/>
            </p:nvGrpSpPr>
            <p:grpSpPr bwMode="auto">
              <a:xfrm>
                <a:off x="2976" y="3001"/>
                <a:ext cx="104" cy="277"/>
                <a:chOff x="576" y="2784"/>
                <a:chExt cx="288" cy="768"/>
              </a:xfrm>
            </p:grpSpPr>
            <p:sp>
              <p:nvSpPr>
                <p:cNvPr id="1267" name="Oval 23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268" name="Line 23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 name="Line 23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70" name="Line 23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77" name="Group 237"/>
            <p:cNvGrpSpPr/>
            <p:nvPr/>
          </p:nvGrpSpPr>
          <p:grpSpPr bwMode="auto">
            <a:xfrm rot="-1170300">
              <a:off x="2064" y="3180"/>
              <a:ext cx="104" cy="468"/>
              <a:chOff x="2976" y="2884"/>
              <a:chExt cx="104" cy="468"/>
            </a:xfrm>
          </p:grpSpPr>
          <p:sp>
            <p:nvSpPr>
              <p:cNvPr id="1259" name="Line 23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60" name="Group 239"/>
              <p:cNvGrpSpPr>
                <a:grpSpLocks noChangeAspect="1"/>
              </p:cNvGrpSpPr>
              <p:nvPr/>
            </p:nvGrpSpPr>
            <p:grpSpPr bwMode="auto">
              <a:xfrm>
                <a:off x="2976" y="3001"/>
                <a:ext cx="104" cy="277"/>
                <a:chOff x="576" y="2784"/>
                <a:chExt cx="288" cy="768"/>
              </a:xfrm>
            </p:grpSpPr>
            <p:sp>
              <p:nvSpPr>
                <p:cNvPr id="1261" name="Oval 24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262" name="Line 24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3" name="Line 24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4" name="Line 24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78" name="Group 244"/>
            <p:cNvGrpSpPr/>
            <p:nvPr/>
          </p:nvGrpSpPr>
          <p:grpSpPr bwMode="auto">
            <a:xfrm rot="6113720">
              <a:off x="1839" y="2725"/>
              <a:ext cx="104" cy="326"/>
              <a:chOff x="2976" y="2884"/>
              <a:chExt cx="104" cy="468"/>
            </a:xfrm>
          </p:grpSpPr>
          <p:sp>
            <p:nvSpPr>
              <p:cNvPr id="1253" name="Line 24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54" name="Group 246"/>
              <p:cNvGrpSpPr>
                <a:grpSpLocks noChangeAspect="1"/>
              </p:cNvGrpSpPr>
              <p:nvPr/>
            </p:nvGrpSpPr>
            <p:grpSpPr bwMode="auto">
              <a:xfrm>
                <a:off x="2976" y="3001"/>
                <a:ext cx="104" cy="277"/>
                <a:chOff x="576" y="2784"/>
                <a:chExt cx="288" cy="768"/>
              </a:xfrm>
            </p:grpSpPr>
            <p:sp>
              <p:nvSpPr>
                <p:cNvPr id="1255" name="Oval 24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256" name="Line 24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7" name="Line 24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8" name="Line 25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79" name="Group 251"/>
            <p:cNvGrpSpPr/>
            <p:nvPr/>
          </p:nvGrpSpPr>
          <p:grpSpPr bwMode="auto">
            <a:xfrm rot="-938535">
              <a:off x="2160" y="2796"/>
              <a:ext cx="104" cy="336"/>
              <a:chOff x="2976" y="2884"/>
              <a:chExt cx="104" cy="468"/>
            </a:xfrm>
          </p:grpSpPr>
          <p:sp>
            <p:nvSpPr>
              <p:cNvPr id="1247" name="Line 25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48" name="Group 253"/>
              <p:cNvGrpSpPr>
                <a:grpSpLocks noChangeAspect="1"/>
              </p:cNvGrpSpPr>
              <p:nvPr/>
            </p:nvGrpSpPr>
            <p:grpSpPr bwMode="auto">
              <a:xfrm>
                <a:off x="2976" y="3001"/>
                <a:ext cx="104" cy="277"/>
                <a:chOff x="576" y="2784"/>
                <a:chExt cx="288" cy="768"/>
              </a:xfrm>
            </p:grpSpPr>
            <p:sp>
              <p:nvSpPr>
                <p:cNvPr id="1249" name="Oval 25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250" name="Line 25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1" name="Line 25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2" name="Line 25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80" name="Group 258"/>
            <p:cNvGrpSpPr/>
            <p:nvPr/>
          </p:nvGrpSpPr>
          <p:grpSpPr bwMode="auto">
            <a:xfrm>
              <a:off x="2248" y="3264"/>
              <a:ext cx="104" cy="468"/>
              <a:chOff x="2976" y="2884"/>
              <a:chExt cx="104" cy="468"/>
            </a:xfrm>
          </p:grpSpPr>
          <p:sp>
            <p:nvSpPr>
              <p:cNvPr id="1241" name="Line 25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42" name="Group 260"/>
              <p:cNvGrpSpPr>
                <a:grpSpLocks noChangeAspect="1"/>
              </p:cNvGrpSpPr>
              <p:nvPr/>
            </p:nvGrpSpPr>
            <p:grpSpPr bwMode="auto">
              <a:xfrm>
                <a:off x="2976" y="3001"/>
                <a:ext cx="104" cy="277"/>
                <a:chOff x="576" y="2784"/>
                <a:chExt cx="288" cy="768"/>
              </a:xfrm>
            </p:grpSpPr>
            <p:sp>
              <p:nvSpPr>
                <p:cNvPr id="1243" name="Oval 26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244" name="Line 26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5" name="Line 26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6" name="Line 26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81" name="Group 265"/>
            <p:cNvGrpSpPr/>
            <p:nvPr/>
          </p:nvGrpSpPr>
          <p:grpSpPr bwMode="auto">
            <a:xfrm rot="1938131">
              <a:off x="2432" y="3360"/>
              <a:ext cx="104" cy="384"/>
              <a:chOff x="2976" y="2884"/>
              <a:chExt cx="104" cy="468"/>
            </a:xfrm>
          </p:grpSpPr>
          <p:sp>
            <p:nvSpPr>
              <p:cNvPr id="1235" name="Line 26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36" name="Group 267"/>
              <p:cNvGrpSpPr>
                <a:grpSpLocks noChangeAspect="1"/>
              </p:cNvGrpSpPr>
              <p:nvPr/>
            </p:nvGrpSpPr>
            <p:grpSpPr bwMode="auto">
              <a:xfrm>
                <a:off x="2976" y="3001"/>
                <a:ext cx="104" cy="277"/>
                <a:chOff x="576" y="2784"/>
                <a:chExt cx="288" cy="768"/>
              </a:xfrm>
            </p:grpSpPr>
            <p:sp>
              <p:nvSpPr>
                <p:cNvPr id="1237" name="Oval 26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238" name="Line 26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 name="Line 27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0" name="Line 27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82" name="Group 272"/>
            <p:cNvGrpSpPr/>
            <p:nvPr/>
          </p:nvGrpSpPr>
          <p:grpSpPr bwMode="auto">
            <a:xfrm rot="-1812594">
              <a:off x="2632" y="3216"/>
              <a:ext cx="104" cy="468"/>
              <a:chOff x="2976" y="2884"/>
              <a:chExt cx="104" cy="468"/>
            </a:xfrm>
          </p:grpSpPr>
          <p:sp>
            <p:nvSpPr>
              <p:cNvPr id="1229" name="Line 27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30" name="Group 274"/>
              <p:cNvGrpSpPr>
                <a:grpSpLocks noChangeAspect="1"/>
              </p:cNvGrpSpPr>
              <p:nvPr/>
            </p:nvGrpSpPr>
            <p:grpSpPr bwMode="auto">
              <a:xfrm>
                <a:off x="2976" y="3001"/>
                <a:ext cx="104" cy="277"/>
                <a:chOff x="576" y="2784"/>
                <a:chExt cx="288" cy="768"/>
              </a:xfrm>
            </p:grpSpPr>
            <p:sp>
              <p:nvSpPr>
                <p:cNvPr id="1231" name="Oval 27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232" name="Line 27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3" name="Line 27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4" name="Line 27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83" name="Group 279"/>
            <p:cNvGrpSpPr/>
            <p:nvPr/>
          </p:nvGrpSpPr>
          <p:grpSpPr bwMode="auto">
            <a:xfrm rot="-1170300">
              <a:off x="2632" y="3504"/>
              <a:ext cx="104" cy="468"/>
              <a:chOff x="2976" y="2884"/>
              <a:chExt cx="104" cy="468"/>
            </a:xfrm>
          </p:grpSpPr>
          <p:sp>
            <p:nvSpPr>
              <p:cNvPr id="1223" name="Line 28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24" name="Group 281"/>
              <p:cNvGrpSpPr>
                <a:grpSpLocks noChangeAspect="1"/>
              </p:cNvGrpSpPr>
              <p:nvPr/>
            </p:nvGrpSpPr>
            <p:grpSpPr bwMode="auto">
              <a:xfrm>
                <a:off x="2976" y="3001"/>
                <a:ext cx="104" cy="277"/>
                <a:chOff x="576" y="2784"/>
                <a:chExt cx="288" cy="768"/>
              </a:xfrm>
            </p:grpSpPr>
            <p:sp>
              <p:nvSpPr>
                <p:cNvPr id="1225" name="Oval 28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226" name="Line 28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7" name="Line 28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8" name="Line 28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84" name="Group 286"/>
            <p:cNvGrpSpPr/>
            <p:nvPr/>
          </p:nvGrpSpPr>
          <p:grpSpPr bwMode="auto">
            <a:xfrm rot="6113720">
              <a:off x="2407" y="3049"/>
              <a:ext cx="104" cy="326"/>
              <a:chOff x="2976" y="2884"/>
              <a:chExt cx="104" cy="468"/>
            </a:xfrm>
          </p:grpSpPr>
          <p:sp>
            <p:nvSpPr>
              <p:cNvPr id="1217" name="Line 28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18" name="Group 288"/>
              <p:cNvGrpSpPr>
                <a:grpSpLocks noChangeAspect="1"/>
              </p:cNvGrpSpPr>
              <p:nvPr/>
            </p:nvGrpSpPr>
            <p:grpSpPr bwMode="auto">
              <a:xfrm>
                <a:off x="2976" y="3001"/>
                <a:ext cx="104" cy="277"/>
                <a:chOff x="576" y="2784"/>
                <a:chExt cx="288" cy="768"/>
              </a:xfrm>
            </p:grpSpPr>
            <p:sp>
              <p:nvSpPr>
                <p:cNvPr id="1219" name="Oval 28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220" name="Line 29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1" name="Line 29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2" name="Line 29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85" name="Group 293"/>
            <p:cNvGrpSpPr/>
            <p:nvPr/>
          </p:nvGrpSpPr>
          <p:grpSpPr bwMode="auto">
            <a:xfrm rot="-938535">
              <a:off x="2728" y="3120"/>
              <a:ext cx="104" cy="336"/>
              <a:chOff x="2976" y="2884"/>
              <a:chExt cx="104" cy="468"/>
            </a:xfrm>
          </p:grpSpPr>
          <p:sp>
            <p:nvSpPr>
              <p:cNvPr id="1211" name="Line 29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12" name="Group 295"/>
              <p:cNvGrpSpPr>
                <a:grpSpLocks noChangeAspect="1"/>
              </p:cNvGrpSpPr>
              <p:nvPr/>
            </p:nvGrpSpPr>
            <p:grpSpPr bwMode="auto">
              <a:xfrm>
                <a:off x="2976" y="3001"/>
                <a:ext cx="104" cy="277"/>
                <a:chOff x="576" y="2784"/>
                <a:chExt cx="288" cy="768"/>
              </a:xfrm>
            </p:grpSpPr>
            <p:sp>
              <p:nvSpPr>
                <p:cNvPr id="1213" name="Oval 29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214" name="Line 29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5" name="Line 29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6" name="Line 29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86" name="Group 300"/>
            <p:cNvGrpSpPr/>
            <p:nvPr/>
          </p:nvGrpSpPr>
          <p:grpSpPr bwMode="auto">
            <a:xfrm rot="-1773210">
              <a:off x="3064" y="2640"/>
              <a:ext cx="584" cy="852"/>
              <a:chOff x="3064" y="2700"/>
              <a:chExt cx="584" cy="852"/>
            </a:xfrm>
          </p:grpSpPr>
          <p:grpSp>
            <p:nvGrpSpPr>
              <p:cNvPr id="1169" name="Group 301"/>
              <p:cNvGrpSpPr/>
              <p:nvPr/>
            </p:nvGrpSpPr>
            <p:grpSpPr bwMode="auto">
              <a:xfrm>
                <a:off x="3064" y="2844"/>
                <a:ext cx="104" cy="468"/>
                <a:chOff x="2976" y="2884"/>
                <a:chExt cx="104" cy="468"/>
              </a:xfrm>
            </p:grpSpPr>
            <p:sp>
              <p:nvSpPr>
                <p:cNvPr id="1205" name="Line 30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06" name="Group 303"/>
                <p:cNvGrpSpPr>
                  <a:grpSpLocks noChangeAspect="1"/>
                </p:cNvGrpSpPr>
                <p:nvPr/>
              </p:nvGrpSpPr>
              <p:grpSpPr bwMode="auto">
                <a:xfrm>
                  <a:off x="2976" y="3001"/>
                  <a:ext cx="104" cy="277"/>
                  <a:chOff x="576" y="2784"/>
                  <a:chExt cx="288" cy="768"/>
                </a:xfrm>
              </p:grpSpPr>
              <p:sp>
                <p:nvSpPr>
                  <p:cNvPr id="1207" name="Oval 30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208" name="Line 30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9" name="Line 30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0" name="Line 30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170" name="Group 308"/>
              <p:cNvGrpSpPr/>
              <p:nvPr/>
            </p:nvGrpSpPr>
            <p:grpSpPr bwMode="auto">
              <a:xfrm rot="1938131">
                <a:off x="3248" y="2940"/>
                <a:ext cx="104" cy="384"/>
                <a:chOff x="2976" y="2884"/>
                <a:chExt cx="104" cy="468"/>
              </a:xfrm>
            </p:grpSpPr>
            <p:sp>
              <p:nvSpPr>
                <p:cNvPr id="1199" name="Line 30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00" name="Group 310"/>
                <p:cNvGrpSpPr>
                  <a:grpSpLocks noChangeAspect="1"/>
                </p:cNvGrpSpPr>
                <p:nvPr/>
              </p:nvGrpSpPr>
              <p:grpSpPr bwMode="auto">
                <a:xfrm>
                  <a:off x="2976" y="3001"/>
                  <a:ext cx="104" cy="277"/>
                  <a:chOff x="576" y="2784"/>
                  <a:chExt cx="288" cy="768"/>
                </a:xfrm>
              </p:grpSpPr>
              <p:sp>
                <p:nvSpPr>
                  <p:cNvPr id="1201" name="Oval 31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202" name="Line 31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3" name="Line 31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4" name="Line 31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171" name="Group 315"/>
              <p:cNvGrpSpPr/>
              <p:nvPr/>
            </p:nvGrpSpPr>
            <p:grpSpPr bwMode="auto">
              <a:xfrm rot="-1812594">
                <a:off x="3448" y="2796"/>
                <a:ext cx="104" cy="468"/>
                <a:chOff x="2976" y="2884"/>
                <a:chExt cx="104" cy="468"/>
              </a:xfrm>
            </p:grpSpPr>
            <p:sp>
              <p:nvSpPr>
                <p:cNvPr id="1193" name="Line 31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94" name="Group 317"/>
                <p:cNvGrpSpPr>
                  <a:grpSpLocks noChangeAspect="1"/>
                </p:cNvGrpSpPr>
                <p:nvPr/>
              </p:nvGrpSpPr>
              <p:grpSpPr bwMode="auto">
                <a:xfrm>
                  <a:off x="2976" y="3001"/>
                  <a:ext cx="104" cy="277"/>
                  <a:chOff x="576" y="2784"/>
                  <a:chExt cx="288" cy="768"/>
                </a:xfrm>
              </p:grpSpPr>
              <p:sp>
                <p:nvSpPr>
                  <p:cNvPr id="1195" name="Oval 31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196" name="Line 31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7" name="Line 32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 name="Line 32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172" name="Group 322"/>
              <p:cNvGrpSpPr/>
              <p:nvPr/>
            </p:nvGrpSpPr>
            <p:grpSpPr bwMode="auto">
              <a:xfrm rot="-1170300">
                <a:off x="3448" y="3084"/>
                <a:ext cx="104" cy="468"/>
                <a:chOff x="2976" y="2884"/>
                <a:chExt cx="104" cy="468"/>
              </a:xfrm>
            </p:grpSpPr>
            <p:sp>
              <p:nvSpPr>
                <p:cNvPr id="1187" name="Line 32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88" name="Group 324"/>
                <p:cNvGrpSpPr>
                  <a:grpSpLocks noChangeAspect="1"/>
                </p:cNvGrpSpPr>
                <p:nvPr/>
              </p:nvGrpSpPr>
              <p:grpSpPr bwMode="auto">
                <a:xfrm>
                  <a:off x="2976" y="3001"/>
                  <a:ext cx="104" cy="277"/>
                  <a:chOff x="576" y="2784"/>
                  <a:chExt cx="288" cy="768"/>
                </a:xfrm>
              </p:grpSpPr>
              <p:sp>
                <p:nvSpPr>
                  <p:cNvPr id="1189" name="Oval 32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190" name="Line 32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1" name="Line 32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2" name="Line 32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173" name="Group 329"/>
              <p:cNvGrpSpPr/>
              <p:nvPr/>
            </p:nvGrpSpPr>
            <p:grpSpPr bwMode="auto">
              <a:xfrm rot="6113720">
                <a:off x="3223" y="2629"/>
                <a:ext cx="104" cy="326"/>
                <a:chOff x="2976" y="2884"/>
                <a:chExt cx="104" cy="468"/>
              </a:xfrm>
            </p:grpSpPr>
            <p:sp>
              <p:nvSpPr>
                <p:cNvPr id="1181" name="Line 33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82" name="Group 331"/>
                <p:cNvGrpSpPr>
                  <a:grpSpLocks noChangeAspect="1"/>
                </p:cNvGrpSpPr>
                <p:nvPr/>
              </p:nvGrpSpPr>
              <p:grpSpPr bwMode="auto">
                <a:xfrm>
                  <a:off x="2976" y="3001"/>
                  <a:ext cx="104" cy="277"/>
                  <a:chOff x="576" y="2784"/>
                  <a:chExt cx="288" cy="768"/>
                </a:xfrm>
              </p:grpSpPr>
              <p:sp>
                <p:nvSpPr>
                  <p:cNvPr id="1183" name="Oval 33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184" name="Line 33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5" name="Line 33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6" name="Line 33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174" name="Group 336"/>
              <p:cNvGrpSpPr/>
              <p:nvPr/>
            </p:nvGrpSpPr>
            <p:grpSpPr bwMode="auto">
              <a:xfrm rot="-938535">
                <a:off x="3544" y="2700"/>
                <a:ext cx="104" cy="336"/>
                <a:chOff x="2976" y="2884"/>
                <a:chExt cx="104" cy="468"/>
              </a:xfrm>
            </p:grpSpPr>
            <p:sp>
              <p:nvSpPr>
                <p:cNvPr id="1175" name="Line 33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76" name="Group 338"/>
                <p:cNvGrpSpPr>
                  <a:grpSpLocks noChangeAspect="1"/>
                </p:cNvGrpSpPr>
                <p:nvPr/>
              </p:nvGrpSpPr>
              <p:grpSpPr bwMode="auto">
                <a:xfrm>
                  <a:off x="2976" y="3001"/>
                  <a:ext cx="104" cy="277"/>
                  <a:chOff x="576" y="2784"/>
                  <a:chExt cx="288" cy="768"/>
                </a:xfrm>
              </p:grpSpPr>
              <p:sp>
                <p:nvSpPr>
                  <p:cNvPr id="1177" name="Oval 33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178" name="Line 34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9" name="Line 34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0" name="Line 34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grpSp>
          <p:nvGrpSpPr>
            <p:cNvPr id="787" name="Group 343"/>
            <p:cNvGrpSpPr/>
            <p:nvPr/>
          </p:nvGrpSpPr>
          <p:grpSpPr bwMode="auto">
            <a:xfrm>
              <a:off x="3120" y="2016"/>
              <a:ext cx="584" cy="852"/>
              <a:chOff x="3120" y="2016"/>
              <a:chExt cx="584" cy="852"/>
            </a:xfrm>
          </p:grpSpPr>
          <p:grpSp>
            <p:nvGrpSpPr>
              <p:cNvPr id="1127" name="Group 344"/>
              <p:cNvGrpSpPr/>
              <p:nvPr/>
            </p:nvGrpSpPr>
            <p:grpSpPr bwMode="auto">
              <a:xfrm>
                <a:off x="3120" y="2160"/>
                <a:ext cx="104" cy="468"/>
                <a:chOff x="2976" y="2884"/>
                <a:chExt cx="104" cy="468"/>
              </a:xfrm>
            </p:grpSpPr>
            <p:sp>
              <p:nvSpPr>
                <p:cNvPr id="1163" name="Line 34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64" name="Group 346"/>
                <p:cNvGrpSpPr>
                  <a:grpSpLocks noChangeAspect="1"/>
                </p:cNvGrpSpPr>
                <p:nvPr/>
              </p:nvGrpSpPr>
              <p:grpSpPr bwMode="auto">
                <a:xfrm>
                  <a:off x="2976" y="3001"/>
                  <a:ext cx="104" cy="277"/>
                  <a:chOff x="576" y="2784"/>
                  <a:chExt cx="288" cy="768"/>
                </a:xfrm>
              </p:grpSpPr>
              <p:sp>
                <p:nvSpPr>
                  <p:cNvPr id="1165" name="Oval 34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166" name="Line 34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 name="Line 34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8" name="Line 35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128" name="Group 351"/>
              <p:cNvGrpSpPr/>
              <p:nvPr/>
            </p:nvGrpSpPr>
            <p:grpSpPr bwMode="auto">
              <a:xfrm rot="1938131">
                <a:off x="3304" y="2256"/>
                <a:ext cx="104" cy="384"/>
                <a:chOff x="2976" y="2884"/>
                <a:chExt cx="104" cy="468"/>
              </a:xfrm>
            </p:grpSpPr>
            <p:sp>
              <p:nvSpPr>
                <p:cNvPr id="1157" name="Line 35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58" name="Group 353"/>
                <p:cNvGrpSpPr>
                  <a:grpSpLocks noChangeAspect="1"/>
                </p:cNvGrpSpPr>
                <p:nvPr/>
              </p:nvGrpSpPr>
              <p:grpSpPr bwMode="auto">
                <a:xfrm>
                  <a:off x="2976" y="3001"/>
                  <a:ext cx="104" cy="277"/>
                  <a:chOff x="576" y="2784"/>
                  <a:chExt cx="288" cy="768"/>
                </a:xfrm>
              </p:grpSpPr>
              <p:sp>
                <p:nvSpPr>
                  <p:cNvPr id="1159" name="Oval 35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160" name="Line 35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1" name="Line 35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2" name="Line 35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129" name="Group 358"/>
              <p:cNvGrpSpPr/>
              <p:nvPr/>
            </p:nvGrpSpPr>
            <p:grpSpPr bwMode="auto">
              <a:xfrm rot="-1812594">
                <a:off x="3504" y="2112"/>
                <a:ext cx="104" cy="468"/>
                <a:chOff x="2976" y="2884"/>
                <a:chExt cx="104" cy="468"/>
              </a:xfrm>
            </p:grpSpPr>
            <p:sp>
              <p:nvSpPr>
                <p:cNvPr id="1151" name="Line 35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52" name="Group 360"/>
                <p:cNvGrpSpPr>
                  <a:grpSpLocks noChangeAspect="1"/>
                </p:cNvGrpSpPr>
                <p:nvPr/>
              </p:nvGrpSpPr>
              <p:grpSpPr bwMode="auto">
                <a:xfrm>
                  <a:off x="2976" y="3001"/>
                  <a:ext cx="104" cy="277"/>
                  <a:chOff x="576" y="2784"/>
                  <a:chExt cx="288" cy="768"/>
                </a:xfrm>
              </p:grpSpPr>
              <p:sp>
                <p:nvSpPr>
                  <p:cNvPr id="1153" name="Oval 36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154" name="Line 36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5" name="Line 36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6" name="Line 36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130" name="Group 365"/>
              <p:cNvGrpSpPr/>
              <p:nvPr/>
            </p:nvGrpSpPr>
            <p:grpSpPr bwMode="auto">
              <a:xfrm rot="-1170300">
                <a:off x="3504" y="2400"/>
                <a:ext cx="104" cy="468"/>
                <a:chOff x="2976" y="2884"/>
                <a:chExt cx="104" cy="468"/>
              </a:xfrm>
            </p:grpSpPr>
            <p:sp>
              <p:nvSpPr>
                <p:cNvPr id="1145" name="Line 36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46" name="Group 367"/>
                <p:cNvGrpSpPr>
                  <a:grpSpLocks noChangeAspect="1"/>
                </p:cNvGrpSpPr>
                <p:nvPr/>
              </p:nvGrpSpPr>
              <p:grpSpPr bwMode="auto">
                <a:xfrm>
                  <a:off x="2976" y="3001"/>
                  <a:ext cx="104" cy="277"/>
                  <a:chOff x="576" y="2784"/>
                  <a:chExt cx="288" cy="768"/>
                </a:xfrm>
              </p:grpSpPr>
              <p:sp>
                <p:nvSpPr>
                  <p:cNvPr id="1147" name="Oval 36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148" name="Line 36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9" name="Line 37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0" name="Line 37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131" name="Group 372"/>
              <p:cNvGrpSpPr/>
              <p:nvPr/>
            </p:nvGrpSpPr>
            <p:grpSpPr bwMode="auto">
              <a:xfrm rot="6113720">
                <a:off x="3279" y="1945"/>
                <a:ext cx="104" cy="326"/>
                <a:chOff x="2976" y="2884"/>
                <a:chExt cx="104" cy="468"/>
              </a:xfrm>
            </p:grpSpPr>
            <p:sp>
              <p:nvSpPr>
                <p:cNvPr id="1139" name="Line 37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40" name="Group 374"/>
                <p:cNvGrpSpPr>
                  <a:grpSpLocks noChangeAspect="1"/>
                </p:cNvGrpSpPr>
                <p:nvPr/>
              </p:nvGrpSpPr>
              <p:grpSpPr bwMode="auto">
                <a:xfrm>
                  <a:off x="2976" y="3001"/>
                  <a:ext cx="104" cy="277"/>
                  <a:chOff x="576" y="2784"/>
                  <a:chExt cx="288" cy="768"/>
                </a:xfrm>
              </p:grpSpPr>
              <p:sp>
                <p:nvSpPr>
                  <p:cNvPr id="1141" name="Oval 37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142" name="Line 37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3" name="Line 37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4" name="Line 37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132" name="Group 379"/>
              <p:cNvGrpSpPr/>
              <p:nvPr/>
            </p:nvGrpSpPr>
            <p:grpSpPr bwMode="auto">
              <a:xfrm rot="-938535">
                <a:off x="3600" y="2016"/>
                <a:ext cx="104" cy="336"/>
                <a:chOff x="2976" y="2884"/>
                <a:chExt cx="104" cy="468"/>
              </a:xfrm>
            </p:grpSpPr>
            <p:sp>
              <p:nvSpPr>
                <p:cNvPr id="1133" name="Line 38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34" name="Group 381"/>
                <p:cNvGrpSpPr>
                  <a:grpSpLocks noChangeAspect="1"/>
                </p:cNvGrpSpPr>
                <p:nvPr/>
              </p:nvGrpSpPr>
              <p:grpSpPr bwMode="auto">
                <a:xfrm>
                  <a:off x="2976" y="3001"/>
                  <a:ext cx="104" cy="277"/>
                  <a:chOff x="576" y="2784"/>
                  <a:chExt cx="288" cy="768"/>
                </a:xfrm>
              </p:grpSpPr>
              <p:sp>
                <p:nvSpPr>
                  <p:cNvPr id="1135" name="Oval 38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136" name="Line 38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7" name="Line 38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8" name="Line 38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grpSp>
          <p:nvGrpSpPr>
            <p:cNvPr id="788" name="Group 386"/>
            <p:cNvGrpSpPr/>
            <p:nvPr/>
          </p:nvGrpSpPr>
          <p:grpSpPr bwMode="auto">
            <a:xfrm rot="-1311040">
              <a:off x="2832" y="1260"/>
              <a:ext cx="584" cy="852"/>
              <a:chOff x="2440" y="1248"/>
              <a:chExt cx="584" cy="852"/>
            </a:xfrm>
          </p:grpSpPr>
          <p:grpSp>
            <p:nvGrpSpPr>
              <p:cNvPr id="1085" name="Group 387"/>
              <p:cNvGrpSpPr/>
              <p:nvPr/>
            </p:nvGrpSpPr>
            <p:grpSpPr bwMode="auto">
              <a:xfrm>
                <a:off x="2440" y="1392"/>
                <a:ext cx="104" cy="468"/>
                <a:chOff x="2976" y="2884"/>
                <a:chExt cx="104" cy="468"/>
              </a:xfrm>
            </p:grpSpPr>
            <p:sp>
              <p:nvSpPr>
                <p:cNvPr id="1121" name="Line 38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22" name="Group 389"/>
                <p:cNvGrpSpPr>
                  <a:grpSpLocks noChangeAspect="1"/>
                </p:cNvGrpSpPr>
                <p:nvPr/>
              </p:nvGrpSpPr>
              <p:grpSpPr bwMode="auto">
                <a:xfrm>
                  <a:off x="2976" y="3001"/>
                  <a:ext cx="104" cy="277"/>
                  <a:chOff x="576" y="2784"/>
                  <a:chExt cx="288" cy="768"/>
                </a:xfrm>
              </p:grpSpPr>
              <p:sp>
                <p:nvSpPr>
                  <p:cNvPr id="1123" name="Oval 39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124" name="Line 39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5" name="Line 39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 name="Line 39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086" name="Group 394"/>
              <p:cNvGrpSpPr/>
              <p:nvPr/>
            </p:nvGrpSpPr>
            <p:grpSpPr bwMode="auto">
              <a:xfrm rot="1938131">
                <a:off x="2624" y="1488"/>
                <a:ext cx="104" cy="384"/>
                <a:chOff x="2976" y="2884"/>
                <a:chExt cx="104" cy="468"/>
              </a:xfrm>
            </p:grpSpPr>
            <p:sp>
              <p:nvSpPr>
                <p:cNvPr id="1115" name="Line 39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16" name="Group 396"/>
                <p:cNvGrpSpPr>
                  <a:grpSpLocks noChangeAspect="1"/>
                </p:cNvGrpSpPr>
                <p:nvPr/>
              </p:nvGrpSpPr>
              <p:grpSpPr bwMode="auto">
                <a:xfrm>
                  <a:off x="2976" y="3001"/>
                  <a:ext cx="104" cy="277"/>
                  <a:chOff x="576" y="2784"/>
                  <a:chExt cx="288" cy="768"/>
                </a:xfrm>
              </p:grpSpPr>
              <p:sp>
                <p:nvSpPr>
                  <p:cNvPr id="1117" name="Oval 39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118" name="Line 39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9" name="Line 39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0" name="Line 40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087" name="Group 401"/>
              <p:cNvGrpSpPr/>
              <p:nvPr/>
            </p:nvGrpSpPr>
            <p:grpSpPr bwMode="auto">
              <a:xfrm rot="-1812594">
                <a:off x="2824" y="1344"/>
                <a:ext cx="104" cy="468"/>
                <a:chOff x="2976" y="2884"/>
                <a:chExt cx="104" cy="468"/>
              </a:xfrm>
            </p:grpSpPr>
            <p:sp>
              <p:nvSpPr>
                <p:cNvPr id="1109" name="Line 40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10" name="Group 403"/>
                <p:cNvGrpSpPr>
                  <a:grpSpLocks noChangeAspect="1"/>
                </p:cNvGrpSpPr>
                <p:nvPr/>
              </p:nvGrpSpPr>
              <p:grpSpPr bwMode="auto">
                <a:xfrm>
                  <a:off x="2976" y="3001"/>
                  <a:ext cx="104" cy="277"/>
                  <a:chOff x="576" y="2784"/>
                  <a:chExt cx="288" cy="768"/>
                </a:xfrm>
              </p:grpSpPr>
              <p:sp>
                <p:nvSpPr>
                  <p:cNvPr id="1111" name="Oval 40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112" name="Line 40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3" name="Line 40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4" name="Line 40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088" name="Group 408"/>
              <p:cNvGrpSpPr/>
              <p:nvPr/>
            </p:nvGrpSpPr>
            <p:grpSpPr bwMode="auto">
              <a:xfrm rot="-1170300">
                <a:off x="2824" y="1632"/>
                <a:ext cx="104" cy="468"/>
                <a:chOff x="2976" y="2884"/>
                <a:chExt cx="104" cy="468"/>
              </a:xfrm>
            </p:grpSpPr>
            <p:sp>
              <p:nvSpPr>
                <p:cNvPr id="1103" name="Line 40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04" name="Group 410"/>
                <p:cNvGrpSpPr>
                  <a:grpSpLocks noChangeAspect="1"/>
                </p:cNvGrpSpPr>
                <p:nvPr/>
              </p:nvGrpSpPr>
              <p:grpSpPr bwMode="auto">
                <a:xfrm>
                  <a:off x="2976" y="3001"/>
                  <a:ext cx="104" cy="277"/>
                  <a:chOff x="576" y="2784"/>
                  <a:chExt cx="288" cy="768"/>
                </a:xfrm>
              </p:grpSpPr>
              <p:sp>
                <p:nvSpPr>
                  <p:cNvPr id="1105" name="Oval 41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106" name="Line 41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7" name="Line 41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8" name="Line 41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089" name="Group 415"/>
              <p:cNvGrpSpPr/>
              <p:nvPr/>
            </p:nvGrpSpPr>
            <p:grpSpPr bwMode="auto">
              <a:xfrm rot="6113720">
                <a:off x="2599" y="1177"/>
                <a:ext cx="104" cy="326"/>
                <a:chOff x="2976" y="2884"/>
                <a:chExt cx="104" cy="468"/>
              </a:xfrm>
            </p:grpSpPr>
            <p:sp>
              <p:nvSpPr>
                <p:cNvPr id="1097" name="Line 41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98" name="Group 417"/>
                <p:cNvGrpSpPr>
                  <a:grpSpLocks noChangeAspect="1"/>
                </p:cNvGrpSpPr>
                <p:nvPr/>
              </p:nvGrpSpPr>
              <p:grpSpPr bwMode="auto">
                <a:xfrm>
                  <a:off x="2976" y="3001"/>
                  <a:ext cx="104" cy="277"/>
                  <a:chOff x="576" y="2784"/>
                  <a:chExt cx="288" cy="768"/>
                </a:xfrm>
              </p:grpSpPr>
              <p:sp>
                <p:nvSpPr>
                  <p:cNvPr id="1099" name="Oval 41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100" name="Line 41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1" name="Line 42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2" name="Line 42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090" name="Group 422"/>
              <p:cNvGrpSpPr/>
              <p:nvPr/>
            </p:nvGrpSpPr>
            <p:grpSpPr bwMode="auto">
              <a:xfrm rot="-938535">
                <a:off x="2920" y="1248"/>
                <a:ext cx="104" cy="336"/>
                <a:chOff x="2976" y="2884"/>
                <a:chExt cx="104" cy="468"/>
              </a:xfrm>
            </p:grpSpPr>
            <p:sp>
              <p:nvSpPr>
                <p:cNvPr id="1091" name="Line 42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92" name="Group 424"/>
                <p:cNvGrpSpPr>
                  <a:grpSpLocks noChangeAspect="1"/>
                </p:cNvGrpSpPr>
                <p:nvPr/>
              </p:nvGrpSpPr>
              <p:grpSpPr bwMode="auto">
                <a:xfrm>
                  <a:off x="2976" y="3001"/>
                  <a:ext cx="104" cy="277"/>
                  <a:chOff x="576" y="2784"/>
                  <a:chExt cx="288" cy="768"/>
                </a:xfrm>
              </p:grpSpPr>
              <p:sp>
                <p:nvSpPr>
                  <p:cNvPr id="1093" name="Oval 42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094" name="Line 42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 name="Line 42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6" name="Line 42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grpSp>
          <p:nvGrpSpPr>
            <p:cNvPr id="789" name="Group 429"/>
            <p:cNvGrpSpPr/>
            <p:nvPr/>
          </p:nvGrpSpPr>
          <p:grpSpPr bwMode="auto">
            <a:xfrm>
              <a:off x="1056" y="1632"/>
              <a:ext cx="104" cy="468"/>
              <a:chOff x="2976" y="2884"/>
              <a:chExt cx="104" cy="468"/>
            </a:xfrm>
          </p:grpSpPr>
          <p:sp>
            <p:nvSpPr>
              <p:cNvPr id="1079" name="Line 43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80" name="Group 431"/>
              <p:cNvGrpSpPr>
                <a:grpSpLocks noChangeAspect="1"/>
              </p:cNvGrpSpPr>
              <p:nvPr/>
            </p:nvGrpSpPr>
            <p:grpSpPr bwMode="auto">
              <a:xfrm>
                <a:off x="2976" y="3001"/>
                <a:ext cx="104" cy="277"/>
                <a:chOff x="576" y="2784"/>
                <a:chExt cx="288" cy="768"/>
              </a:xfrm>
            </p:grpSpPr>
            <p:sp>
              <p:nvSpPr>
                <p:cNvPr id="1081" name="Oval 43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082" name="Line 43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3" name="Line 43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4" name="Line 43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90" name="Group 436"/>
            <p:cNvGrpSpPr/>
            <p:nvPr/>
          </p:nvGrpSpPr>
          <p:grpSpPr bwMode="auto">
            <a:xfrm rot="1938131">
              <a:off x="1240" y="1728"/>
              <a:ext cx="104" cy="384"/>
              <a:chOff x="2976" y="2884"/>
              <a:chExt cx="104" cy="468"/>
            </a:xfrm>
          </p:grpSpPr>
          <p:sp>
            <p:nvSpPr>
              <p:cNvPr id="1073" name="Line 43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74" name="Group 438"/>
              <p:cNvGrpSpPr>
                <a:grpSpLocks noChangeAspect="1"/>
              </p:cNvGrpSpPr>
              <p:nvPr/>
            </p:nvGrpSpPr>
            <p:grpSpPr bwMode="auto">
              <a:xfrm>
                <a:off x="2976" y="3001"/>
                <a:ext cx="104" cy="277"/>
                <a:chOff x="576" y="2784"/>
                <a:chExt cx="288" cy="768"/>
              </a:xfrm>
            </p:grpSpPr>
            <p:sp>
              <p:nvSpPr>
                <p:cNvPr id="1075" name="Oval 43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076" name="Line 44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7" name="Line 44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8" name="Line 44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91" name="Group 443"/>
            <p:cNvGrpSpPr/>
            <p:nvPr/>
          </p:nvGrpSpPr>
          <p:grpSpPr bwMode="auto">
            <a:xfrm rot="-1812594">
              <a:off x="1440" y="1584"/>
              <a:ext cx="104" cy="468"/>
              <a:chOff x="2976" y="2884"/>
              <a:chExt cx="104" cy="468"/>
            </a:xfrm>
          </p:grpSpPr>
          <p:sp>
            <p:nvSpPr>
              <p:cNvPr id="1067" name="Line 44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68" name="Group 445"/>
              <p:cNvGrpSpPr>
                <a:grpSpLocks noChangeAspect="1"/>
              </p:cNvGrpSpPr>
              <p:nvPr/>
            </p:nvGrpSpPr>
            <p:grpSpPr bwMode="auto">
              <a:xfrm>
                <a:off x="2976" y="3001"/>
                <a:ext cx="104" cy="277"/>
                <a:chOff x="576" y="2784"/>
                <a:chExt cx="288" cy="768"/>
              </a:xfrm>
            </p:grpSpPr>
            <p:sp>
              <p:nvSpPr>
                <p:cNvPr id="1069" name="Oval 44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070" name="Line 44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1" name="Line 44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2" name="Line 44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92" name="Group 450"/>
            <p:cNvGrpSpPr/>
            <p:nvPr/>
          </p:nvGrpSpPr>
          <p:grpSpPr bwMode="auto">
            <a:xfrm rot="-1170300">
              <a:off x="1440" y="1872"/>
              <a:ext cx="104" cy="468"/>
              <a:chOff x="2976" y="2884"/>
              <a:chExt cx="104" cy="468"/>
            </a:xfrm>
          </p:grpSpPr>
          <p:sp>
            <p:nvSpPr>
              <p:cNvPr id="1061" name="Line 45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62" name="Group 452"/>
              <p:cNvGrpSpPr>
                <a:grpSpLocks noChangeAspect="1"/>
              </p:cNvGrpSpPr>
              <p:nvPr/>
            </p:nvGrpSpPr>
            <p:grpSpPr bwMode="auto">
              <a:xfrm>
                <a:off x="2976" y="3001"/>
                <a:ext cx="104" cy="277"/>
                <a:chOff x="576" y="2784"/>
                <a:chExt cx="288" cy="768"/>
              </a:xfrm>
            </p:grpSpPr>
            <p:sp>
              <p:nvSpPr>
                <p:cNvPr id="1063" name="Oval 45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064" name="Line 45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 name="Line 45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6" name="Line 45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93" name="Group 457"/>
            <p:cNvGrpSpPr/>
            <p:nvPr/>
          </p:nvGrpSpPr>
          <p:grpSpPr bwMode="auto">
            <a:xfrm rot="6113720">
              <a:off x="1215" y="1417"/>
              <a:ext cx="104" cy="326"/>
              <a:chOff x="2976" y="2884"/>
              <a:chExt cx="104" cy="468"/>
            </a:xfrm>
          </p:grpSpPr>
          <p:sp>
            <p:nvSpPr>
              <p:cNvPr id="1055" name="Line 45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56" name="Group 459"/>
              <p:cNvGrpSpPr>
                <a:grpSpLocks noChangeAspect="1"/>
              </p:cNvGrpSpPr>
              <p:nvPr/>
            </p:nvGrpSpPr>
            <p:grpSpPr bwMode="auto">
              <a:xfrm>
                <a:off x="2976" y="3001"/>
                <a:ext cx="104" cy="277"/>
                <a:chOff x="576" y="2784"/>
                <a:chExt cx="288" cy="768"/>
              </a:xfrm>
            </p:grpSpPr>
            <p:sp>
              <p:nvSpPr>
                <p:cNvPr id="1057" name="Oval 46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058" name="Line 46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9" name="Line 46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0" name="Line 46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94" name="Group 464"/>
            <p:cNvGrpSpPr/>
            <p:nvPr/>
          </p:nvGrpSpPr>
          <p:grpSpPr bwMode="auto">
            <a:xfrm rot="-938535">
              <a:off x="1536" y="1488"/>
              <a:ext cx="104" cy="336"/>
              <a:chOff x="2976" y="2884"/>
              <a:chExt cx="104" cy="468"/>
            </a:xfrm>
          </p:grpSpPr>
          <p:sp>
            <p:nvSpPr>
              <p:cNvPr id="1049" name="Line 46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50" name="Group 466"/>
              <p:cNvGrpSpPr>
                <a:grpSpLocks noChangeAspect="1"/>
              </p:cNvGrpSpPr>
              <p:nvPr/>
            </p:nvGrpSpPr>
            <p:grpSpPr bwMode="auto">
              <a:xfrm>
                <a:off x="2976" y="3001"/>
                <a:ext cx="104" cy="277"/>
                <a:chOff x="576" y="2784"/>
                <a:chExt cx="288" cy="768"/>
              </a:xfrm>
            </p:grpSpPr>
            <p:sp>
              <p:nvSpPr>
                <p:cNvPr id="1051" name="Oval 46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052" name="Line 46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3" name="Line 46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4" name="Line 47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95" name="Group 471"/>
            <p:cNvGrpSpPr/>
            <p:nvPr/>
          </p:nvGrpSpPr>
          <p:grpSpPr bwMode="auto">
            <a:xfrm>
              <a:off x="912" y="2940"/>
              <a:ext cx="104" cy="468"/>
              <a:chOff x="2976" y="2884"/>
              <a:chExt cx="104" cy="468"/>
            </a:xfrm>
          </p:grpSpPr>
          <p:sp>
            <p:nvSpPr>
              <p:cNvPr id="1043" name="Line 47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44" name="Group 473"/>
              <p:cNvGrpSpPr>
                <a:grpSpLocks noChangeAspect="1"/>
              </p:cNvGrpSpPr>
              <p:nvPr/>
            </p:nvGrpSpPr>
            <p:grpSpPr bwMode="auto">
              <a:xfrm>
                <a:off x="2976" y="3001"/>
                <a:ext cx="104" cy="277"/>
                <a:chOff x="576" y="2784"/>
                <a:chExt cx="288" cy="768"/>
              </a:xfrm>
            </p:grpSpPr>
            <p:sp>
              <p:nvSpPr>
                <p:cNvPr id="1045" name="Oval 47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046" name="Line 47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7" name="Line 47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8" name="Line 47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96" name="Group 478"/>
            <p:cNvGrpSpPr/>
            <p:nvPr/>
          </p:nvGrpSpPr>
          <p:grpSpPr bwMode="auto">
            <a:xfrm rot="1938131">
              <a:off x="1096" y="3036"/>
              <a:ext cx="104" cy="384"/>
              <a:chOff x="2976" y="2884"/>
              <a:chExt cx="104" cy="468"/>
            </a:xfrm>
          </p:grpSpPr>
          <p:sp>
            <p:nvSpPr>
              <p:cNvPr id="1037" name="Line 47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38" name="Group 480"/>
              <p:cNvGrpSpPr>
                <a:grpSpLocks noChangeAspect="1"/>
              </p:cNvGrpSpPr>
              <p:nvPr/>
            </p:nvGrpSpPr>
            <p:grpSpPr bwMode="auto">
              <a:xfrm>
                <a:off x="2976" y="3001"/>
                <a:ext cx="104" cy="277"/>
                <a:chOff x="576" y="2784"/>
                <a:chExt cx="288" cy="768"/>
              </a:xfrm>
            </p:grpSpPr>
            <p:sp>
              <p:nvSpPr>
                <p:cNvPr id="1039" name="Oval 48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040" name="Line 48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1" name="Line 48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2" name="Line 48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97" name="Group 485"/>
            <p:cNvGrpSpPr/>
            <p:nvPr/>
          </p:nvGrpSpPr>
          <p:grpSpPr bwMode="auto">
            <a:xfrm rot="-1812594">
              <a:off x="1296" y="2892"/>
              <a:ext cx="104" cy="468"/>
              <a:chOff x="2976" y="2884"/>
              <a:chExt cx="104" cy="468"/>
            </a:xfrm>
          </p:grpSpPr>
          <p:sp>
            <p:nvSpPr>
              <p:cNvPr id="1031" name="Line 48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32" name="Group 487"/>
              <p:cNvGrpSpPr>
                <a:grpSpLocks noChangeAspect="1"/>
              </p:cNvGrpSpPr>
              <p:nvPr/>
            </p:nvGrpSpPr>
            <p:grpSpPr bwMode="auto">
              <a:xfrm>
                <a:off x="2976" y="3001"/>
                <a:ext cx="104" cy="277"/>
                <a:chOff x="576" y="2784"/>
                <a:chExt cx="288" cy="768"/>
              </a:xfrm>
            </p:grpSpPr>
            <p:sp>
              <p:nvSpPr>
                <p:cNvPr id="1033" name="Oval 48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034" name="Line 48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5" name="Line 49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6" name="Line 49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98" name="Group 492"/>
            <p:cNvGrpSpPr/>
            <p:nvPr/>
          </p:nvGrpSpPr>
          <p:grpSpPr bwMode="auto">
            <a:xfrm rot="-1170300">
              <a:off x="1296" y="3180"/>
              <a:ext cx="104" cy="468"/>
              <a:chOff x="2976" y="2884"/>
              <a:chExt cx="104" cy="468"/>
            </a:xfrm>
          </p:grpSpPr>
          <p:sp>
            <p:nvSpPr>
              <p:cNvPr id="1025" name="Line 49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26" name="Group 494"/>
              <p:cNvGrpSpPr>
                <a:grpSpLocks noChangeAspect="1"/>
              </p:cNvGrpSpPr>
              <p:nvPr/>
            </p:nvGrpSpPr>
            <p:grpSpPr bwMode="auto">
              <a:xfrm>
                <a:off x="2976" y="3001"/>
                <a:ext cx="104" cy="277"/>
                <a:chOff x="576" y="2784"/>
                <a:chExt cx="288" cy="768"/>
              </a:xfrm>
            </p:grpSpPr>
            <p:sp>
              <p:nvSpPr>
                <p:cNvPr id="1027" name="Oval 49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028" name="Line 49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9" name="Line 49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0" name="Line 49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99" name="Group 499"/>
            <p:cNvGrpSpPr/>
            <p:nvPr/>
          </p:nvGrpSpPr>
          <p:grpSpPr bwMode="auto">
            <a:xfrm rot="6113720">
              <a:off x="1071" y="2725"/>
              <a:ext cx="104" cy="326"/>
              <a:chOff x="2976" y="2884"/>
              <a:chExt cx="104" cy="468"/>
            </a:xfrm>
          </p:grpSpPr>
          <p:sp>
            <p:nvSpPr>
              <p:cNvPr id="1019" name="Line 50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20" name="Group 501"/>
              <p:cNvGrpSpPr>
                <a:grpSpLocks noChangeAspect="1"/>
              </p:cNvGrpSpPr>
              <p:nvPr/>
            </p:nvGrpSpPr>
            <p:grpSpPr bwMode="auto">
              <a:xfrm>
                <a:off x="2976" y="3001"/>
                <a:ext cx="104" cy="277"/>
                <a:chOff x="576" y="2784"/>
                <a:chExt cx="288" cy="768"/>
              </a:xfrm>
            </p:grpSpPr>
            <p:sp>
              <p:nvSpPr>
                <p:cNvPr id="1021" name="Oval 50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022" name="Line 50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3" name="Line 50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 name="Line 50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00" name="Group 506"/>
            <p:cNvGrpSpPr/>
            <p:nvPr/>
          </p:nvGrpSpPr>
          <p:grpSpPr bwMode="auto">
            <a:xfrm rot="-938535">
              <a:off x="1392" y="2796"/>
              <a:ext cx="104" cy="336"/>
              <a:chOff x="2976" y="2884"/>
              <a:chExt cx="104" cy="468"/>
            </a:xfrm>
          </p:grpSpPr>
          <p:sp>
            <p:nvSpPr>
              <p:cNvPr id="1013" name="Line 50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14" name="Group 508"/>
              <p:cNvGrpSpPr>
                <a:grpSpLocks noChangeAspect="1"/>
              </p:cNvGrpSpPr>
              <p:nvPr/>
            </p:nvGrpSpPr>
            <p:grpSpPr bwMode="auto">
              <a:xfrm>
                <a:off x="2976" y="3001"/>
                <a:ext cx="104" cy="277"/>
                <a:chOff x="576" y="2784"/>
                <a:chExt cx="288" cy="768"/>
              </a:xfrm>
            </p:grpSpPr>
            <p:sp>
              <p:nvSpPr>
                <p:cNvPr id="1015" name="Oval 50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016" name="Line 51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7" name="Line 51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8" name="Line 51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01" name="Group 513"/>
            <p:cNvGrpSpPr/>
            <p:nvPr/>
          </p:nvGrpSpPr>
          <p:grpSpPr bwMode="auto">
            <a:xfrm>
              <a:off x="1488" y="3516"/>
              <a:ext cx="104" cy="468"/>
              <a:chOff x="2976" y="2884"/>
              <a:chExt cx="104" cy="468"/>
            </a:xfrm>
          </p:grpSpPr>
          <p:sp>
            <p:nvSpPr>
              <p:cNvPr id="1007" name="Line 51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08" name="Group 515"/>
              <p:cNvGrpSpPr>
                <a:grpSpLocks noChangeAspect="1"/>
              </p:cNvGrpSpPr>
              <p:nvPr/>
            </p:nvGrpSpPr>
            <p:grpSpPr bwMode="auto">
              <a:xfrm>
                <a:off x="2976" y="3001"/>
                <a:ext cx="104" cy="277"/>
                <a:chOff x="576" y="2784"/>
                <a:chExt cx="288" cy="768"/>
              </a:xfrm>
            </p:grpSpPr>
            <p:sp>
              <p:nvSpPr>
                <p:cNvPr id="1009" name="Oval 51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010" name="Line 51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1" name="Line 51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2" name="Line 51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02" name="Group 520"/>
            <p:cNvGrpSpPr/>
            <p:nvPr/>
          </p:nvGrpSpPr>
          <p:grpSpPr bwMode="auto">
            <a:xfrm rot="1938131">
              <a:off x="1672" y="3612"/>
              <a:ext cx="104" cy="384"/>
              <a:chOff x="2976" y="2884"/>
              <a:chExt cx="104" cy="468"/>
            </a:xfrm>
          </p:grpSpPr>
          <p:sp>
            <p:nvSpPr>
              <p:cNvPr id="1001" name="Line 52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02" name="Group 522"/>
              <p:cNvGrpSpPr>
                <a:grpSpLocks noChangeAspect="1"/>
              </p:cNvGrpSpPr>
              <p:nvPr/>
            </p:nvGrpSpPr>
            <p:grpSpPr bwMode="auto">
              <a:xfrm>
                <a:off x="2976" y="3001"/>
                <a:ext cx="104" cy="277"/>
                <a:chOff x="576" y="2784"/>
                <a:chExt cx="288" cy="768"/>
              </a:xfrm>
            </p:grpSpPr>
            <p:sp>
              <p:nvSpPr>
                <p:cNvPr id="1003" name="Oval 52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1004" name="Line 52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5" name="Line 52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6" name="Line 52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03" name="Group 527"/>
            <p:cNvGrpSpPr/>
            <p:nvPr/>
          </p:nvGrpSpPr>
          <p:grpSpPr bwMode="auto">
            <a:xfrm rot="-1812594">
              <a:off x="1872" y="3468"/>
              <a:ext cx="104" cy="468"/>
              <a:chOff x="2976" y="2884"/>
              <a:chExt cx="104" cy="468"/>
            </a:xfrm>
          </p:grpSpPr>
          <p:sp>
            <p:nvSpPr>
              <p:cNvPr id="995" name="Line 52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96" name="Group 529"/>
              <p:cNvGrpSpPr>
                <a:grpSpLocks noChangeAspect="1"/>
              </p:cNvGrpSpPr>
              <p:nvPr/>
            </p:nvGrpSpPr>
            <p:grpSpPr bwMode="auto">
              <a:xfrm>
                <a:off x="2976" y="3001"/>
                <a:ext cx="104" cy="277"/>
                <a:chOff x="576" y="2784"/>
                <a:chExt cx="288" cy="768"/>
              </a:xfrm>
            </p:grpSpPr>
            <p:sp>
              <p:nvSpPr>
                <p:cNvPr id="997" name="Oval 53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998" name="Line 53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9" name="Line 53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0" name="Line 53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04" name="Group 534"/>
            <p:cNvGrpSpPr/>
            <p:nvPr/>
          </p:nvGrpSpPr>
          <p:grpSpPr bwMode="auto">
            <a:xfrm rot="-1170300">
              <a:off x="1872" y="3756"/>
              <a:ext cx="104" cy="468"/>
              <a:chOff x="2976" y="2884"/>
              <a:chExt cx="104" cy="468"/>
            </a:xfrm>
          </p:grpSpPr>
          <p:sp>
            <p:nvSpPr>
              <p:cNvPr id="989" name="Line 53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90" name="Group 536"/>
              <p:cNvGrpSpPr>
                <a:grpSpLocks noChangeAspect="1"/>
              </p:cNvGrpSpPr>
              <p:nvPr/>
            </p:nvGrpSpPr>
            <p:grpSpPr bwMode="auto">
              <a:xfrm>
                <a:off x="2976" y="3001"/>
                <a:ext cx="104" cy="277"/>
                <a:chOff x="576" y="2784"/>
                <a:chExt cx="288" cy="768"/>
              </a:xfrm>
            </p:grpSpPr>
            <p:sp>
              <p:nvSpPr>
                <p:cNvPr id="991" name="Oval 53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992" name="Line 53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 name="Line 53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4" name="Line 54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05" name="Group 541"/>
            <p:cNvGrpSpPr/>
            <p:nvPr/>
          </p:nvGrpSpPr>
          <p:grpSpPr bwMode="auto">
            <a:xfrm rot="6113720">
              <a:off x="1647" y="3301"/>
              <a:ext cx="104" cy="326"/>
              <a:chOff x="2976" y="2884"/>
              <a:chExt cx="104" cy="468"/>
            </a:xfrm>
          </p:grpSpPr>
          <p:sp>
            <p:nvSpPr>
              <p:cNvPr id="983" name="Line 54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84" name="Group 543"/>
              <p:cNvGrpSpPr>
                <a:grpSpLocks noChangeAspect="1"/>
              </p:cNvGrpSpPr>
              <p:nvPr/>
            </p:nvGrpSpPr>
            <p:grpSpPr bwMode="auto">
              <a:xfrm>
                <a:off x="2976" y="3001"/>
                <a:ext cx="104" cy="277"/>
                <a:chOff x="576" y="2784"/>
                <a:chExt cx="288" cy="768"/>
              </a:xfrm>
            </p:grpSpPr>
            <p:sp>
              <p:nvSpPr>
                <p:cNvPr id="985" name="Oval 54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986" name="Line 54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7" name="Line 54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8" name="Line 54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06" name="Group 548"/>
            <p:cNvGrpSpPr/>
            <p:nvPr/>
          </p:nvGrpSpPr>
          <p:grpSpPr bwMode="auto">
            <a:xfrm rot="-938535">
              <a:off x="1968" y="3372"/>
              <a:ext cx="104" cy="336"/>
              <a:chOff x="2976" y="2884"/>
              <a:chExt cx="104" cy="468"/>
            </a:xfrm>
          </p:grpSpPr>
          <p:sp>
            <p:nvSpPr>
              <p:cNvPr id="977" name="Line 54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78" name="Group 550"/>
              <p:cNvGrpSpPr>
                <a:grpSpLocks noChangeAspect="1"/>
              </p:cNvGrpSpPr>
              <p:nvPr/>
            </p:nvGrpSpPr>
            <p:grpSpPr bwMode="auto">
              <a:xfrm>
                <a:off x="2976" y="3001"/>
                <a:ext cx="104" cy="277"/>
                <a:chOff x="576" y="2784"/>
                <a:chExt cx="288" cy="768"/>
              </a:xfrm>
            </p:grpSpPr>
            <p:sp>
              <p:nvSpPr>
                <p:cNvPr id="979" name="Oval 55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980" name="Line 55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1" name="Line 55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2" name="Line 55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07" name="Group 555"/>
            <p:cNvGrpSpPr/>
            <p:nvPr/>
          </p:nvGrpSpPr>
          <p:grpSpPr bwMode="auto">
            <a:xfrm>
              <a:off x="2872" y="3420"/>
              <a:ext cx="104" cy="468"/>
              <a:chOff x="2976" y="2884"/>
              <a:chExt cx="104" cy="468"/>
            </a:xfrm>
          </p:grpSpPr>
          <p:sp>
            <p:nvSpPr>
              <p:cNvPr id="971" name="Line 55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72" name="Group 557"/>
              <p:cNvGrpSpPr>
                <a:grpSpLocks noChangeAspect="1"/>
              </p:cNvGrpSpPr>
              <p:nvPr/>
            </p:nvGrpSpPr>
            <p:grpSpPr bwMode="auto">
              <a:xfrm>
                <a:off x="2976" y="3001"/>
                <a:ext cx="104" cy="277"/>
                <a:chOff x="576" y="2784"/>
                <a:chExt cx="288" cy="768"/>
              </a:xfrm>
            </p:grpSpPr>
            <p:sp>
              <p:nvSpPr>
                <p:cNvPr id="973" name="Oval 55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974" name="Line 55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5" name="Line 56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6" name="Line 56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08" name="Group 562"/>
            <p:cNvGrpSpPr/>
            <p:nvPr/>
          </p:nvGrpSpPr>
          <p:grpSpPr bwMode="auto">
            <a:xfrm rot="1938131">
              <a:off x="3056" y="3516"/>
              <a:ext cx="104" cy="384"/>
              <a:chOff x="2976" y="2884"/>
              <a:chExt cx="104" cy="468"/>
            </a:xfrm>
          </p:grpSpPr>
          <p:sp>
            <p:nvSpPr>
              <p:cNvPr id="965" name="Line 56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66" name="Group 564"/>
              <p:cNvGrpSpPr>
                <a:grpSpLocks noChangeAspect="1"/>
              </p:cNvGrpSpPr>
              <p:nvPr/>
            </p:nvGrpSpPr>
            <p:grpSpPr bwMode="auto">
              <a:xfrm>
                <a:off x="2976" y="3001"/>
                <a:ext cx="104" cy="277"/>
                <a:chOff x="576" y="2784"/>
                <a:chExt cx="288" cy="768"/>
              </a:xfrm>
            </p:grpSpPr>
            <p:sp>
              <p:nvSpPr>
                <p:cNvPr id="967" name="Oval 56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968" name="Line 56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9" name="Line 56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0" name="Line 56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09" name="Group 569"/>
            <p:cNvGrpSpPr/>
            <p:nvPr/>
          </p:nvGrpSpPr>
          <p:grpSpPr bwMode="auto">
            <a:xfrm rot="-1812594">
              <a:off x="3256" y="3372"/>
              <a:ext cx="104" cy="468"/>
              <a:chOff x="2976" y="2884"/>
              <a:chExt cx="104" cy="468"/>
            </a:xfrm>
          </p:grpSpPr>
          <p:sp>
            <p:nvSpPr>
              <p:cNvPr id="959" name="Line 57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60" name="Group 571"/>
              <p:cNvGrpSpPr>
                <a:grpSpLocks noChangeAspect="1"/>
              </p:cNvGrpSpPr>
              <p:nvPr/>
            </p:nvGrpSpPr>
            <p:grpSpPr bwMode="auto">
              <a:xfrm>
                <a:off x="2976" y="3001"/>
                <a:ext cx="104" cy="277"/>
                <a:chOff x="576" y="2784"/>
                <a:chExt cx="288" cy="768"/>
              </a:xfrm>
            </p:grpSpPr>
            <p:sp>
              <p:nvSpPr>
                <p:cNvPr id="961" name="Oval 57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962" name="Line 57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 name="Line 57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4" name="Line 57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10" name="Group 576"/>
            <p:cNvGrpSpPr/>
            <p:nvPr/>
          </p:nvGrpSpPr>
          <p:grpSpPr bwMode="auto">
            <a:xfrm rot="-1170300">
              <a:off x="3256" y="3660"/>
              <a:ext cx="104" cy="468"/>
              <a:chOff x="2976" y="2884"/>
              <a:chExt cx="104" cy="468"/>
            </a:xfrm>
          </p:grpSpPr>
          <p:sp>
            <p:nvSpPr>
              <p:cNvPr id="953" name="Line 57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54" name="Group 578"/>
              <p:cNvGrpSpPr>
                <a:grpSpLocks noChangeAspect="1"/>
              </p:cNvGrpSpPr>
              <p:nvPr/>
            </p:nvGrpSpPr>
            <p:grpSpPr bwMode="auto">
              <a:xfrm>
                <a:off x="2976" y="3001"/>
                <a:ext cx="104" cy="277"/>
                <a:chOff x="576" y="2784"/>
                <a:chExt cx="288" cy="768"/>
              </a:xfrm>
            </p:grpSpPr>
            <p:sp>
              <p:nvSpPr>
                <p:cNvPr id="955" name="Oval 57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956" name="Line 58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7" name="Line 58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8" name="Line 58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11" name="Group 583"/>
            <p:cNvGrpSpPr/>
            <p:nvPr/>
          </p:nvGrpSpPr>
          <p:grpSpPr bwMode="auto">
            <a:xfrm rot="6113720">
              <a:off x="3031" y="3205"/>
              <a:ext cx="104" cy="326"/>
              <a:chOff x="2976" y="2884"/>
              <a:chExt cx="104" cy="468"/>
            </a:xfrm>
          </p:grpSpPr>
          <p:sp>
            <p:nvSpPr>
              <p:cNvPr id="947" name="Line 58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48" name="Group 585"/>
              <p:cNvGrpSpPr>
                <a:grpSpLocks noChangeAspect="1"/>
              </p:cNvGrpSpPr>
              <p:nvPr/>
            </p:nvGrpSpPr>
            <p:grpSpPr bwMode="auto">
              <a:xfrm>
                <a:off x="2976" y="3001"/>
                <a:ext cx="104" cy="277"/>
                <a:chOff x="576" y="2784"/>
                <a:chExt cx="288" cy="768"/>
              </a:xfrm>
            </p:grpSpPr>
            <p:sp>
              <p:nvSpPr>
                <p:cNvPr id="949" name="Oval 58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950" name="Line 58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1" name="Line 58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2" name="Line 58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12" name="Group 590"/>
            <p:cNvGrpSpPr/>
            <p:nvPr/>
          </p:nvGrpSpPr>
          <p:grpSpPr bwMode="auto">
            <a:xfrm rot="-938535">
              <a:off x="3352" y="3276"/>
              <a:ext cx="104" cy="336"/>
              <a:chOff x="2976" y="2884"/>
              <a:chExt cx="104" cy="468"/>
            </a:xfrm>
          </p:grpSpPr>
          <p:sp>
            <p:nvSpPr>
              <p:cNvPr id="941" name="Line 59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42" name="Group 592"/>
              <p:cNvGrpSpPr>
                <a:grpSpLocks noChangeAspect="1"/>
              </p:cNvGrpSpPr>
              <p:nvPr/>
            </p:nvGrpSpPr>
            <p:grpSpPr bwMode="auto">
              <a:xfrm>
                <a:off x="2976" y="3001"/>
                <a:ext cx="104" cy="277"/>
                <a:chOff x="576" y="2784"/>
                <a:chExt cx="288" cy="768"/>
              </a:xfrm>
            </p:grpSpPr>
            <p:sp>
              <p:nvSpPr>
                <p:cNvPr id="943" name="Oval 59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944" name="Line 59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5" name="Line 59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6" name="Line 59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13" name="Group 597"/>
            <p:cNvGrpSpPr/>
            <p:nvPr/>
          </p:nvGrpSpPr>
          <p:grpSpPr bwMode="auto">
            <a:xfrm>
              <a:off x="480" y="2112"/>
              <a:ext cx="104" cy="468"/>
              <a:chOff x="2976" y="2884"/>
              <a:chExt cx="104" cy="468"/>
            </a:xfrm>
          </p:grpSpPr>
          <p:sp>
            <p:nvSpPr>
              <p:cNvPr id="935" name="Line 59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36" name="Group 599"/>
              <p:cNvGrpSpPr>
                <a:grpSpLocks noChangeAspect="1"/>
              </p:cNvGrpSpPr>
              <p:nvPr/>
            </p:nvGrpSpPr>
            <p:grpSpPr bwMode="auto">
              <a:xfrm>
                <a:off x="2976" y="3001"/>
                <a:ext cx="104" cy="277"/>
                <a:chOff x="576" y="2784"/>
                <a:chExt cx="288" cy="768"/>
              </a:xfrm>
            </p:grpSpPr>
            <p:sp>
              <p:nvSpPr>
                <p:cNvPr id="937" name="Oval 60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938" name="Line 60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9" name="Line 60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0" name="Line 60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14" name="Group 604"/>
            <p:cNvGrpSpPr/>
            <p:nvPr/>
          </p:nvGrpSpPr>
          <p:grpSpPr bwMode="auto">
            <a:xfrm rot="1938131">
              <a:off x="664" y="2208"/>
              <a:ext cx="104" cy="384"/>
              <a:chOff x="2976" y="2884"/>
              <a:chExt cx="104" cy="468"/>
            </a:xfrm>
          </p:grpSpPr>
          <p:sp>
            <p:nvSpPr>
              <p:cNvPr id="929" name="Line 60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30" name="Group 606"/>
              <p:cNvGrpSpPr>
                <a:grpSpLocks noChangeAspect="1"/>
              </p:cNvGrpSpPr>
              <p:nvPr/>
            </p:nvGrpSpPr>
            <p:grpSpPr bwMode="auto">
              <a:xfrm>
                <a:off x="2976" y="3001"/>
                <a:ext cx="104" cy="277"/>
                <a:chOff x="576" y="2784"/>
                <a:chExt cx="288" cy="768"/>
              </a:xfrm>
            </p:grpSpPr>
            <p:sp>
              <p:nvSpPr>
                <p:cNvPr id="931" name="Oval 60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932" name="Line 60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3" name="Line 60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4" name="Line 61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15" name="Group 611"/>
            <p:cNvGrpSpPr/>
            <p:nvPr/>
          </p:nvGrpSpPr>
          <p:grpSpPr bwMode="auto">
            <a:xfrm rot="-1812594">
              <a:off x="864" y="2064"/>
              <a:ext cx="104" cy="468"/>
              <a:chOff x="2976" y="2884"/>
              <a:chExt cx="104" cy="468"/>
            </a:xfrm>
          </p:grpSpPr>
          <p:sp>
            <p:nvSpPr>
              <p:cNvPr id="923" name="Line 61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24" name="Group 613"/>
              <p:cNvGrpSpPr>
                <a:grpSpLocks noChangeAspect="1"/>
              </p:cNvGrpSpPr>
              <p:nvPr/>
            </p:nvGrpSpPr>
            <p:grpSpPr bwMode="auto">
              <a:xfrm>
                <a:off x="2976" y="3001"/>
                <a:ext cx="104" cy="277"/>
                <a:chOff x="576" y="2784"/>
                <a:chExt cx="288" cy="768"/>
              </a:xfrm>
            </p:grpSpPr>
            <p:sp>
              <p:nvSpPr>
                <p:cNvPr id="925" name="Oval 61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926" name="Line 61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7" name="Line 61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8" name="Line 61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16" name="Group 618"/>
            <p:cNvGrpSpPr/>
            <p:nvPr/>
          </p:nvGrpSpPr>
          <p:grpSpPr bwMode="auto">
            <a:xfrm rot="-1170300">
              <a:off x="864" y="2352"/>
              <a:ext cx="104" cy="468"/>
              <a:chOff x="2976" y="2884"/>
              <a:chExt cx="104" cy="468"/>
            </a:xfrm>
          </p:grpSpPr>
          <p:sp>
            <p:nvSpPr>
              <p:cNvPr id="917" name="Line 61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18" name="Group 620"/>
              <p:cNvGrpSpPr>
                <a:grpSpLocks noChangeAspect="1"/>
              </p:cNvGrpSpPr>
              <p:nvPr/>
            </p:nvGrpSpPr>
            <p:grpSpPr bwMode="auto">
              <a:xfrm>
                <a:off x="2976" y="3001"/>
                <a:ext cx="104" cy="277"/>
                <a:chOff x="576" y="2784"/>
                <a:chExt cx="288" cy="768"/>
              </a:xfrm>
            </p:grpSpPr>
            <p:sp>
              <p:nvSpPr>
                <p:cNvPr id="919" name="Oval 62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920" name="Line 62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 name="Line 62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 name="Line 62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17" name="Group 625"/>
            <p:cNvGrpSpPr/>
            <p:nvPr/>
          </p:nvGrpSpPr>
          <p:grpSpPr bwMode="auto">
            <a:xfrm rot="6113720">
              <a:off x="639" y="1897"/>
              <a:ext cx="104" cy="326"/>
              <a:chOff x="2976" y="2884"/>
              <a:chExt cx="104" cy="468"/>
            </a:xfrm>
          </p:grpSpPr>
          <p:sp>
            <p:nvSpPr>
              <p:cNvPr id="911" name="Line 62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12" name="Group 627"/>
              <p:cNvGrpSpPr>
                <a:grpSpLocks noChangeAspect="1"/>
              </p:cNvGrpSpPr>
              <p:nvPr/>
            </p:nvGrpSpPr>
            <p:grpSpPr bwMode="auto">
              <a:xfrm>
                <a:off x="2976" y="3001"/>
                <a:ext cx="104" cy="277"/>
                <a:chOff x="576" y="2784"/>
                <a:chExt cx="288" cy="768"/>
              </a:xfrm>
            </p:grpSpPr>
            <p:sp>
              <p:nvSpPr>
                <p:cNvPr id="913" name="Oval 62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914" name="Line 62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5" name="Line 63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6" name="Line 63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18" name="Group 632"/>
            <p:cNvGrpSpPr/>
            <p:nvPr/>
          </p:nvGrpSpPr>
          <p:grpSpPr bwMode="auto">
            <a:xfrm rot="-938535">
              <a:off x="960" y="1968"/>
              <a:ext cx="104" cy="336"/>
              <a:chOff x="2976" y="2884"/>
              <a:chExt cx="104" cy="468"/>
            </a:xfrm>
          </p:grpSpPr>
          <p:sp>
            <p:nvSpPr>
              <p:cNvPr id="905" name="Line 63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06" name="Group 634"/>
              <p:cNvGrpSpPr>
                <a:grpSpLocks noChangeAspect="1"/>
              </p:cNvGrpSpPr>
              <p:nvPr/>
            </p:nvGrpSpPr>
            <p:grpSpPr bwMode="auto">
              <a:xfrm>
                <a:off x="2976" y="3001"/>
                <a:ext cx="104" cy="277"/>
                <a:chOff x="576" y="2784"/>
                <a:chExt cx="288" cy="768"/>
              </a:xfrm>
            </p:grpSpPr>
            <p:sp>
              <p:nvSpPr>
                <p:cNvPr id="907" name="Oval 63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908" name="Line 63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9" name="Line 63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0" name="Line 63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19" name="Group 639"/>
            <p:cNvGrpSpPr/>
            <p:nvPr/>
          </p:nvGrpSpPr>
          <p:grpSpPr bwMode="auto">
            <a:xfrm>
              <a:off x="232" y="2700"/>
              <a:ext cx="104" cy="468"/>
              <a:chOff x="2976" y="2884"/>
              <a:chExt cx="104" cy="468"/>
            </a:xfrm>
          </p:grpSpPr>
          <p:sp>
            <p:nvSpPr>
              <p:cNvPr id="899" name="Line 64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00" name="Group 641"/>
              <p:cNvGrpSpPr>
                <a:grpSpLocks noChangeAspect="1"/>
              </p:cNvGrpSpPr>
              <p:nvPr/>
            </p:nvGrpSpPr>
            <p:grpSpPr bwMode="auto">
              <a:xfrm>
                <a:off x="2976" y="3001"/>
                <a:ext cx="104" cy="277"/>
                <a:chOff x="576" y="2784"/>
                <a:chExt cx="288" cy="768"/>
              </a:xfrm>
            </p:grpSpPr>
            <p:sp>
              <p:nvSpPr>
                <p:cNvPr id="901" name="Oval 64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902" name="Line 64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3" name="Line 64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4" name="Line 64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20" name="Group 646"/>
            <p:cNvGrpSpPr/>
            <p:nvPr/>
          </p:nvGrpSpPr>
          <p:grpSpPr bwMode="auto">
            <a:xfrm rot="1938131">
              <a:off x="416" y="2796"/>
              <a:ext cx="104" cy="384"/>
              <a:chOff x="2976" y="2884"/>
              <a:chExt cx="104" cy="468"/>
            </a:xfrm>
          </p:grpSpPr>
          <p:sp>
            <p:nvSpPr>
              <p:cNvPr id="893" name="Line 64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94" name="Group 648"/>
              <p:cNvGrpSpPr>
                <a:grpSpLocks noChangeAspect="1"/>
              </p:cNvGrpSpPr>
              <p:nvPr/>
            </p:nvGrpSpPr>
            <p:grpSpPr bwMode="auto">
              <a:xfrm>
                <a:off x="2976" y="3001"/>
                <a:ext cx="104" cy="277"/>
                <a:chOff x="576" y="2784"/>
                <a:chExt cx="288" cy="768"/>
              </a:xfrm>
            </p:grpSpPr>
            <p:sp>
              <p:nvSpPr>
                <p:cNvPr id="895" name="Oval 64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896" name="Line 65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7" name="Line 65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8" name="Line 65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21" name="Group 653"/>
            <p:cNvGrpSpPr/>
            <p:nvPr/>
          </p:nvGrpSpPr>
          <p:grpSpPr bwMode="auto">
            <a:xfrm rot="-1812594">
              <a:off x="616" y="2652"/>
              <a:ext cx="104" cy="468"/>
              <a:chOff x="2976" y="2884"/>
              <a:chExt cx="104" cy="468"/>
            </a:xfrm>
          </p:grpSpPr>
          <p:sp>
            <p:nvSpPr>
              <p:cNvPr id="887" name="Line 65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88" name="Group 655"/>
              <p:cNvGrpSpPr>
                <a:grpSpLocks noChangeAspect="1"/>
              </p:cNvGrpSpPr>
              <p:nvPr/>
            </p:nvGrpSpPr>
            <p:grpSpPr bwMode="auto">
              <a:xfrm>
                <a:off x="2976" y="3001"/>
                <a:ext cx="104" cy="277"/>
                <a:chOff x="576" y="2784"/>
                <a:chExt cx="288" cy="768"/>
              </a:xfrm>
            </p:grpSpPr>
            <p:sp>
              <p:nvSpPr>
                <p:cNvPr id="889" name="Oval 65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890" name="Line 65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1" name="Line 65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2" name="Line 65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22" name="Group 660"/>
            <p:cNvGrpSpPr/>
            <p:nvPr/>
          </p:nvGrpSpPr>
          <p:grpSpPr bwMode="auto">
            <a:xfrm rot="-1170300">
              <a:off x="616" y="2940"/>
              <a:ext cx="104" cy="468"/>
              <a:chOff x="2976" y="2884"/>
              <a:chExt cx="104" cy="468"/>
            </a:xfrm>
          </p:grpSpPr>
          <p:sp>
            <p:nvSpPr>
              <p:cNvPr id="881" name="Line 66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82" name="Group 662"/>
              <p:cNvGrpSpPr>
                <a:grpSpLocks noChangeAspect="1"/>
              </p:cNvGrpSpPr>
              <p:nvPr/>
            </p:nvGrpSpPr>
            <p:grpSpPr bwMode="auto">
              <a:xfrm>
                <a:off x="2976" y="3001"/>
                <a:ext cx="104" cy="277"/>
                <a:chOff x="576" y="2784"/>
                <a:chExt cx="288" cy="768"/>
              </a:xfrm>
            </p:grpSpPr>
            <p:sp>
              <p:nvSpPr>
                <p:cNvPr id="883" name="Oval 66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884" name="Line 66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5" name="Line 66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6" name="Line 66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23" name="Group 667"/>
            <p:cNvGrpSpPr/>
            <p:nvPr/>
          </p:nvGrpSpPr>
          <p:grpSpPr bwMode="auto">
            <a:xfrm rot="6113720">
              <a:off x="391" y="2485"/>
              <a:ext cx="104" cy="326"/>
              <a:chOff x="2976" y="2884"/>
              <a:chExt cx="104" cy="468"/>
            </a:xfrm>
          </p:grpSpPr>
          <p:sp>
            <p:nvSpPr>
              <p:cNvPr id="875" name="Line 66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76" name="Group 669"/>
              <p:cNvGrpSpPr>
                <a:grpSpLocks noChangeAspect="1"/>
              </p:cNvGrpSpPr>
              <p:nvPr/>
            </p:nvGrpSpPr>
            <p:grpSpPr bwMode="auto">
              <a:xfrm>
                <a:off x="2976" y="3001"/>
                <a:ext cx="104" cy="277"/>
                <a:chOff x="576" y="2784"/>
                <a:chExt cx="288" cy="768"/>
              </a:xfrm>
            </p:grpSpPr>
            <p:sp>
              <p:nvSpPr>
                <p:cNvPr id="877" name="Oval 67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878" name="Line 67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9" name="Line 67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0" name="Line 67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24" name="Group 674"/>
            <p:cNvGrpSpPr/>
            <p:nvPr/>
          </p:nvGrpSpPr>
          <p:grpSpPr bwMode="auto">
            <a:xfrm rot="-938535">
              <a:off x="712" y="2556"/>
              <a:ext cx="104" cy="336"/>
              <a:chOff x="2976" y="2884"/>
              <a:chExt cx="104" cy="468"/>
            </a:xfrm>
          </p:grpSpPr>
          <p:sp>
            <p:nvSpPr>
              <p:cNvPr id="869" name="Line 67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70" name="Group 676"/>
              <p:cNvGrpSpPr>
                <a:grpSpLocks noChangeAspect="1"/>
              </p:cNvGrpSpPr>
              <p:nvPr/>
            </p:nvGrpSpPr>
            <p:grpSpPr bwMode="auto">
              <a:xfrm>
                <a:off x="2976" y="3001"/>
                <a:ext cx="104" cy="277"/>
                <a:chOff x="576" y="2784"/>
                <a:chExt cx="288" cy="768"/>
              </a:xfrm>
            </p:grpSpPr>
            <p:sp>
              <p:nvSpPr>
                <p:cNvPr id="871" name="Oval 67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872" name="Line 67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3" name="Line 67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4" name="Line 68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25" name="Group 681"/>
            <p:cNvGrpSpPr/>
            <p:nvPr/>
          </p:nvGrpSpPr>
          <p:grpSpPr bwMode="auto">
            <a:xfrm>
              <a:off x="3456" y="1488"/>
              <a:ext cx="104" cy="468"/>
              <a:chOff x="2976" y="2884"/>
              <a:chExt cx="104" cy="468"/>
            </a:xfrm>
          </p:grpSpPr>
          <p:sp>
            <p:nvSpPr>
              <p:cNvPr id="863" name="Line 68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64" name="Group 683"/>
              <p:cNvGrpSpPr>
                <a:grpSpLocks noChangeAspect="1"/>
              </p:cNvGrpSpPr>
              <p:nvPr/>
            </p:nvGrpSpPr>
            <p:grpSpPr bwMode="auto">
              <a:xfrm>
                <a:off x="2976" y="3001"/>
                <a:ext cx="104" cy="277"/>
                <a:chOff x="576" y="2784"/>
                <a:chExt cx="288" cy="768"/>
              </a:xfrm>
            </p:grpSpPr>
            <p:sp>
              <p:nvSpPr>
                <p:cNvPr id="865" name="Oval 68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866" name="Line 68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7" name="Line 68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8" name="Line 68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26" name="Group 688"/>
            <p:cNvGrpSpPr/>
            <p:nvPr/>
          </p:nvGrpSpPr>
          <p:grpSpPr bwMode="auto">
            <a:xfrm rot="1938131">
              <a:off x="3640" y="1584"/>
              <a:ext cx="104" cy="384"/>
              <a:chOff x="2976" y="2884"/>
              <a:chExt cx="104" cy="468"/>
            </a:xfrm>
          </p:grpSpPr>
          <p:sp>
            <p:nvSpPr>
              <p:cNvPr id="857" name="Line 68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58" name="Group 690"/>
              <p:cNvGrpSpPr>
                <a:grpSpLocks noChangeAspect="1"/>
              </p:cNvGrpSpPr>
              <p:nvPr/>
            </p:nvGrpSpPr>
            <p:grpSpPr bwMode="auto">
              <a:xfrm>
                <a:off x="2976" y="3001"/>
                <a:ext cx="104" cy="277"/>
                <a:chOff x="576" y="2784"/>
                <a:chExt cx="288" cy="768"/>
              </a:xfrm>
            </p:grpSpPr>
            <p:sp>
              <p:nvSpPr>
                <p:cNvPr id="859" name="Oval 69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860" name="Line 69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1" name="Line 69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2" name="Line 69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27" name="Group 695"/>
            <p:cNvGrpSpPr/>
            <p:nvPr/>
          </p:nvGrpSpPr>
          <p:grpSpPr bwMode="auto">
            <a:xfrm rot="-1812594">
              <a:off x="3840" y="1440"/>
              <a:ext cx="104" cy="468"/>
              <a:chOff x="2976" y="2884"/>
              <a:chExt cx="104" cy="468"/>
            </a:xfrm>
          </p:grpSpPr>
          <p:sp>
            <p:nvSpPr>
              <p:cNvPr id="851" name="Line 69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52" name="Group 697"/>
              <p:cNvGrpSpPr>
                <a:grpSpLocks noChangeAspect="1"/>
              </p:cNvGrpSpPr>
              <p:nvPr/>
            </p:nvGrpSpPr>
            <p:grpSpPr bwMode="auto">
              <a:xfrm>
                <a:off x="2976" y="3001"/>
                <a:ext cx="104" cy="277"/>
                <a:chOff x="576" y="2784"/>
                <a:chExt cx="288" cy="768"/>
              </a:xfrm>
            </p:grpSpPr>
            <p:sp>
              <p:nvSpPr>
                <p:cNvPr id="853" name="Oval 69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854" name="Line 69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5" name="Line 70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6" name="Line 70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28" name="Group 702"/>
            <p:cNvGrpSpPr/>
            <p:nvPr/>
          </p:nvGrpSpPr>
          <p:grpSpPr bwMode="auto">
            <a:xfrm rot="-1170300">
              <a:off x="3840" y="1728"/>
              <a:ext cx="104" cy="468"/>
              <a:chOff x="2976" y="2884"/>
              <a:chExt cx="104" cy="468"/>
            </a:xfrm>
          </p:grpSpPr>
          <p:sp>
            <p:nvSpPr>
              <p:cNvPr id="845" name="Line 70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46" name="Group 704"/>
              <p:cNvGrpSpPr>
                <a:grpSpLocks noChangeAspect="1"/>
              </p:cNvGrpSpPr>
              <p:nvPr/>
            </p:nvGrpSpPr>
            <p:grpSpPr bwMode="auto">
              <a:xfrm>
                <a:off x="2976" y="3001"/>
                <a:ext cx="104" cy="277"/>
                <a:chOff x="576" y="2784"/>
                <a:chExt cx="288" cy="768"/>
              </a:xfrm>
            </p:grpSpPr>
            <p:sp>
              <p:nvSpPr>
                <p:cNvPr id="847" name="Oval 70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848" name="Line 70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9" name="Line 70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0" name="Line 70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29" name="Group 709"/>
            <p:cNvGrpSpPr/>
            <p:nvPr/>
          </p:nvGrpSpPr>
          <p:grpSpPr bwMode="auto">
            <a:xfrm rot="6113720">
              <a:off x="3615" y="1273"/>
              <a:ext cx="104" cy="326"/>
              <a:chOff x="2976" y="2884"/>
              <a:chExt cx="104" cy="468"/>
            </a:xfrm>
          </p:grpSpPr>
          <p:sp>
            <p:nvSpPr>
              <p:cNvPr id="839" name="Line 71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40" name="Group 711"/>
              <p:cNvGrpSpPr>
                <a:grpSpLocks noChangeAspect="1"/>
              </p:cNvGrpSpPr>
              <p:nvPr/>
            </p:nvGrpSpPr>
            <p:grpSpPr bwMode="auto">
              <a:xfrm>
                <a:off x="2976" y="3001"/>
                <a:ext cx="104" cy="277"/>
                <a:chOff x="576" y="2784"/>
                <a:chExt cx="288" cy="768"/>
              </a:xfrm>
            </p:grpSpPr>
            <p:sp>
              <p:nvSpPr>
                <p:cNvPr id="841" name="Oval 71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842" name="Line 71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3" name="Line 71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4" name="Line 71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30" name="Group 716"/>
            <p:cNvGrpSpPr/>
            <p:nvPr/>
          </p:nvGrpSpPr>
          <p:grpSpPr bwMode="auto">
            <a:xfrm rot="-938535">
              <a:off x="3936" y="1344"/>
              <a:ext cx="104" cy="336"/>
              <a:chOff x="2976" y="2884"/>
              <a:chExt cx="104" cy="468"/>
            </a:xfrm>
          </p:grpSpPr>
          <p:sp>
            <p:nvSpPr>
              <p:cNvPr id="833" name="Line 71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34" name="Group 718"/>
              <p:cNvGrpSpPr>
                <a:grpSpLocks noChangeAspect="1"/>
              </p:cNvGrpSpPr>
              <p:nvPr/>
            </p:nvGrpSpPr>
            <p:grpSpPr bwMode="auto">
              <a:xfrm>
                <a:off x="2976" y="3001"/>
                <a:ext cx="104" cy="277"/>
                <a:chOff x="576" y="2784"/>
                <a:chExt cx="288" cy="768"/>
              </a:xfrm>
            </p:grpSpPr>
            <p:sp>
              <p:nvSpPr>
                <p:cNvPr id="835" name="Oval 71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p>
              </p:txBody>
            </p:sp>
            <p:sp>
              <p:nvSpPr>
                <p:cNvPr id="836" name="Line 72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7" name="Line 72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8" name="Line 72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831" name="Text Box 727"/>
            <p:cNvSpPr txBox="1">
              <a:spLocks noChangeArrowheads="1"/>
            </p:cNvSpPr>
            <p:nvPr/>
          </p:nvSpPr>
          <p:spPr bwMode="auto">
            <a:xfrm>
              <a:off x="2592" y="2976"/>
              <a:ext cx="173" cy="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600" i="1"/>
                <a:t>v</a:t>
              </a:r>
              <a:endParaRPr lang="en-US" altLang="zh-CN" sz="1600" i="1"/>
            </a:p>
          </p:txBody>
        </p:sp>
        <p:sp>
          <p:nvSpPr>
            <p:cNvPr id="832" name="Rectangle 728"/>
            <p:cNvSpPr>
              <a:spLocks noChangeArrowheads="1"/>
            </p:cNvSpPr>
            <p:nvPr/>
          </p:nvSpPr>
          <p:spPr bwMode="auto">
            <a:xfrm>
              <a:off x="2540" y="3008"/>
              <a:ext cx="175" cy="1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200">
                  <a:latin typeface="Symbol" panose="05050102010706020507" pitchFamily="1" charset="2"/>
                  <a:sym typeface="Symbol" panose="05050102010706020507" pitchFamily="1" charset="2"/>
                </a:rPr>
                <a:t></a:t>
              </a:r>
              <a:endParaRPr lang="en-US" altLang="zh-CN" sz="1200">
                <a:latin typeface="Symbol" panose="05050102010706020507" pitchFamily="1" charset="2"/>
                <a:sym typeface="Symbol" panose="05050102010706020507" pitchFamily="1" charset="2"/>
              </a:endParaRPr>
            </a:p>
          </p:txBody>
        </p:sp>
      </p:grpSp>
      <p:sp>
        <p:nvSpPr>
          <p:cNvPr id="1475" name="Rectangle 730"/>
          <p:cNvSpPr>
            <a:spLocks noChangeArrowheads="1"/>
          </p:cNvSpPr>
          <p:nvPr/>
        </p:nvSpPr>
        <p:spPr bwMode="auto">
          <a:xfrm>
            <a:off x="6498610" y="2193050"/>
            <a:ext cx="2492990" cy="923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The number of dipoles is</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expressed as a density, </a:t>
            </a:r>
            <a:r>
              <a:rPr lang="en-US" altLang="zh-CN" i="1" dirty="0">
                <a:latin typeface="Times New Roman" panose="02020603050405020304" pitchFamily="18" charset="0"/>
                <a:cs typeface="Times New Roman" panose="02020603050405020304" pitchFamily="18" charset="0"/>
              </a:rPr>
              <a:t>n</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dipoles per unit volume.</a:t>
            </a:r>
            <a:endParaRPr lang="en-US" altLang="zh-CN" dirty="0">
              <a:latin typeface="Times New Roman" panose="02020603050405020304" pitchFamily="18" charset="0"/>
              <a:cs typeface="Times New Roman" panose="02020603050405020304" pitchFamily="18" charset="0"/>
            </a:endParaRPr>
          </a:p>
        </p:txBody>
      </p:sp>
      <p:sp>
        <p:nvSpPr>
          <p:cNvPr id="1476" name="Rectangle 731"/>
          <p:cNvSpPr>
            <a:spLocks noChangeArrowheads="1"/>
          </p:cNvSpPr>
          <p:nvPr/>
        </p:nvSpPr>
        <p:spPr bwMode="auto">
          <a:xfrm>
            <a:off x="6184075" y="3124755"/>
            <a:ext cx="2948243"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The </a:t>
            </a:r>
            <a:r>
              <a:rPr lang="en-US" altLang="zh-CN" i="1" dirty="0">
                <a:latin typeface="Times New Roman" panose="02020603050405020304" pitchFamily="18" charset="0"/>
                <a:cs typeface="Times New Roman" panose="02020603050405020304" pitchFamily="18" charset="0"/>
              </a:rPr>
              <a:t>Polarization Field </a:t>
            </a:r>
            <a:r>
              <a:rPr lang="en-US" altLang="zh-CN" dirty="0">
                <a:latin typeface="Times New Roman" panose="02020603050405020304" pitchFamily="18" charset="0"/>
                <a:cs typeface="Times New Roman" panose="02020603050405020304" pitchFamily="18" charset="0"/>
              </a:rPr>
              <a:t>of the </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medium is defined as:</a:t>
            </a:r>
            <a:endParaRPr lang="en-US" altLang="zh-CN" dirty="0">
              <a:latin typeface="Times New Roman" panose="02020603050405020304" pitchFamily="18" charset="0"/>
              <a:cs typeface="Times New Roman" panose="02020603050405020304" pitchFamily="18" charset="0"/>
            </a:endParaRPr>
          </a:p>
        </p:txBody>
      </p:sp>
      <p:pic>
        <p:nvPicPr>
          <p:cNvPr id="1477" name="Picture 73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26602" y="4051378"/>
            <a:ext cx="272415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p:cNvSpPr/>
          <p:nvPr/>
        </p:nvSpPr>
        <p:spPr>
          <a:xfrm>
            <a:off x="5844585" y="5245868"/>
            <a:ext cx="3147015" cy="369332"/>
          </a:xfrm>
          <a:prstGeom prst="rect">
            <a:avLst/>
          </a:prstGeom>
        </p:spPr>
        <p:txBody>
          <a:bodyPr wrap="none">
            <a:spAutoFit/>
          </a:bodyPr>
          <a:lstStyle/>
          <a:p>
            <a:r>
              <a:rPr lang="en-US" altLang="zh-CN" dirty="0">
                <a:solidFill>
                  <a:srgbClr val="C00000"/>
                </a:solidFill>
                <a:latin typeface="Times New Roman" panose="02020603050405020304" pitchFamily="18" charset="0"/>
                <a:cs typeface="Times New Roman" panose="02020603050405020304" pitchFamily="18" charset="0"/>
              </a:rPr>
              <a:t>Dipole moment per unit volume</a:t>
            </a:r>
            <a:endParaRPr lang="zh-CN" altLang="en-US" dirty="0">
              <a:solidFill>
                <a:srgbClr val="C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33</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Polarization Field (with Electric Field Applied)</a:t>
            </a:r>
            <a:endParaRPr lang="zh-CN" altLang="en-US" sz="2800" dirty="0">
              <a:solidFill>
                <a:srgbClr val="000099"/>
              </a:solidFill>
              <a:latin typeface="华文行楷" panose="02010800040101010101" pitchFamily="2" charset="-122"/>
              <a:ea typeface="华文行楷" panose="02010800040101010101" pitchFamily="2" charset="-122"/>
            </a:endParaRPr>
          </a:p>
        </p:txBody>
      </p:sp>
      <p:grpSp>
        <p:nvGrpSpPr>
          <p:cNvPr id="735" name="Group 790"/>
          <p:cNvGrpSpPr/>
          <p:nvPr/>
        </p:nvGrpSpPr>
        <p:grpSpPr bwMode="auto">
          <a:xfrm>
            <a:off x="335316" y="2712104"/>
            <a:ext cx="4686300" cy="3821112"/>
            <a:chOff x="432" y="1625"/>
            <a:chExt cx="2952" cy="2407"/>
          </a:xfrm>
        </p:grpSpPr>
        <p:sp>
          <p:nvSpPr>
            <p:cNvPr id="742" name="Line 2"/>
            <p:cNvSpPr>
              <a:spLocks noChangeShapeType="1"/>
            </p:cNvSpPr>
            <p:nvPr/>
          </p:nvSpPr>
          <p:spPr bwMode="auto">
            <a:xfrm flipV="1">
              <a:off x="3084" y="1679"/>
              <a:ext cx="0" cy="2347"/>
            </a:xfrm>
            <a:prstGeom prst="line">
              <a:avLst/>
            </a:prstGeom>
            <a:noFill/>
            <a:ln w="28575">
              <a:solidFill>
                <a:srgbClr val="0071FF"/>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43" name="Line 3"/>
            <p:cNvSpPr>
              <a:spLocks noChangeShapeType="1"/>
            </p:cNvSpPr>
            <p:nvPr/>
          </p:nvSpPr>
          <p:spPr bwMode="auto">
            <a:xfrm flipV="1">
              <a:off x="2792" y="1679"/>
              <a:ext cx="0" cy="2347"/>
            </a:xfrm>
            <a:prstGeom prst="line">
              <a:avLst/>
            </a:prstGeom>
            <a:noFill/>
            <a:ln w="28575">
              <a:solidFill>
                <a:srgbClr val="0071FF"/>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44" name="Line 4"/>
            <p:cNvSpPr>
              <a:spLocks noChangeShapeType="1"/>
            </p:cNvSpPr>
            <p:nvPr/>
          </p:nvSpPr>
          <p:spPr bwMode="auto">
            <a:xfrm flipV="1">
              <a:off x="2492" y="1686"/>
              <a:ext cx="0" cy="2346"/>
            </a:xfrm>
            <a:prstGeom prst="line">
              <a:avLst/>
            </a:prstGeom>
            <a:noFill/>
            <a:ln w="28575">
              <a:solidFill>
                <a:srgbClr val="0071FF"/>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45" name="Line 5"/>
            <p:cNvSpPr>
              <a:spLocks noChangeShapeType="1"/>
            </p:cNvSpPr>
            <p:nvPr/>
          </p:nvSpPr>
          <p:spPr bwMode="auto">
            <a:xfrm flipV="1">
              <a:off x="2172" y="1679"/>
              <a:ext cx="0" cy="2347"/>
            </a:xfrm>
            <a:prstGeom prst="line">
              <a:avLst/>
            </a:prstGeom>
            <a:noFill/>
            <a:ln w="28575">
              <a:solidFill>
                <a:srgbClr val="0071FF"/>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46" name="Line 6"/>
            <p:cNvSpPr>
              <a:spLocks noChangeShapeType="1"/>
            </p:cNvSpPr>
            <p:nvPr/>
          </p:nvSpPr>
          <p:spPr bwMode="auto">
            <a:xfrm flipV="1">
              <a:off x="868" y="1663"/>
              <a:ext cx="0" cy="2347"/>
            </a:xfrm>
            <a:prstGeom prst="line">
              <a:avLst/>
            </a:prstGeom>
            <a:noFill/>
            <a:ln w="28575">
              <a:solidFill>
                <a:srgbClr val="0071FF"/>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47" name="Line 7"/>
            <p:cNvSpPr>
              <a:spLocks noChangeShapeType="1"/>
            </p:cNvSpPr>
            <p:nvPr/>
          </p:nvSpPr>
          <p:spPr bwMode="auto">
            <a:xfrm flipV="1">
              <a:off x="1204" y="1663"/>
              <a:ext cx="0" cy="2347"/>
            </a:xfrm>
            <a:prstGeom prst="line">
              <a:avLst/>
            </a:prstGeom>
            <a:noFill/>
            <a:ln w="28575">
              <a:solidFill>
                <a:srgbClr val="0071FF"/>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48" name="Line 8"/>
            <p:cNvSpPr>
              <a:spLocks noChangeShapeType="1"/>
            </p:cNvSpPr>
            <p:nvPr/>
          </p:nvSpPr>
          <p:spPr bwMode="auto">
            <a:xfrm flipV="1">
              <a:off x="1540" y="1663"/>
              <a:ext cx="0" cy="2347"/>
            </a:xfrm>
            <a:prstGeom prst="line">
              <a:avLst/>
            </a:prstGeom>
            <a:noFill/>
            <a:ln w="28575">
              <a:solidFill>
                <a:srgbClr val="0071FF"/>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49" name="Line 9"/>
            <p:cNvSpPr>
              <a:spLocks noChangeShapeType="1"/>
            </p:cNvSpPr>
            <p:nvPr/>
          </p:nvSpPr>
          <p:spPr bwMode="auto">
            <a:xfrm flipV="1">
              <a:off x="1868" y="1663"/>
              <a:ext cx="0" cy="2347"/>
            </a:xfrm>
            <a:prstGeom prst="line">
              <a:avLst/>
            </a:prstGeom>
            <a:noFill/>
            <a:ln w="28575">
              <a:solidFill>
                <a:srgbClr val="0071FF"/>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50" name="Oval 10"/>
            <p:cNvSpPr>
              <a:spLocks noChangeArrowheads="1"/>
            </p:cNvSpPr>
            <p:nvPr/>
          </p:nvSpPr>
          <p:spPr bwMode="auto">
            <a:xfrm>
              <a:off x="2308" y="2309"/>
              <a:ext cx="720" cy="715"/>
            </a:xfrm>
            <a:prstGeom prst="ellipse">
              <a:avLst/>
            </a:prstGeom>
            <a:solidFill>
              <a:srgbClr val="6FA9E8"/>
            </a:solidFill>
            <a:ln w="9525">
              <a:solidFill>
                <a:schemeClr val="tx1"/>
              </a:solidFill>
              <a:prstDash val="dash"/>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478" name="Group 16"/>
            <p:cNvGrpSpPr/>
            <p:nvPr/>
          </p:nvGrpSpPr>
          <p:grpSpPr bwMode="auto">
            <a:xfrm>
              <a:off x="560" y="2792"/>
              <a:ext cx="2756" cy="1102"/>
              <a:chOff x="584" y="2036"/>
              <a:chExt cx="2756" cy="1376"/>
            </a:xfrm>
          </p:grpSpPr>
          <p:grpSp>
            <p:nvGrpSpPr>
              <p:cNvPr id="1865" name="Group 17"/>
              <p:cNvGrpSpPr/>
              <p:nvPr/>
            </p:nvGrpSpPr>
            <p:grpSpPr bwMode="auto">
              <a:xfrm>
                <a:off x="1936" y="2492"/>
                <a:ext cx="1316" cy="472"/>
                <a:chOff x="1936" y="2492"/>
                <a:chExt cx="1316" cy="472"/>
              </a:xfrm>
            </p:grpSpPr>
            <p:grpSp>
              <p:nvGrpSpPr>
                <p:cNvPr id="2186" name="Group 18"/>
                <p:cNvGrpSpPr/>
                <p:nvPr/>
              </p:nvGrpSpPr>
              <p:grpSpPr bwMode="auto">
                <a:xfrm rot="-22277">
                  <a:off x="1936" y="2496"/>
                  <a:ext cx="104" cy="468"/>
                  <a:chOff x="2976" y="2884"/>
                  <a:chExt cx="104" cy="468"/>
                </a:xfrm>
              </p:grpSpPr>
              <p:sp>
                <p:nvSpPr>
                  <p:cNvPr id="2243" name="Line 1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244" name="Group 20"/>
                  <p:cNvGrpSpPr>
                    <a:grpSpLocks noChangeAspect="1"/>
                  </p:cNvGrpSpPr>
                  <p:nvPr/>
                </p:nvGrpSpPr>
                <p:grpSpPr bwMode="auto">
                  <a:xfrm>
                    <a:off x="2976" y="3001"/>
                    <a:ext cx="104" cy="277"/>
                    <a:chOff x="576" y="2784"/>
                    <a:chExt cx="288" cy="768"/>
                  </a:xfrm>
                </p:grpSpPr>
                <p:sp>
                  <p:nvSpPr>
                    <p:cNvPr id="2245" name="Oval 2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46" name="Line 2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47" name="Line 2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48" name="Line 2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187" name="Group 25"/>
                <p:cNvGrpSpPr/>
                <p:nvPr/>
              </p:nvGrpSpPr>
              <p:grpSpPr bwMode="auto">
                <a:xfrm rot="-22277">
                  <a:off x="2092" y="2492"/>
                  <a:ext cx="104" cy="468"/>
                  <a:chOff x="2976" y="2884"/>
                  <a:chExt cx="104" cy="468"/>
                </a:xfrm>
              </p:grpSpPr>
              <p:sp>
                <p:nvSpPr>
                  <p:cNvPr id="2237" name="Line 2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238" name="Group 27"/>
                  <p:cNvGrpSpPr>
                    <a:grpSpLocks noChangeAspect="1"/>
                  </p:cNvGrpSpPr>
                  <p:nvPr/>
                </p:nvGrpSpPr>
                <p:grpSpPr bwMode="auto">
                  <a:xfrm>
                    <a:off x="2976" y="3001"/>
                    <a:ext cx="104" cy="277"/>
                    <a:chOff x="576" y="2784"/>
                    <a:chExt cx="288" cy="768"/>
                  </a:xfrm>
                </p:grpSpPr>
                <p:sp>
                  <p:nvSpPr>
                    <p:cNvPr id="2239" name="Oval 2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40" name="Line 2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41" name="Line 3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42" name="Line 3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188" name="Group 32"/>
                <p:cNvGrpSpPr/>
                <p:nvPr/>
              </p:nvGrpSpPr>
              <p:grpSpPr bwMode="auto">
                <a:xfrm rot="-22277">
                  <a:off x="2248" y="2496"/>
                  <a:ext cx="104" cy="468"/>
                  <a:chOff x="2976" y="2884"/>
                  <a:chExt cx="104" cy="468"/>
                </a:xfrm>
              </p:grpSpPr>
              <p:sp>
                <p:nvSpPr>
                  <p:cNvPr id="2231" name="Line 3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232" name="Group 34"/>
                  <p:cNvGrpSpPr>
                    <a:grpSpLocks noChangeAspect="1"/>
                  </p:cNvGrpSpPr>
                  <p:nvPr/>
                </p:nvGrpSpPr>
                <p:grpSpPr bwMode="auto">
                  <a:xfrm>
                    <a:off x="2976" y="3001"/>
                    <a:ext cx="104" cy="277"/>
                    <a:chOff x="576" y="2784"/>
                    <a:chExt cx="288" cy="768"/>
                  </a:xfrm>
                </p:grpSpPr>
                <p:sp>
                  <p:nvSpPr>
                    <p:cNvPr id="2233" name="Oval 3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34" name="Line 3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35" name="Line 3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36" name="Line 3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189" name="Group 39"/>
                <p:cNvGrpSpPr/>
                <p:nvPr/>
              </p:nvGrpSpPr>
              <p:grpSpPr bwMode="auto">
                <a:xfrm rot="-22277">
                  <a:off x="2400" y="2496"/>
                  <a:ext cx="104" cy="468"/>
                  <a:chOff x="2976" y="2884"/>
                  <a:chExt cx="104" cy="468"/>
                </a:xfrm>
              </p:grpSpPr>
              <p:sp>
                <p:nvSpPr>
                  <p:cNvPr id="2225" name="Line 4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226" name="Group 41"/>
                  <p:cNvGrpSpPr>
                    <a:grpSpLocks noChangeAspect="1"/>
                  </p:cNvGrpSpPr>
                  <p:nvPr/>
                </p:nvGrpSpPr>
                <p:grpSpPr bwMode="auto">
                  <a:xfrm>
                    <a:off x="2976" y="3001"/>
                    <a:ext cx="104" cy="277"/>
                    <a:chOff x="576" y="2784"/>
                    <a:chExt cx="288" cy="768"/>
                  </a:xfrm>
                </p:grpSpPr>
                <p:sp>
                  <p:nvSpPr>
                    <p:cNvPr id="2227" name="Oval 4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28" name="Line 4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29" name="Line 4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30" name="Line 4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190" name="Group 46"/>
                <p:cNvGrpSpPr/>
                <p:nvPr/>
              </p:nvGrpSpPr>
              <p:grpSpPr bwMode="auto">
                <a:xfrm rot="-22277">
                  <a:off x="2552" y="2496"/>
                  <a:ext cx="104" cy="468"/>
                  <a:chOff x="2976" y="2884"/>
                  <a:chExt cx="104" cy="468"/>
                </a:xfrm>
              </p:grpSpPr>
              <p:sp>
                <p:nvSpPr>
                  <p:cNvPr id="2219" name="Line 4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220" name="Group 48"/>
                  <p:cNvGrpSpPr>
                    <a:grpSpLocks noChangeAspect="1"/>
                  </p:cNvGrpSpPr>
                  <p:nvPr/>
                </p:nvGrpSpPr>
                <p:grpSpPr bwMode="auto">
                  <a:xfrm>
                    <a:off x="2976" y="3001"/>
                    <a:ext cx="104" cy="277"/>
                    <a:chOff x="576" y="2784"/>
                    <a:chExt cx="288" cy="768"/>
                  </a:xfrm>
                </p:grpSpPr>
                <p:sp>
                  <p:nvSpPr>
                    <p:cNvPr id="2221" name="Oval 4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22" name="Line 5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23" name="Line 5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24" name="Line 5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191" name="Group 53"/>
                <p:cNvGrpSpPr/>
                <p:nvPr/>
              </p:nvGrpSpPr>
              <p:grpSpPr bwMode="auto">
                <a:xfrm rot="-22277">
                  <a:off x="2700" y="2496"/>
                  <a:ext cx="104" cy="468"/>
                  <a:chOff x="2976" y="2884"/>
                  <a:chExt cx="104" cy="468"/>
                </a:xfrm>
              </p:grpSpPr>
              <p:sp>
                <p:nvSpPr>
                  <p:cNvPr id="2213" name="Line 5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214" name="Group 55"/>
                  <p:cNvGrpSpPr>
                    <a:grpSpLocks noChangeAspect="1"/>
                  </p:cNvGrpSpPr>
                  <p:nvPr/>
                </p:nvGrpSpPr>
                <p:grpSpPr bwMode="auto">
                  <a:xfrm>
                    <a:off x="2976" y="3001"/>
                    <a:ext cx="104" cy="277"/>
                    <a:chOff x="576" y="2784"/>
                    <a:chExt cx="288" cy="768"/>
                  </a:xfrm>
                </p:grpSpPr>
                <p:sp>
                  <p:nvSpPr>
                    <p:cNvPr id="2215" name="Oval 5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16" name="Line 5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17" name="Line 5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18" name="Line 5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192" name="Group 60"/>
                <p:cNvGrpSpPr/>
                <p:nvPr/>
              </p:nvGrpSpPr>
              <p:grpSpPr bwMode="auto">
                <a:xfrm rot="-22277">
                  <a:off x="2852" y="2496"/>
                  <a:ext cx="104" cy="468"/>
                  <a:chOff x="2976" y="2884"/>
                  <a:chExt cx="104" cy="468"/>
                </a:xfrm>
              </p:grpSpPr>
              <p:sp>
                <p:nvSpPr>
                  <p:cNvPr id="2207" name="Line 6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208" name="Group 62"/>
                  <p:cNvGrpSpPr>
                    <a:grpSpLocks noChangeAspect="1"/>
                  </p:cNvGrpSpPr>
                  <p:nvPr/>
                </p:nvGrpSpPr>
                <p:grpSpPr bwMode="auto">
                  <a:xfrm>
                    <a:off x="2976" y="3001"/>
                    <a:ext cx="104" cy="277"/>
                    <a:chOff x="576" y="2784"/>
                    <a:chExt cx="288" cy="768"/>
                  </a:xfrm>
                </p:grpSpPr>
                <p:sp>
                  <p:nvSpPr>
                    <p:cNvPr id="2209" name="Oval 6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10" name="Line 6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11" name="Line 6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12" name="Line 6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193" name="Group 67"/>
                <p:cNvGrpSpPr/>
                <p:nvPr/>
              </p:nvGrpSpPr>
              <p:grpSpPr bwMode="auto">
                <a:xfrm rot="-22277">
                  <a:off x="3000" y="2496"/>
                  <a:ext cx="104" cy="468"/>
                  <a:chOff x="2976" y="2884"/>
                  <a:chExt cx="104" cy="468"/>
                </a:xfrm>
              </p:grpSpPr>
              <p:sp>
                <p:nvSpPr>
                  <p:cNvPr id="2201" name="Line 6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202" name="Group 69"/>
                  <p:cNvGrpSpPr>
                    <a:grpSpLocks noChangeAspect="1"/>
                  </p:cNvGrpSpPr>
                  <p:nvPr/>
                </p:nvGrpSpPr>
                <p:grpSpPr bwMode="auto">
                  <a:xfrm>
                    <a:off x="2976" y="3001"/>
                    <a:ext cx="104" cy="277"/>
                    <a:chOff x="576" y="2784"/>
                    <a:chExt cx="288" cy="768"/>
                  </a:xfrm>
                </p:grpSpPr>
                <p:sp>
                  <p:nvSpPr>
                    <p:cNvPr id="2203" name="Oval 7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04" name="Line 7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05" name="Line 7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06" name="Line 7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194" name="Group 74"/>
                <p:cNvGrpSpPr/>
                <p:nvPr/>
              </p:nvGrpSpPr>
              <p:grpSpPr bwMode="auto">
                <a:xfrm rot="-22277">
                  <a:off x="3148" y="2496"/>
                  <a:ext cx="104" cy="468"/>
                  <a:chOff x="2976" y="2884"/>
                  <a:chExt cx="104" cy="468"/>
                </a:xfrm>
              </p:grpSpPr>
              <p:sp>
                <p:nvSpPr>
                  <p:cNvPr id="2195" name="Line 7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196" name="Group 76"/>
                  <p:cNvGrpSpPr>
                    <a:grpSpLocks noChangeAspect="1"/>
                  </p:cNvGrpSpPr>
                  <p:nvPr/>
                </p:nvGrpSpPr>
                <p:grpSpPr bwMode="auto">
                  <a:xfrm>
                    <a:off x="2976" y="3001"/>
                    <a:ext cx="104" cy="277"/>
                    <a:chOff x="576" y="2784"/>
                    <a:chExt cx="288" cy="768"/>
                  </a:xfrm>
                </p:grpSpPr>
                <p:sp>
                  <p:nvSpPr>
                    <p:cNvPr id="2197" name="Oval 7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98" name="Line 7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99" name="Line 7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00" name="Line 8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grpSp>
            <p:nvGrpSpPr>
              <p:cNvPr id="1866" name="Group 81"/>
              <p:cNvGrpSpPr/>
              <p:nvPr/>
            </p:nvGrpSpPr>
            <p:grpSpPr bwMode="auto">
              <a:xfrm>
                <a:off x="2024" y="2936"/>
                <a:ext cx="1316" cy="472"/>
                <a:chOff x="1936" y="2492"/>
                <a:chExt cx="1316" cy="472"/>
              </a:xfrm>
            </p:grpSpPr>
            <p:grpSp>
              <p:nvGrpSpPr>
                <p:cNvPr id="2123" name="Group 82"/>
                <p:cNvGrpSpPr/>
                <p:nvPr/>
              </p:nvGrpSpPr>
              <p:grpSpPr bwMode="auto">
                <a:xfrm rot="-22277">
                  <a:off x="1936" y="2496"/>
                  <a:ext cx="104" cy="468"/>
                  <a:chOff x="2976" y="2884"/>
                  <a:chExt cx="104" cy="468"/>
                </a:xfrm>
              </p:grpSpPr>
              <p:sp>
                <p:nvSpPr>
                  <p:cNvPr id="2180" name="Line 8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181" name="Group 84"/>
                  <p:cNvGrpSpPr>
                    <a:grpSpLocks noChangeAspect="1"/>
                  </p:cNvGrpSpPr>
                  <p:nvPr/>
                </p:nvGrpSpPr>
                <p:grpSpPr bwMode="auto">
                  <a:xfrm>
                    <a:off x="2976" y="3001"/>
                    <a:ext cx="104" cy="277"/>
                    <a:chOff x="576" y="2784"/>
                    <a:chExt cx="288" cy="768"/>
                  </a:xfrm>
                </p:grpSpPr>
                <p:sp>
                  <p:nvSpPr>
                    <p:cNvPr id="2182" name="Oval 8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83" name="Line 8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84" name="Line 8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85" name="Line 8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124" name="Group 89"/>
                <p:cNvGrpSpPr/>
                <p:nvPr/>
              </p:nvGrpSpPr>
              <p:grpSpPr bwMode="auto">
                <a:xfrm rot="-22277">
                  <a:off x="2092" y="2492"/>
                  <a:ext cx="104" cy="468"/>
                  <a:chOff x="2976" y="2884"/>
                  <a:chExt cx="104" cy="468"/>
                </a:xfrm>
              </p:grpSpPr>
              <p:sp>
                <p:nvSpPr>
                  <p:cNvPr id="2174" name="Line 9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175" name="Group 91"/>
                  <p:cNvGrpSpPr>
                    <a:grpSpLocks noChangeAspect="1"/>
                  </p:cNvGrpSpPr>
                  <p:nvPr/>
                </p:nvGrpSpPr>
                <p:grpSpPr bwMode="auto">
                  <a:xfrm>
                    <a:off x="2976" y="3001"/>
                    <a:ext cx="104" cy="277"/>
                    <a:chOff x="576" y="2784"/>
                    <a:chExt cx="288" cy="768"/>
                  </a:xfrm>
                </p:grpSpPr>
                <p:sp>
                  <p:nvSpPr>
                    <p:cNvPr id="2176" name="Oval 9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77" name="Line 9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78" name="Line 9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79" name="Line 9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125" name="Group 96"/>
                <p:cNvGrpSpPr/>
                <p:nvPr/>
              </p:nvGrpSpPr>
              <p:grpSpPr bwMode="auto">
                <a:xfrm rot="-22277">
                  <a:off x="2248" y="2496"/>
                  <a:ext cx="104" cy="468"/>
                  <a:chOff x="2976" y="2884"/>
                  <a:chExt cx="104" cy="468"/>
                </a:xfrm>
              </p:grpSpPr>
              <p:sp>
                <p:nvSpPr>
                  <p:cNvPr id="2168" name="Line 9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169" name="Group 98"/>
                  <p:cNvGrpSpPr>
                    <a:grpSpLocks noChangeAspect="1"/>
                  </p:cNvGrpSpPr>
                  <p:nvPr/>
                </p:nvGrpSpPr>
                <p:grpSpPr bwMode="auto">
                  <a:xfrm>
                    <a:off x="2976" y="3001"/>
                    <a:ext cx="104" cy="277"/>
                    <a:chOff x="576" y="2784"/>
                    <a:chExt cx="288" cy="768"/>
                  </a:xfrm>
                </p:grpSpPr>
                <p:sp>
                  <p:nvSpPr>
                    <p:cNvPr id="2170" name="Oval 9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71" name="Line 10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72" name="Line 10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73" name="Line 10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126" name="Group 103"/>
                <p:cNvGrpSpPr/>
                <p:nvPr/>
              </p:nvGrpSpPr>
              <p:grpSpPr bwMode="auto">
                <a:xfrm rot="-22277">
                  <a:off x="2400" y="2496"/>
                  <a:ext cx="104" cy="468"/>
                  <a:chOff x="2976" y="2884"/>
                  <a:chExt cx="104" cy="468"/>
                </a:xfrm>
              </p:grpSpPr>
              <p:sp>
                <p:nvSpPr>
                  <p:cNvPr id="2162" name="Line 10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163" name="Group 105"/>
                  <p:cNvGrpSpPr>
                    <a:grpSpLocks noChangeAspect="1"/>
                  </p:cNvGrpSpPr>
                  <p:nvPr/>
                </p:nvGrpSpPr>
                <p:grpSpPr bwMode="auto">
                  <a:xfrm>
                    <a:off x="2976" y="3001"/>
                    <a:ext cx="104" cy="277"/>
                    <a:chOff x="576" y="2784"/>
                    <a:chExt cx="288" cy="768"/>
                  </a:xfrm>
                </p:grpSpPr>
                <p:sp>
                  <p:nvSpPr>
                    <p:cNvPr id="2164" name="Oval 10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65" name="Line 10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66" name="Line 10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67" name="Line 10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127" name="Group 110"/>
                <p:cNvGrpSpPr/>
                <p:nvPr/>
              </p:nvGrpSpPr>
              <p:grpSpPr bwMode="auto">
                <a:xfrm rot="-22277">
                  <a:off x="2552" y="2496"/>
                  <a:ext cx="104" cy="468"/>
                  <a:chOff x="2976" y="2884"/>
                  <a:chExt cx="104" cy="468"/>
                </a:xfrm>
              </p:grpSpPr>
              <p:sp>
                <p:nvSpPr>
                  <p:cNvPr id="2156" name="Line 11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157" name="Group 112"/>
                  <p:cNvGrpSpPr>
                    <a:grpSpLocks noChangeAspect="1"/>
                  </p:cNvGrpSpPr>
                  <p:nvPr/>
                </p:nvGrpSpPr>
                <p:grpSpPr bwMode="auto">
                  <a:xfrm>
                    <a:off x="2976" y="3001"/>
                    <a:ext cx="104" cy="277"/>
                    <a:chOff x="576" y="2784"/>
                    <a:chExt cx="288" cy="768"/>
                  </a:xfrm>
                </p:grpSpPr>
                <p:sp>
                  <p:nvSpPr>
                    <p:cNvPr id="2158" name="Oval 11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59" name="Line 11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60" name="Line 11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61" name="Line 11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128" name="Group 117"/>
                <p:cNvGrpSpPr/>
                <p:nvPr/>
              </p:nvGrpSpPr>
              <p:grpSpPr bwMode="auto">
                <a:xfrm rot="-22277">
                  <a:off x="2700" y="2496"/>
                  <a:ext cx="104" cy="468"/>
                  <a:chOff x="2976" y="2884"/>
                  <a:chExt cx="104" cy="468"/>
                </a:xfrm>
              </p:grpSpPr>
              <p:sp>
                <p:nvSpPr>
                  <p:cNvPr id="2150" name="Line 11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151" name="Group 119"/>
                  <p:cNvGrpSpPr>
                    <a:grpSpLocks noChangeAspect="1"/>
                  </p:cNvGrpSpPr>
                  <p:nvPr/>
                </p:nvGrpSpPr>
                <p:grpSpPr bwMode="auto">
                  <a:xfrm>
                    <a:off x="2976" y="3001"/>
                    <a:ext cx="104" cy="277"/>
                    <a:chOff x="576" y="2784"/>
                    <a:chExt cx="288" cy="768"/>
                  </a:xfrm>
                </p:grpSpPr>
                <p:sp>
                  <p:nvSpPr>
                    <p:cNvPr id="2152" name="Oval 12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53" name="Line 12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54" name="Line 12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55" name="Line 12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129" name="Group 124"/>
                <p:cNvGrpSpPr/>
                <p:nvPr/>
              </p:nvGrpSpPr>
              <p:grpSpPr bwMode="auto">
                <a:xfrm rot="-22277">
                  <a:off x="2852" y="2496"/>
                  <a:ext cx="104" cy="468"/>
                  <a:chOff x="2976" y="2884"/>
                  <a:chExt cx="104" cy="468"/>
                </a:xfrm>
              </p:grpSpPr>
              <p:sp>
                <p:nvSpPr>
                  <p:cNvPr id="2144" name="Line 12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145" name="Group 126"/>
                  <p:cNvGrpSpPr>
                    <a:grpSpLocks noChangeAspect="1"/>
                  </p:cNvGrpSpPr>
                  <p:nvPr/>
                </p:nvGrpSpPr>
                <p:grpSpPr bwMode="auto">
                  <a:xfrm>
                    <a:off x="2976" y="3001"/>
                    <a:ext cx="104" cy="277"/>
                    <a:chOff x="576" y="2784"/>
                    <a:chExt cx="288" cy="768"/>
                  </a:xfrm>
                </p:grpSpPr>
                <p:sp>
                  <p:nvSpPr>
                    <p:cNvPr id="2146" name="Oval 12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47" name="Line 12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48" name="Line 12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49" name="Line 13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130" name="Group 131"/>
                <p:cNvGrpSpPr/>
                <p:nvPr/>
              </p:nvGrpSpPr>
              <p:grpSpPr bwMode="auto">
                <a:xfrm rot="-22277">
                  <a:off x="3000" y="2496"/>
                  <a:ext cx="104" cy="468"/>
                  <a:chOff x="2976" y="2884"/>
                  <a:chExt cx="104" cy="468"/>
                </a:xfrm>
              </p:grpSpPr>
              <p:sp>
                <p:nvSpPr>
                  <p:cNvPr id="2138" name="Line 13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139" name="Group 133"/>
                  <p:cNvGrpSpPr>
                    <a:grpSpLocks noChangeAspect="1"/>
                  </p:cNvGrpSpPr>
                  <p:nvPr/>
                </p:nvGrpSpPr>
                <p:grpSpPr bwMode="auto">
                  <a:xfrm>
                    <a:off x="2976" y="3001"/>
                    <a:ext cx="104" cy="277"/>
                    <a:chOff x="576" y="2784"/>
                    <a:chExt cx="288" cy="768"/>
                  </a:xfrm>
                </p:grpSpPr>
                <p:sp>
                  <p:nvSpPr>
                    <p:cNvPr id="2140" name="Oval 13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41" name="Line 13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42" name="Line 13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43" name="Line 13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131" name="Group 138"/>
                <p:cNvGrpSpPr/>
                <p:nvPr/>
              </p:nvGrpSpPr>
              <p:grpSpPr bwMode="auto">
                <a:xfrm rot="-22277">
                  <a:off x="3148" y="2496"/>
                  <a:ext cx="104" cy="468"/>
                  <a:chOff x="2976" y="2884"/>
                  <a:chExt cx="104" cy="468"/>
                </a:xfrm>
              </p:grpSpPr>
              <p:sp>
                <p:nvSpPr>
                  <p:cNvPr id="2132" name="Line 13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133" name="Group 140"/>
                  <p:cNvGrpSpPr>
                    <a:grpSpLocks noChangeAspect="1"/>
                  </p:cNvGrpSpPr>
                  <p:nvPr/>
                </p:nvGrpSpPr>
                <p:grpSpPr bwMode="auto">
                  <a:xfrm>
                    <a:off x="2976" y="3001"/>
                    <a:ext cx="104" cy="277"/>
                    <a:chOff x="576" y="2784"/>
                    <a:chExt cx="288" cy="768"/>
                  </a:xfrm>
                </p:grpSpPr>
                <p:sp>
                  <p:nvSpPr>
                    <p:cNvPr id="2134" name="Oval 14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35" name="Line 14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36" name="Line 14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37" name="Line 14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grpSp>
            <p:nvGrpSpPr>
              <p:cNvPr id="1867" name="Group 145"/>
              <p:cNvGrpSpPr/>
              <p:nvPr/>
            </p:nvGrpSpPr>
            <p:grpSpPr bwMode="auto">
              <a:xfrm>
                <a:off x="2012" y="2036"/>
                <a:ext cx="1316" cy="472"/>
                <a:chOff x="1936" y="2492"/>
                <a:chExt cx="1316" cy="472"/>
              </a:xfrm>
            </p:grpSpPr>
            <p:grpSp>
              <p:nvGrpSpPr>
                <p:cNvPr id="2060" name="Group 146"/>
                <p:cNvGrpSpPr/>
                <p:nvPr/>
              </p:nvGrpSpPr>
              <p:grpSpPr bwMode="auto">
                <a:xfrm rot="-22277">
                  <a:off x="1936" y="2496"/>
                  <a:ext cx="104" cy="468"/>
                  <a:chOff x="2976" y="2884"/>
                  <a:chExt cx="104" cy="468"/>
                </a:xfrm>
              </p:grpSpPr>
              <p:sp>
                <p:nvSpPr>
                  <p:cNvPr id="2117" name="Line 14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118" name="Group 148"/>
                  <p:cNvGrpSpPr>
                    <a:grpSpLocks noChangeAspect="1"/>
                  </p:cNvGrpSpPr>
                  <p:nvPr/>
                </p:nvGrpSpPr>
                <p:grpSpPr bwMode="auto">
                  <a:xfrm>
                    <a:off x="2976" y="3001"/>
                    <a:ext cx="104" cy="277"/>
                    <a:chOff x="576" y="2784"/>
                    <a:chExt cx="288" cy="768"/>
                  </a:xfrm>
                </p:grpSpPr>
                <p:sp>
                  <p:nvSpPr>
                    <p:cNvPr id="2119" name="Oval 14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20" name="Line 15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21" name="Line 15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22" name="Line 15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061" name="Group 153"/>
                <p:cNvGrpSpPr/>
                <p:nvPr/>
              </p:nvGrpSpPr>
              <p:grpSpPr bwMode="auto">
                <a:xfrm rot="-22277">
                  <a:off x="2092" y="2492"/>
                  <a:ext cx="104" cy="468"/>
                  <a:chOff x="2976" y="2884"/>
                  <a:chExt cx="104" cy="468"/>
                </a:xfrm>
              </p:grpSpPr>
              <p:sp>
                <p:nvSpPr>
                  <p:cNvPr id="2111" name="Line 15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112" name="Group 155"/>
                  <p:cNvGrpSpPr>
                    <a:grpSpLocks noChangeAspect="1"/>
                  </p:cNvGrpSpPr>
                  <p:nvPr/>
                </p:nvGrpSpPr>
                <p:grpSpPr bwMode="auto">
                  <a:xfrm>
                    <a:off x="2976" y="3001"/>
                    <a:ext cx="104" cy="277"/>
                    <a:chOff x="576" y="2784"/>
                    <a:chExt cx="288" cy="768"/>
                  </a:xfrm>
                </p:grpSpPr>
                <p:sp>
                  <p:nvSpPr>
                    <p:cNvPr id="2113" name="Oval 15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14" name="Line 15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15" name="Line 15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16" name="Line 15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062" name="Group 160"/>
                <p:cNvGrpSpPr/>
                <p:nvPr/>
              </p:nvGrpSpPr>
              <p:grpSpPr bwMode="auto">
                <a:xfrm rot="-22277">
                  <a:off x="2248" y="2496"/>
                  <a:ext cx="104" cy="468"/>
                  <a:chOff x="2976" y="2884"/>
                  <a:chExt cx="104" cy="468"/>
                </a:xfrm>
              </p:grpSpPr>
              <p:sp>
                <p:nvSpPr>
                  <p:cNvPr id="2105" name="Line 16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106" name="Group 162"/>
                  <p:cNvGrpSpPr>
                    <a:grpSpLocks noChangeAspect="1"/>
                  </p:cNvGrpSpPr>
                  <p:nvPr/>
                </p:nvGrpSpPr>
                <p:grpSpPr bwMode="auto">
                  <a:xfrm>
                    <a:off x="2976" y="3001"/>
                    <a:ext cx="104" cy="277"/>
                    <a:chOff x="576" y="2784"/>
                    <a:chExt cx="288" cy="768"/>
                  </a:xfrm>
                </p:grpSpPr>
                <p:sp>
                  <p:nvSpPr>
                    <p:cNvPr id="2107" name="Oval 16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08" name="Line 16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09" name="Line 16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10" name="Line 16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063" name="Group 167"/>
                <p:cNvGrpSpPr/>
                <p:nvPr/>
              </p:nvGrpSpPr>
              <p:grpSpPr bwMode="auto">
                <a:xfrm rot="-22277">
                  <a:off x="2400" y="2496"/>
                  <a:ext cx="104" cy="468"/>
                  <a:chOff x="2976" y="2884"/>
                  <a:chExt cx="104" cy="468"/>
                </a:xfrm>
              </p:grpSpPr>
              <p:sp>
                <p:nvSpPr>
                  <p:cNvPr id="2099" name="Line 16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100" name="Group 169"/>
                  <p:cNvGrpSpPr>
                    <a:grpSpLocks noChangeAspect="1"/>
                  </p:cNvGrpSpPr>
                  <p:nvPr/>
                </p:nvGrpSpPr>
                <p:grpSpPr bwMode="auto">
                  <a:xfrm>
                    <a:off x="2976" y="3001"/>
                    <a:ext cx="104" cy="277"/>
                    <a:chOff x="576" y="2784"/>
                    <a:chExt cx="288" cy="768"/>
                  </a:xfrm>
                </p:grpSpPr>
                <p:sp>
                  <p:nvSpPr>
                    <p:cNvPr id="2101" name="Oval 17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02" name="Line 17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03" name="Line 17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04" name="Line 17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064" name="Group 174"/>
                <p:cNvGrpSpPr/>
                <p:nvPr/>
              </p:nvGrpSpPr>
              <p:grpSpPr bwMode="auto">
                <a:xfrm rot="-22277">
                  <a:off x="2552" y="2496"/>
                  <a:ext cx="104" cy="468"/>
                  <a:chOff x="2976" y="2884"/>
                  <a:chExt cx="104" cy="468"/>
                </a:xfrm>
              </p:grpSpPr>
              <p:sp>
                <p:nvSpPr>
                  <p:cNvPr id="2093" name="Line 17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094" name="Group 176"/>
                  <p:cNvGrpSpPr>
                    <a:grpSpLocks noChangeAspect="1"/>
                  </p:cNvGrpSpPr>
                  <p:nvPr/>
                </p:nvGrpSpPr>
                <p:grpSpPr bwMode="auto">
                  <a:xfrm>
                    <a:off x="2976" y="3001"/>
                    <a:ext cx="104" cy="277"/>
                    <a:chOff x="576" y="2784"/>
                    <a:chExt cx="288" cy="768"/>
                  </a:xfrm>
                </p:grpSpPr>
                <p:sp>
                  <p:nvSpPr>
                    <p:cNvPr id="2095" name="Oval 17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96" name="Line 17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97" name="Line 17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98" name="Line 18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065" name="Group 181"/>
                <p:cNvGrpSpPr/>
                <p:nvPr/>
              </p:nvGrpSpPr>
              <p:grpSpPr bwMode="auto">
                <a:xfrm rot="-22277">
                  <a:off x="2700" y="2496"/>
                  <a:ext cx="104" cy="468"/>
                  <a:chOff x="2976" y="2884"/>
                  <a:chExt cx="104" cy="468"/>
                </a:xfrm>
              </p:grpSpPr>
              <p:sp>
                <p:nvSpPr>
                  <p:cNvPr id="2087" name="Line 18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088" name="Group 183"/>
                  <p:cNvGrpSpPr>
                    <a:grpSpLocks noChangeAspect="1"/>
                  </p:cNvGrpSpPr>
                  <p:nvPr/>
                </p:nvGrpSpPr>
                <p:grpSpPr bwMode="auto">
                  <a:xfrm>
                    <a:off x="2976" y="3001"/>
                    <a:ext cx="104" cy="277"/>
                    <a:chOff x="576" y="2784"/>
                    <a:chExt cx="288" cy="768"/>
                  </a:xfrm>
                </p:grpSpPr>
                <p:sp>
                  <p:nvSpPr>
                    <p:cNvPr id="2089" name="Oval 18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90" name="Line 18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91" name="Line 18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92" name="Line 18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066" name="Group 188"/>
                <p:cNvGrpSpPr/>
                <p:nvPr/>
              </p:nvGrpSpPr>
              <p:grpSpPr bwMode="auto">
                <a:xfrm rot="-22277">
                  <a:off x="2852" y="2496"/>
                  <a:ext cx="104" cy="468"/>
                  <a:chOff x="2976" y="2884"/>
                  <a:chExt cx="104" cy="468"/>
                </a:xfrm>
              </p:grpSpPr>
              <p:sp>
                <p:nvSpPr>
                  <p:cNvPr id="2081" name="Line 18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082" name="Group 190"/>
                  <p:cNvGrpSpPr>
                    <a:grpSpLocks noChangeAspect="1"/>
                  </p:cNvGrpSpPr>
                  <p:nvPr/>
                </p:nvGrpSpPr>
                <p:grpSpPr bwMode="auto">
                  <a:xfrm>
                    <a:off x="2976" y="3001"/>
                    <a:ext cx="104" cy="277"/>
                    <a:chOff x="576" y="2784"/>
                    <a:chExt cx="288" cy="768"/>
                  </a:xfrm>
                </p:grpSpPr>
                <p:sp>
                  <p:nvSpPr>
                    <p:cNvPr id="2083" name="Oval 19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84" name="Line 19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85" name="Line 19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86" name="Line 19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067" name="Group 195"/>
                <p:cNvGrpSpPr/>
                <p:nvPr/>
              </p:nvGrpSpPr>
              <p:grpSpPr bwMode="auto">
                <a:xfrm rot="-22277">
                  <a:off x="3000" y="2496"/>
                  <a:ext cx="104" cy="468"/>
                  <a:chOff x="2976" y="2884"/>
                  <a:chExt cx="104" cy="468"/>
                </a:xfrm>
              </p:grpSpPr>
              <p:sp>
                <p:nvSpPr>
                  <p:cNvPr id="2075" name="Line 19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076" name="Group 197"/>
                  <p:cNvGrpSpPr>
                    <a:grpSpLocks noChangeAspect="1"/>
                  </p:cNvGrpSpPr>
                  <p:nvPr/>
                </p:nvGrpSpPr>
                <p:grpSpPr bwMode="auto">
                  <a:xfrm>
                    <a:off x="2976" y="3001"/>
                    <a:ext cx="104" cy="277"/>
                    <a:chOff x="576" y="2784"/>
                    <a:chExt cx="288" cy="768"/>
                  </a:xfrm>
                </p:grpSpPr>
                <p:sp>
                  <p:nvSpPr>
                    <p:cNvPr id="2077" name="Oval 19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78" name="Line 19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79" name="Line 20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80" name="Line 20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068" name="Group 202"/>
                <p:cNvGrpSpPr/>
                <p:nvPr/>
              </p:nvGrpSpPr>
              <p:grpSpPr bwMode="auto">
                <a:xfrm rot="-22277">
                  <a:off x="3148" y="2496"/>
                  <a:ext cx="104" cy="468"/>
                  <a:chOff x="2976" y="2884"/>
                  <a:chExt cx="104" cy="468"/>
                </a:xfrm>
              </p:grpSpPr>
              <p:sp>
                <p:nvSpPr>
                  <p:cNvPr id="2069" name="Line 20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070" name="Group 204"/>
                  <p:cNvGrpSpPr>
                    <a:grpSpLocks noChangeAspect="1"/>
                  </p:cNvGrpSpPr>
                  <p:nvPr/>
                </p:nvGrpSpPr>
                <p:grpSpPr bwMode="auto">
                  <a:xfrm>
                    <a:off x="2976" y="3001"/>
                    <a:ext cx="104" cy="277"/>
                    <a:chOff x="576" y="2784"/>
                    <a:chExt cx="288" cy="768"/>
                  </a:xfrm>
                </p:grpSpPr>
                <p:sp>
                  <p:nvSpPr>
                    <p:cNvPr id="2071" name="Oval 20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72" name="Line 20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73" name="Line 20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74" name="Line 20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grpSp>
            <p:nvGrpSpPr>
              <p:cNvPr id="1868" name="Group 209"/>
              <p:cNvGrpSpPr/>
              <p:nvPr/>
            </p:nvGrpSpPr>
            <p:grpSpPr bwMode="auto">
              <a:xfrm>
                <a:off x="584" y="2492"/>
                <a:ext cx="1316" cy="472"/>
                <a:chOff x="1936" y="2492"/>
                <a:chExt cx="1316" cy="472"/>
              </a:xfrm>
            </p:grpSpPr>
            <p:grpSp>
              <p:nvGrpSpPr>
                <p:cNvPr id="1997" name="Group 210"/>
                <p:cNvGrpSpPr/>
                <p:nvPr/>
              </p:nvGrpSpPr>
              <p:grpSpPr bwMode="auto">
                <a:xfrm rot="-22277">
                  <a:off x="1936" y="2496"/>
                  <a:ext cx="104" cy="468"/>
                  <a:chOff x="2976" y="2884"/>
                  <a:chExt cx="104" cy="468"/>
                </a:xfrm>
              </p:grpSpPr>
              <p:sp>
                <p:nvSpPr>
                  <p:cNvPr id="2054" name="Line 21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055" name="Group 212"/>
                  <p:cNvGrpSpPr>
                    <a:grpSpLocks noChangeAspect="1"/>
                  </p:cNvGrpSpPr>
                  <p:nvPr/>
                </p:nvGrpSpPr>
                <p:grpSpPr bwMode="auto">
                  <a:xfrm>
                    <a:off x="2976" y="3001"/>
                    <a:ext cx="104" cy="277"/>
                    <a:chOff x="576" y="2784"/>
                    <a:chExt cx="288" cy="768"/>
                  </a:xfrm>
                </p:grpSpPr>
                <p:sp>
                  <p:nvSpPr>
                    <p:cNvPr id="2056" name="Oval 21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57" name="Line 21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58" name="Line 21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59" name="Line 21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998" name="Group 217"/>
                <p:cNvGrpSpPr/>
                <p:nvPr/>
              </p:nvGrpSpPr>
              <p:grpSpPr bwMode="auto">
                <a:xfrm rot="-22277">
                  <a:off x="2092" y="2492"/>
                  <a:ext cx="104" cy="468"/>
                  <a:chOff x="2976" y="2884"/>
                  <a:chExt cx="104" cy="468"/>
                </a:xfrm>
              </p:grpSpPr>
              <p:sp>
                <p:nvSpPr>
                  <p:cNvPr id="2048" name="Line 21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049" name="Group 219"/>
                  <p:cNvGrpSpPr>
                    <a:grpSpLocks noChangeAspect="1"/>
                  </p:cNvGrpSpPr>
                  <p:nvPr/>
                </p:nvGrpSpPr>
                <p:grpSpPr bwMode="auto">
                  <a:xfrm>
                    <a:off x="2976" y="3001"/>
                    <a:ext cx="104" cy="277"/>
                    <a:chOff x="576" y="2784"/>
                    <a:chExt cx="288" cy="768"/>
                  </a:xfrm>
                </p:grpSpPr>
                <p:sp>
                  <p:nvSpPr>
                    <p:cNvPr id="2050" name="Oval 22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51" name="Line 22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52" name="Line 22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53" name="Line 22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999" name="Group 224"/>
                <p:cNvGrpSpPr/>
                <p:nvPr/>
              </p:nvGrpSpPr>
              <p:grpSpPr bwMode="auto">
                <a:xfrm rot="-22277">
                  <a:off x="2248" y="2496"/>
                  <a:ext cx="104" cy="468"/>
                  <a:chOff x="2976" y="2884"/>
                  <a:chExt cx="104" cy="468"/>
                </a:xfrm>
              </p:grpSpPr>
              <p:sp>
                <p:nvSpPr>
                  <p:cNvPr id="2042" name="Line 22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043" name="Group 226"/>
                  <p:cNvGrpSpPr>
                    <a:grpSpLocks noChangeAspect="1"/>
                  </p:cNvGrpSpPr>
                  <p:nvPr/>
                </p:nvGrpSpPr>
                <p:grpSpPr bwMode="auto">
                  <a:xfrm>
                    <a:off x="2976" y="3001"/>
                    <a:ext cx="104" cy="277"/>
                    <a:chOff x="576" y="2784"/>
                    <a:chExt cx="288" cy="768"/>
                  </a:xfrm>
                </p:grpSpPr>
                <p:sp>
                  <p:nvSpPr>
                    <p:cNvPr id="2044" name="Oval 22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45" name="Line 22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46" name="Line 22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47" name="Line 23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000" name="Group 231"/>
                <p:cNvGrpSpPr/>
                <p:nvPr/>
              </p:nvGrpSpPr>
              <p:grpSpPr bwMode="auto">
                <a:xfrm rot="-22277">
                  <a:off x="2400" y="2496"/>
                  <a:ext cx="104" cy="468"/>
                  <a:chOff x="2976" y="2884"/>
                  <a:chExt cx="104" cy="468"/>
                </a:xfrm>
              </p:grpSpPr>
              <p:sp>
                <p:nvSpPr>
                  <p:cNvPr id="2036" name="Line 23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037" name="Group 233"/>
                  <p:cNvGrpSpPr>
                    <a:grpSpLocks noChangeAspect="1"/>
                  </p:cNvGrpSpPr>
                  <p:nvPr/>
                </p:nvGrpSpPr>
                <p:grpSpPr bwMode="auto">
                  <a:xfrm>
                    <a:off x="2976" y="3001"/>
                    <a:ext cx="104" cy="277"/>
                    <a:chOff x="576" y="2784"/>
                    <a:chExt cx="288" cy="768"/>
                  </a:xfrm>
                </p:grpSpPr>
                <p:sp>
                  <p:nvSpPr>
                    <p:cNvPr id="2038" name="Oval 23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39" name="Line 23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40" name="Line 23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41" name="Line 23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001" name="Group 238"/>
                <p:cNvGrpSpPr/>
                <p:nvPr/>
              </p:nvGrpSpPr>
              <p:grpSpPr bwMode="auto">
                <a:xfrm rot="-22277">
                  <a:off x="2552" y="2496"/>
                  <a:ext cx="104" cy="468"/>
                  <a:chOff x="2976" y="2884"/>
                  <a:chExt cx="104" cy="468"/>
                </a:xfrm>
              </p:grpSpPr>
              <p:sp>
                <p:nvSpPr>
                  <p:cNvPr id="2030" name="Line 23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031" name="Group 240"/>
                  <p:cNvGrpSpPr>
                    <a:grpSpLocks noChangeAspect="1"/>
                  </p:cNvGrpSpPr>
                  <p:nvPr/>
                </p:nvGrpSpPr>
                <p:grpSpPr bwMode="auto">
                  <a:xfrm>
                    <a:off x="2976" y="3001"/>
                    <a:ext cx="104" cy="277"/>
                    <a:chOff x="576" y="2784"/>
                    <a:chExt cx="288" cy="768"/>
                  </a:xfrm>
                </p:grpSpPr>
                <p:sp>
                  <p:nvSpPr>
                    <p:cNvPr id="2032" name="Oval 24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33" name="Line 24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34" name="Line 24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35" name="Line 24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002" name="Group 245"/>
                <p:cNvGrpSpPr/>
                <p:nvPr/>
              </p:nvGrpSpPr>
              <p:grpSpPr bwMode="auto">
                <a:xfrm rot="-22277">
                  <a:off x="2700" y="2496"/>
                  <a:ext cx="104" cy="468"/>
                  <a:chOff x="2976" y="2884"/>
                  <a:chExt cx="104" cy="468"/>
                </a:xfrm>
              </p:grpSpPr>
              <p:sp>
                <p:nvSpPr>
                  <p:cNvPr id="2024" name="Line 24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025" name="Group 247"/>
                  <p:cNvGrpSpPr>
                    <a:grpSpLocks noChangeAspect="1"/>
                  </p:cNvGrpSpPr>
                  <p:nvPr/>
                </p:nvGrpSpPr>
                <p:grpSpPr bwMode="auto">
                  <a:xfrm>
                    <a:off x="2976" y="3001"/>
                    <a:ext cx="104" cy="277"/>
                    <a:chOff x="576" y="2784"/>
                    <a:chExt cx="288" cy="768"/>
                  </a:xfrm>
                </p:grpSpPr>
                <p:sp>
                  <p:nvSpPr>
                    <p:cNvPr id="2026" name="Oval 24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27" name="Line 24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28" name="Line 25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29" name="Line 25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003" name="Group 252"/>
                <p:cNvGrpSpPr/>
                <p:nvPr/>
              </p:nvGrpSpPr>
              <p:grpSpPr bwMode="auto">
                <a:xfrm rot="-22277">
                  <a:off x="2852" y="2496"/>
                  <a:ext cx="104" cy="468"/>
                  <a:chOff x="2976" y="2884"/>
                  <a:chExt cx="104" cy="468"/>
                </a:xfrm>
              </p:grpSpPr>
              <p:sp>
                <p:nvSpPr>
                  <p:cNvPr id="2018" name="Line 25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019" name="Group 254"/>
                  <p:cNvGrpSpPr>
                    <a:grpSpLocks noChangeAspect="1"/>
                  </p:cNvGrpSpPr>
                  <p:nvPr/>
                </p:nvGrpSpPr>
                <p:grpSpPr bwMode="auto">
                  <a:xfrm>
                    <a:off x="2976" y="3001"/>
                    <a:ext cx="104" cy="277"/>
                    <a:chOff x="576" y="2784"/>
                    <a:chExt cx="288" cy="768"/>
                  </a:xfrm>
                </p:grpSpPr>
                <p:sp>
                  <p:nvSpPr>
                    <p:cNvPr id="2020" name="Oval 25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21" name="Line 25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22" name="Line 25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23" name="Line 25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004" name="Group 259"/>
                <p:cNvGrpSpPr/>
                <p:nvPr/>
              </p:nvGrpSpPr>
              <p:grpSpPr bwMode="auto">
                <a:xfrm rot="-22277">
                  <a:off x="3000" y="2496"/>
                  <a:ext cx="104" cy="468"/>
                  <a:chOff x="2976" y="2884"/>
                  <a:chExt cx="104" cy="468"/>
                </a:xfrm>
              </p:grpSpPr>
              <p:sp>
                <p:nvSpPr>
                  <p:cNvPr id="2012" name="Line 26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013" name="Group 261"/>
                  <p:cNvGrpSpPr>
                    <a:grpSpLocks noChangeAspect="1"/>
                  </p:cNvGrpSpPr>
                  <p:nvPr/>
                </p:nvGrpSpPr>
                <p:grpSpPr bwMode="auto">
                  <a:xfrm>
                    <a:off x="2976" y="3001"/>
                    <a:ext cx="104" cy="277"/>
                    <a:chOff x="576" y="2784"/>
                    <a:chExt cx="288" cy="768"/>
                  </a:xfrm>
                </p:grpSpPr>
                <p:sp>
                  <p:nvSpPr>
                    <p:cNvPr id="2014" name="Oval 26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15" name="Line 26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16" name="Line 26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17" name="Line 26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2005" name="Group 266"/>
                <p:cNvGrpSpPr/>
                <p:nvPr/>
              </p:nvGrpSpPr>
              <p:grpSpPr bwMode="auto">
                <a:xfrm rot="-22277">
                  <a:off x="3148" y="2496"/>
                  <a:ext cx="104" cy="468"/>
                  <a:chOff x="2976" y="2884"/>
                  <a:chExt cx="104" cy="468"/>
                </a:xfrm>
              </p:grpSpPr>
              <p:sp>
                <p:nvSpPr>
                  <p:cNvPr id="2006" name="Line 26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007" name="Group 268"/>
                  <p:cNvGrpSpPr>
                    <a:grpSpLocks noChangeAspect="1"/>
                  </p:cNvGrpSpPr>
                  <p:nvPr/>
                </p:nvGrpSpPr>
                <p:grpSpPr bwMode="auto">
                  <a:xfrm>
                    <a:off x="2976" y="3001"/>
                    <a:ext cx="104" cy="277"/>
                    <a:chOff x="576" y="2784"/>
                    <a:chExt cx="288" cy="768"/>
                  </a:xfrm>
                </p:grpSpPr>
                <p:sp>
                  <p:nvSpPr>
                    <p:cNvPr id="2008" name="Oval 26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09" name="Line 27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10" name="Line 27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11" name="Line 27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grpSp>
            <p:nvGrpSpPr>
              <p:cNvPr id="1869" name="Group 273"/>
              <p:cNvGrpSpPr/>
              <p:nvPr/>
            </p:nvGrpSpPr>
            <p:grpSpPr bwMode="auto">
              <a:xfrm>
                <a:off x="648" y="2040"/>
                <a:ext cx="1316" cy="472"/>
                <a:chOff x="1936" y="2492"/>
                <a:chExt cx="1316" cy="472"/>
              </a:xfrm>
            </p:grpSpPr>
            <p:grpSp>
              <p:nvGrpSpPr>
                <p:cNvPr id="1934" name="Group 274"/>
                <p:cNvGrpSpPr/>
                <p:nvPr/>
              </p:nvGrpSpPr>
              <p:grpSpPr bwMode="auto">
                <a:xfrm rot="-22277">
                  <a:off x="1936" y="2496"/>
                  <a:ext cx="104" cy="468"/>
                  <a:chOff x="2976" y="2884"/>
                  <a:chExt cx="104" cy="468"/>
                </a:xfrm>
              </p:grpSpPr>
              <p:sp>
                <p:nvSpPr>
                  <p:cNvPr id="1991" name="Line 27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992" name="Group 276"/>
                  <p:cNvGrpSpPr>
                    <a:grpSpLocks noChangeAspect="1"/>
                  </p:cNvGrpSpPr>
                  <p:nvPr/>
                </p:nvGrpSpPr>
                <p:grpSpPr bwMode="auto">
                  <a:xfrm>
                    <a:off x="2976" y="3001"/>
                    <a:ext cx="104" cy="277"/>
                    <a:chOff x="576" y="2784"/>
                    <a:chExt cx="288" cy="768"/>
                  </a:xfrm>
                </p:grpSpPr>
                <p:sp>
                  <p:nvSpPr>
                    <p:cNvPr id="1993" name="Oval 27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94" name="Line 27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95" name="Line 27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96" name="Line 28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935" name="Group 281"/>
                <p:cNvGrpSpPr/>
                <p:nvPr/>
              </p:nvGrpSpPr>
              <p:grpSpPr bwMode="auto">
                <a:xfrm rot="-22277">
                  <a:off x="2092" y="2492"/>
                  <a:ext cx="104" cy="468"/>
                  <a:chOff x="2976" y="2884"/>
                  <a:chExt cx="104" cy="468"/>
                </a:xfrm>
              </p:grpSpPr>
              <p:sp>
                <p:nvSpPr>
                  <p:cNvPr id="1985" name="Line 28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986" name="Group 283"/>
                  <p:cNvGrpSpPr>
                    <a:grpSpLocks noChangeAspect="1"/>
                  </p:cNvGrpSpPr>
                  <p:nvPr/>
                </p:nvGrpSpPr>
                <p:grpSpPr bwMode="auto">
                  <a:xfrm>
                    <a:off x="2976" y="3001"/>
                    <a:ext cx="104" cy="277"/>
                    <a:chOff x="576" y="2784"/>
                    <a:chExt cx="288" cy="768"/>
                  </a:xfrm>
                </p:grpSpPr>
                <p:sp>
                  <p:nvSpPr>
                    <p:cNvPr id="1987" name="Oval 28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88" name="Line 28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89" name="Line 28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90" name="Line 28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936" name="Group 288"/>
                <p:cNvGrpSpPr/>
                <p:nvPr/>
              </p:nvGrpSpPr>
              <p:grpSpPr bwMode="auto">
                <a:xfrm rot="-22277">
                  <a:off x="2248" y="2496"/>
                  <a:ext cx="104" cy="468"/>
                  <a:chOff x="2976" y="2884"/>
                  <a:chExt cx="104" cy="468"/>
                </a:xfrm>
              </p:grpSpPr>
              <p:sp>
                <p:nvSpPr>
                  <p:cNvPr id="1979" name="Line 28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980" name="Group 290"/>
                  <p:cNvGrpSpPr>
                    <a:grpSpLocks noChangeAspect="1"/>
                  </p:cNvGrpSpPr>
                  <p:nvPr/>
                </p:nvGrpSpPr>
                <p:grpSpPr bwMode="auto">
                  <a:xfrm>
                    <a:off x="2976" y="3001"/>
                    <a:ext cx="104" cy="277"/>
                    <a:chOff x="576" y="2784"/>
                    <a:chExt cx="288" cy="768"/>
                  </a:xfrm>
                </p:grpSpPr>
                <p:sp>
                  <p:nvSpPr>
                    <p:cNvPr id="1981" name="Oval 29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82" name="Line 29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83" name="Line 29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84" name="Line 29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937" name="Group 295"/>
                <p:cNvGrpSpPr/>
                <p:nvPr/>
              </p:nvGrpSpPr>
              <p:grpSpPr bwMode="auto">
                <a:xfrm rot="-22277">
                  <a:off x="2400" y="2496"/>
                  <a:ext cx="104" cy="468"/>
                  <a:chOff x="2976" y="2884"/>
                  <a:chExt cx="104" cy="468"/>
                </a:xfrm>
              </p:grpSpPr>
              <p:sp>
                <p:nvSpPr>
                  <p:cNvPr id="1973" name="Line 29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974" name="Group 297"/>
                  <p:cNvGrpSpPr>
                    <a:grpSpLocks noChangeAspect="1"/>
                  </p:cNvGrpSpPr>
                  <p:nvPr/>
                </p:nvGrpSpPr>
                <p:grpSpPr bwMode="auto">
                  <a:xfrm>
                    <a:off x="2976" y="3001"/>
                    <a:ext cx="104" cy="277"/>
                    <a:chOff x="576" y="2784"/>
                    <a:chExt cx="288" cy="768"/>
                  </a:xfrm>
                </p:grpSpPr>
                <p:sp>
                  <p:nvSpPr>
                    <p:cNvPr id="1975" name="Oval 29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76" name="Line 29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77" name="Line 30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78" name="Line 30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938" name="Group 302"/>
                <p:cNvGrpSpPr/>
                <p:nvPr/>
              </p:nvGrpSpPr>
              <p:grpSpPr bwMode="auto">
                <a:xfrm rot="-22277">
                  <a:off x="2552" y="2496"/>
                  <a:ext cx="104" cy="468"/>
                  <a:chOff x="2976" y="2884"/>
                  <a:chExt cx="104" cy="468"/>
                </a:xfrm>
              </p:grpSpPr>
              <p:sp>
                <p:nvSpPr>
                  <p:cNvPr id="1967" name="Line 30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968" name="Group 304"/>
                  <p:cNvGrpSpPr>
                    <a:grpSpLocks noChangeAspect="1"/>
                  </p:cNvGrpSpPr>
                  <p:nvPr/>
                </p:nvGrpSpPr>
                <p:grpSpPr bwMode="auto">
                  <a:xfrm>
                    <a:off x="2976" y="3001"/>
                    <a:ext cx="104" cy="277"/>
                    <a:chOff x="576" y="2784"/>
                    <a:chExt cx="288" cy="768"/>
                  </a:xfrm>
                </p:grpSpPr>
                <p:sp>
                  <p:nvSpPr>
                    <p:cNvPr id="1969" name="Oval 30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70" name="Line 30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71" name="Line 30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72" name="Line 30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939" name="Group 309"/>
                <p:cNvGrpSpPr/>
                <p:nvPr/>
              </p:nvGrpSpPr>
              <p:grpSpPr bwMode="auto">
                <a:xfrm rot="-22277">
                  <a:off x="2700" y="2496"/>
                  <a:ext cx="104" cy="468"/>
                  <a:chOff x="2976" y="2884"/>
                  <a:chExt cx="104" cy="468"/>
                </a:xfrm>
              </p:grpSpPr>
              <p:sp>
                <p:nvSpPr>
                  <p:cNvPr id="1961" name="Line 31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962" name="Group 311"/>
                  <p:cNvGrpSpPr>
                    <a:grpSpLocks noChangeAspect="1"/>
                  </p:cNvGrpSpPr>
                  <p:nvPr/>
                </p:nvGrpSpPr>
                <p:grpSpPr bwMode="auto">
                  <a:xfrm>
                    <a:off x="2976" y="3001"/>
                    <a:ext cx="104" cy="277"/>
                    <a:chOff x="576" y="2784"/>
                    <a:chExt cx="288" cy="768"/>
                  </a:xfrm>
                </p:grpSpPr>
                <p:sp>
                  <p:nvSpPr>
                    <p:cNvPr id="1963" name="Oval 31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64" name="Line 31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65" name="Line 31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66" name="Line 31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940" name="Group 316"/>
                <p:cNvGrpSpPr/>
                <p:nvPr/>
              </p:nvGrpSpPr>
              <p:grpSpPr bwMode="auto">
                <a:xfrm rot="-22277">
                  <a:off x="2852" y="2496"/>
                  <a:ext cx="104" cy="468"/>
                  <a:chOff x="2976" y="2884"/>
                  <a:chExt cx="104" cy="468"/>
                </a:xfrm>
              </p:grpSpPr>
              <p:sp>
                <p:nvSpPr>
                  <p:cNvPr id="1955" name="Line 31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956" name="Group 318"/>
                  <p:cNvGrpSpPr>
                    <a:grpSpLocks noChangeAspect="1"/>
                  </p:cNvGrpSpPr>
                  <p:nvPr/>
                </p:nvGrpSpPr>
                <p:grpSpPr bwMode="auto">
                  <a:xfrm>
                    <a:off x="2976" y="3001"/>
                    <a:ext cx="104" cy="277"/>
                    <a:chOff x="576" y="2784"/>
                    <a:chExt cx="288" cy="768"/>
                  </a:xfrm>
                </p:grpSpPr>
                <p:sp>
                  <p:nvSpPr>
                    <p:cNvPr id="1957" name="Oval 31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58" name="Line 32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59" name="Line 32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60" name="Line 32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941" name="Group 323"/>
                <p:cNvGrpSpPr/>
                <p:nvPr/>
              </p:nvGrpSpPr>
              <p:grpSpPr bwMode="auto">
                <a:xfrm rot="-22277">
                  <a:off x="3000" y="2496"/>
                  <a:ext cx="104" cy="468"/>
                  <a:chOff x="2976" y="2884"/>
                  <a:chExt cx="104" cy="468"/>
                </a:xfrm>
              </p:grpSpPr>
              <p:sp>
                <p:nvSpPr>
                  <p:cNvPr id="1949" name="Line 32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950" name="Group 325"/>
                  <p:cNvGrpSpPr>
                    <a:grpSpLocks noChangeAspect="1"/>
                  </p:cNvGrpSpPr>
                  <p:nvPr/>
                </p:nvGrpSpPr>
                <p:grpSpPr bwMode="auto">
                  <a:xfrm>
                    <a:off x="2976" y="3001"/>
                    <a:ext cx="104" cy="277"/>
                    <a:chOff x="576" y="2784"/>
                    <a:chExt cx="288" cy="768"/>
                  </a:xfrm>
                </p:grpSpPr>
                <p:sp>
                  <p:nvSpPr>
                    <p:cNvPr id="1951" name="Oval 32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52" name="Line 32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53" name="Line 32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54" name="Line 32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942" name="Group 330"/>
                <p:cNvGrpSpPr/>
                <p:nvPr/>
              </p:nvGrpSpPr>
              <p:grpSpPr bwMode="auto">
                <a:xfrm rot="-22277">
                  <a:off x="3148" y="2496"/>
                  <a:ext cx="104" cy="468"/>
                  <a:chOff x="2976" y="2884"/>
                  <a:chExt cx="104" cy="468"/>
                </a:xfrm>
              </p:grpSpPr>
              <p:sp>
                <p:nvSpPr>
                  <p:cNvPr id="1943" name="Line 33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944" name="Group 332"/>
                  <p:cNvGrpSpPr>
                    <a:grpSpLocks noChangeAspect="1"/>
                  </p:cNvGrpSpPr>
                  <p:nvPr/>
                </p:nvGrpSpPr>
                <p:grpSpPr bwMode="auto">
                  <a:xfrm>
                    <a:off x="2976" y="3001"/>
                    <a:ext cx="104" cy="277"/>
                    <a:chOff x="576" y="2784"/>
                    <a:chExt cx="288" cy="768"/>
                  </a:xfrm>
                </p:grpSpPr>
                <p:sp>
                  <p:nvSpPr>
                    <p:cNvPr id="1945" name="Oval 33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46" name="Line 33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47" name="Line 33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48" name="Line 33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grpSp>
            <p:nvGrpSpPr>
              <p:cNvPr id="1870" name="Group 337"/>
              <p:cNvGrpSpPr/>
              <p:nvPr/>
            </p:nvGrpSpPr>
            <p:grpSpPr bwMode="auto">
              <a:xfrm>
                <a:off x="668" y="2940"/>
                <a:ext cx="1316" cy="472"/>
                <a:chOff x="1936" y="2492"/>
                <a:chExt cx="1316" cy="472"/>
              </a:xfrm>
            </p:grpSpPr>
            <p:grpSp>
              <p:nvGrpSpPr>
                <p:cNvPr id="1871" name="Group 338"/>
                <p:cNvGrpSpPr/>
                <p:nvPr/>
              </p:nvGrpSpPr>
              <p:grpSpPr bwMode="auto">
                <a:xfrm rot="-22277">
                  <a:off x="1936" y="2496"/>
                  <a:ext cx="104" cy="468"/>
                  <a:chOff x="2976" y="2884"/>
                  <a:chExt cx="104" cy="468"/>
                </a:xfrm>
              </p:grpSpPr>
              <p:sp>
                <p:nvSpPr>
                  <p:cNvPr id="1928" name="Line 33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929" name="Group 340"/>
                  <p:cNvGrpSpPr>
                    <a:grpSpLocks noChangeAspect="1"/>
                  </p:cNvGrpSpPr>
                  <p:nvPr/>
                </p:nvGrpSpPr>
                <p:grpSpPr bwMode="auto">
                  <a:xfrm>
                    <a:off x="2976" y="3001"/>
                    <a:ext cx="104" cy="277"/>
                    <a:chOff x="576" y="2784"/>
                    <a:chExt cx="288" cy="768"/>
                  </a:xfrm>
                </p:grpSpPr>
                <p:sp>
                  <p:nvSpPr>
                    <p:cNvPr id="1930" name="Oval 34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31" name="Line 34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32" name="Line 34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33" name="Line 34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872" name="Group 345"/>
                <p:cNvGrpSpPr/>
                <p:nvPr/>
              </p:nvGrpSpPr>
              <p:grpSpPr bwMode="auto">
                <a:xfrm rot="-22277">
                  <a:off x="2092" y="2492"/>
                  <a:ext cx="104" cy="468"/>
                  <a:chOff x="2976" y="2884"/>
                  <a:chExt cx="104" cy="468"/>
                </a:xfrm>
              </p:grpSpPr>
              <p:sp>
                <p:nvSpPr>
                  <p:cNvPr id="1922" name="Line 34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923" name="Group 347"/>
                  <p:cNvGrpSpPr>
                    <a:grpSpLocks noChangeAspect="1"/>
                  </p:cNvGrpSpPr>
                  <p:nvPr/>
                </p:nvGrpSpPr>
                <p:grpSpPr bwMode="auto">
                  <a:xfrm>
                    <a:off x="2976" y="3001"/>
                    <a:ext cx="104" cy="277"/>
                    <a:chOff x="576" y="2784"/>
                    <a:chExt cx="288" cy="768"/>
                  </a:xfrm>
                </p:grpSpPr>
                <p:sp>
                  <p:nvSpPr>
                    <p:cNvPr id="1924" name="Oval 34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25" name="Line 34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26" name="Line 35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27" name="Line 35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873" name="Group 352"/>
                <p:cNvGrpSpPr/>
                <p:nvPr/>
              </p:nvGrpSpPr>
              <p:grpSpPr bwMode="auto">
                <a:xfrm rot="-22277">
                  <a:off x="2248" y="2496"/>
                  <a:ext cx="104" cy="468"/>
                  <a:chOff x="2976" y="2884"/>
                  <a:chExt cx="104" cy="468"/>
                </a:xfrm>
              </p:grpSpPr>
              <p:sp>
                <p:nvSpPr>
                  <p:cNvPr id="1916" name="Line 35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917" name="Group 354"/>
                  <p:cNvGrpSpPr>
                    <a:grpSpLocks noChangeAspect="1"/>
                  </p:cNvGrpSpPr>
                  <p:nvPr/>
                </p:nvGrpSpPr>
                <p:grpSpPr bwMode="auto">
                  <a:xfrm>
                    <a:off x="2976" y="3001"/>
                    <a:ext cx="104" cy="277"/>
                    <a:chOff x="576" y="2784"/>
                    <a:chExt cx="288" cy="768"/>
                  </a:xfrm>
                </p:grpSpPr>
                <p:sp>
                  <p:nvSpPr>
                    <p:cNvPr id="1918" name="Oval 35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19" name="Line 35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20" name="Line 35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21" name="Line 35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874" name="Group 359"/>
                <p:cNvGrpSpPr/>
                <p:nvPr/>
              </p:nvGrpSpPr>
              <p:grpSpPr bwMode="auto">
                <a:xfrm rot="-22277">
                  <a:off x="2400" y="2496"/>
                  <a:ext cx="104" cy="468"/>
                  <a:chOff x="2976" y="2884"/>
                  <a:chExt cx="104" cy="468"/>
                </a:xfrm>
              </p:grpSpPr>
              <p:sp>
                <p:nvSpPr>
                  <p:cNvPr id="1910" name="Line 36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911" name="Group 361"/>
                  <p:cNvGrpSpPr>
                    <a:grpSpLocks noChangeAspect="1"/>
                  </p:cNvGrpSpPr>
                  <p:nvPr/>
                </p:nvGrpSpPr>
                <p:grpSpPr bwMode="auto">
                  <a:xfrm>
                    <a:off x="2976" y="3001"/>
                    <a:ext cx="104" cy="277"/>
                    <a:chOff x="576" y="2784"/>
                    <a:chExt cx="288" cy="768"/>
                  </a:xfrm>
                </p:grpSpPr>
                <p:sp>
                  <p:nvSpPr>
                    <p:cNvPr id="1912" name="Oval 36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13" name="Line 36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14" name="Line 36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15" name="Line 36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875" name="Group 366"/>
                <p:cNvGrpSpPr/>
                <p:nvPr/>
              </p:nvGrpSpPr>
              <p:grpSpPr bwMode="auto">
                <a:xfrm rot="-22277">
                  <a:off x="2552" y="2496"/>
                  <a:ext cx="104" cy="468"/>
                  <a:chOff x="2976" y="2884"/>
                  <a:chExt cx="104" cy="468"/>
                </a:xfrm>
              </p:grpSpPr>
              <p:sp>
                <p:nvSpPr>
                  <p:cNvPr id="1904" name="Line 36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905" name="Group 368"/>
                  <p:cNvGrpSpPr>
                    <a:grpSpLocks noChangeAspect="1"/>
                  </p:cNvGrpSpPr>
                  <p:nvPr/>
                </p:nvGrpSpPr>
                <p:grpSpPr bwMode="auto">
                  <a:xfrm>
                    <a:off x="2976" y="3001"/>
                    <a:ext cx="104" cy="277"/>
                    <a:chOff x="576" y="2784"/>
                    <a:chExt cx="288" cy="768"/>
                  </a:xfrm>
                </p:grpSpPr>
                <p:sp>
                  <p:nvSpPr>
                    <p:cNvPr id="1906" name="Oval 36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07" name="Line 37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08" name="Line 37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09" name="Line 37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876" name="Group 373"/>
                <p:cNvGrpSpPr/>
                <p:nvPr/>
              </p:nvGrpSpPr>
              <p:grpSpPr bwMode="auto">
                <a:xfrm rot="-22277">
                  <a:off x="2700" y="2496"/>
                  <a:ext cx="104" cy="468"/>
                  <a:chOff x="2976" y="2884"/>
                  <a:chExt cx="104" cy="468"/>
                </a:xfrm>
              </p:grpSpPr>
              <p:sp>
                <p:nvSpPr>
                  <p:cNvPr id="1898" name="Line 37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899" name="Group 375"/>
                  <p:cNvGrpSpPr>
                    <a:grpSpLocks noChangeAspect="1"/>
                  </p:cNvGrpSpPr>
                  <p:nvPr/>
                </p:nvGrpSpPr>
                <p:grpSpPr bwMode="auto">
                  <a:xfrm>
                    <a:off x="2976" y="3001"/>
                    <a:ext cx="104" cy="277"/>
                    <a:chOff x="576" y="2784"/>
                    <a:chExt cx="288" cy="768"/>
                  </a:xfrm>
                </p:grpSpPr>
                <p:sp>
                  <p:nvSpPr>
                    <p:cNvPr id="1900" name="Oval 37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01" name="Line 37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02" name="Line 37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03" name="Line 37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877" name="Group 380"/>
                <p:cNvGrpSpPr/>
                <p:nvPr/>
              </p:nvGrpSpPr>
              <p:grpSpPr bwMode="auto">
                <a:xfrm rot="-22277">
                  <a:off x="2852" y="2496"/>
                  <a:ext cx="104" cy="468"/>
                  <a:chOff x="2976" y="2884"/>
                  <a:chExt cx="104" cy="468"/>
                </a:xfrm>
              </p:grpSpPr>
              <p:sp>
                <p:nvSpPr>
                  <p:cNvPr id="1892" name="Line 38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893" name="Group 382"/>
                  <p:cNvGrpSpPr>
                    <a:grpSpLocks noChangeAspect="1"/>
                  </p:cNvGrpSpPr>
                  <p:nvPr/>
                </p:nvGrpSpPr>
                <p:grpSpPr bwMode="auto">
                  <a:xfrm>
                    <a:off x="2976" y="3001"/>
                    <a:ext cx="104" cy="277"/>
                    <a:chOff x="576" y="2784"/>
                    <a:chExt cx="288" cy="768"/>
                  </a:xfrm>
                </p:grpSpPr>
                <p:sp>
                  <p:nvSpPr>
                    <p:cNvPr id="1894" name="Oval 38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95" name="Line 38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96" name="Line 38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97" name="Line 38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878" name="Group 387"/>
                <p:cNvGrpSpPr/>
                <p:nvPr/>
              </p:nvGrpSpPr>
              <p:grpSpPr bwMode="auto">
                <a:xfrm rot="-22277">
                  <a:off x="3000" y="2496"/>
                  <a:ext cx="104" cy="468"/>
                  <a:chOff x="2976" y="2884"/>
                  <a:chExt cx="104" cy="468"/>
                </a:xfrm>
              </p:grpSpPr>
              <p:sp>
                <p:nvSpPr>
                  <p:cNvPr id="1886" name="Line 38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887" name="Group 389"/>
                  <p:cNvGrpSpPr>
                    <a:grpSpLocks noChangeAspect="1"/>
                  </p:cNvGrpSpPr>
                  <p:nvPr/>
                </p:nvGrpSpPr>
                <p:grpSpPr bwMode="auto">
                  <a:xfrm>
                    <a:off x="2976" y="3001"/>
                    <a:ext cx="104" cy="277"/>
                    <a:chOff x="576" y="2784"/>
                    <a:chExt cx="288" cy="768"/>
                  </a:xfrm>
                </p:grpSpPr>
                <p:sp>
                  <p:nvSpPr>
                    <p:cNvPr id="1888" name="Oval 39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89" name="Line 39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90" name="Line 39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91" name="Line 39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879" name="Group 394"/>
                <p:cNvGrpSpPr/>
                <p:nvPr/>
              </p:nvGrpSpPr>
              <p:grpSpPr bwMode="auto">
                <a:xfrm rot="-22277">
                  <a:off x="3148" y="2496"/>
                  <a:ext cx="104" cy="468"/>
                  <a:chOff x="2976" y="2884"/>
                  <a:chExt cx="104" cy="468"/>
                </a:xfrm>
              </p:grpSpPr>
              <p:sp>
                <p:nvSpPr>
                  <p:cNvPr id="1880" name="Line 39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881" name="Group 396"/>
                  <p:cNvGrpSpPr>
                    <a:grpSpLocks noChangeAspect="1"/>
                  </p:cNvGrpSpPr>
                  <p:nvPr/>
                </p:nvGrpSpPr>
                <p:grpSpPr bwMode="auto">
                  <a:xfrm>
                    <a:off x="2976" y="3001"/>
                    <a:ext cx="104" cy="277"/>
                    <a:chOff x="576" y="2784"/>
                    <a:chExt cx="288" cy="768"/>
                  </a:xfrm>
                </p:grpSpPr>
                <p:sp>
                  <p:nvSpPr>
                    <p:cNvPr id="1882" name="Oval 39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83" name="Line 39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84" name="Line 39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85" name="Line 40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grpSp>
        <p:grpSp>
          <p:nvGrpSpPr>
            <p:cNvPr id="1479" name="Group 401"/>
            <p:cNvGrpSpPr/>
            <p:nvPr/>
          </p:nvGrpSpPr>
          <p:grpSpPr bwMode="auto">
            <a:xfrm>
              <a:off x="628" y="1728"/>
              <a:ext cx="2756" cy="1103"/>
              <a:chOff x="584" y="2036"/>
              <a:chExt cx="2756" cy="1376"/>
            </a:xfrm>
          </p:grpSpPr>
          <p:grpSp>
            <p:nvGrpSpPr>
              <p:cNvPr id="1481" name="Group 402"/>
              <p:cNvGrpSpPr/>
              <p:nvPr/>
            </p:nvGrpSpPr>
            <p:grpSpPr bwMode="auto">
              <a:xfrm>
                <a:off x="1936" y="2492"/>
                <a:ext cx="1316" cy="472"/>
                <a:chOff x="1936" y="2492"/>
                <a:chExt cx="1316" cy="472"/>
              </a:xfrm>
            </p:grpSpPr>
            <p:grpSp>
              <p:nvGrpSpPr>
                <p:cNvPr id="1802" name="Group 403"/>
                <p:cNvGrpSpPr/>
                <p:nvPr/>
              </p:nvGrpSpPr>
              <p:grpSpPr bwMode="auto">
                <a:xfrm rot="-22277">
                  <a:off x="1936" y="2496"/>
                  <a:ext cx="104" cy="468"/>
                  <a:chOff x="2976" y="2884"/>
                  <a:chExt cx="104" cy="468"/>
                </a:xfrm>
              </p:grpSpPr>
              <p:sp>
                <p:nvSpPr>
                  <p:cNvPr id="1859" name="Line 40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860" name="Group 405"/>
                  <p:cNvGrpSpPr>
                    <a:grpSpLocks noChangeAspect="1"/>
                  </p:cNvGrpSpPr>
                  <p:nvPr/>
                </p:nvGrpSpPr>
                <p:grpSpPr bwMode="auto">
                  <a:xfrm>
                    <a:off x="2976" y="3001"/>
                    <a:ext cx="104" cy="277"/>
                    <a:chOff x="576" y="2784"/>
                    <a:chExt cx="288" cy="768"/>
                  </a:xfrm>
                </p:grpSpPr>
                <p:sp>
                  <p:nvSpPr>
                    <p:cNvPr id="1861" name="Oval 40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62" name="Line 40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63" name="Line 40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64" name="Line 40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803" name="Group 410"/>
                <p:cNvGrpSpPr/>
                <p:nvPr/>
              </p:nvGrpSpPr>
              <p:grpSpPr bwMode="auto">
                <a:xfrm rot="-22277">
                  <a:off x="2092" y="2492"/>
                  <a:ext cx="104" cy="468"/>
                  <a:chOff x="2976" y="2884"/>
                  <a:chExt cx="104" cy="468"/>
                </a:xfrm>
              </p:grpSpPr>
              <p:sp>
                <p:nvSpPr>
                  <p:cNvPr id="1853" name="Line 41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854" name="Group 412"/>
                  <p:cNvGrpSpPr>
                    <a:grpSpLocks noChangeAspect="1"/>
                  </p:cNvGrpSpPr>
                  <p:nvPr/>
                </p:nvGrpSpPr>
                <p:grpSpPr bwMode="auto">
                  <a:xfrm>
                    <a:off x="2976" y="3001"/>
                    <a:ext cx="104" cy="277"/>
                    <a:chOff x="576" y="2784"/>
                    <a:chExt cx="288" cy="768"/>
                  </a:xfrm>
                </p:grpSpPr>
                <p:sp>
                  <p:nvSpPr>
                    <p:cNvPr id="1855" name="Oval 41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56" name="Line 41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57" name="Line 41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58" name="Line 41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804" name="Group 417"/>
                <p:cNvGrpSpPr/>
                <p:nvPr/>
              </p:nvGrpSpPr>
              <p:grpSpPr bwMode="auto">
                <a:xfrm rot="-22277">
                  <a:off x="2248" y="2496"/>
                  <a:ext cx="104" cy="468"/>
                  <a:chOff x="2976" y="2884"/>
                  <a:chExt cx="104" cy="468"/>
                </a:xfrm>
              </p:grpSpPr>
              <p:sp>
                <p:nvSpPr>
                  <p:cNvPr id="1847" name="Line 41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848" name="Group 419"/>
                  <p:cNvGrpSpPr>
                    <a:grpSpLocks noChangeAspect="1"/>
                  </p:cNvGrpSpPr>
                  <p:nvPr/>
                </p:nvGrpSpPr>
                <p:grpSpPr bwMode="auto">
                  <a:xfrm>
                    <a:off x="2976" y="3001"/>
                    <a:ext cx="104" cy="277"/>
                    <a:chOff x="576" y="2784"/>
                    <a:chExt cx="288" cy="768"/>
                  </a:xfrm>
                </p:grpSpPr>
                <p:sp>
                  <p:nvSpPr>
                    <p:cNvPr id="1849" name="Oval 42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50" name="Line 42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51" name="Line 42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52" name="Line 42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805" name="Group 424"/>
                <p:cNvGrpSpPr/>
                <p:nvPr/>
              </p:nvGrpSpPr>
              <p:grpSpPr bwMode="auto">
                <a:xfrm rot="-22277">
                  <a:off x="2400" y="2496"/>
                  <a:ext cx="104" cy="468"/>
                  <a:chOff x="2976" y="2884"/>
                  <a:chExt cx="104" cy="468"/>
                </a:xfrm>
              </p:grpSpPr>
              <p:sp>
                <p:nvSpPr>
                  <p:cNvPr id="1841" name="Line 42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842" name="Group 426"/>
                  <p:cNvGrpSpPr>
                    <a:grpSpLocks noChangeAspect="1"/>
                  </p:cNvGrpSpPr>
                  <p:nvPr/>
                </p:nvGrpSpPr>
                <p:grpSpPr bwMode="auto">
                  <a:xfrm>
                    <a:off x="2976" y="3001"/>
                    <a:ext cx="104" cy="277"/>
                    <a:chOff x="576" y="2784"/>
                    <a:chExt cx="288" cy="768"/>
                  </a:xfrm>
                </p:grpSpPr>
                <p:sp>
                  <p:nvSpPr>
                    <p:cNvPr id="1843" name="Oval 42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44" name="Line 42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45" name="Line 42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46" name="Line 43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806" name="Group 431"/>
                <p:cNvGrpSpPr/>
                <p:nvPr/>
              </p:nvGrpSpPr>
              <p:grpSpPr bwMode="auto">
                <a:xfrm rot="-22277">
                  <a:off x="2552" y="2496"/>
                  <a:ext cx="104" cy="468"/>
                  <a:chOff x="2976" y="2884"/>
                  <a:chExt cx="104" cy="468"/>
                </a:xfrm>
              </p:grpSpPr>
              <p:sp>
                <p:nvSpPr>
                  <p:cNvPr id="1835" name="Line 43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836" name="Group 433"/>
                  <p:cNvGrpSpPr>
                    <a:grpSpLocks noChangeAspect="1"/>
                  </p:cNvGrpSpPr>
                  <p:nvPr/>
                </p:nvGrpSpPr>
                <p:grpSpPr bwMode="auto">
                  <a:xfrm>
                    <a:off x="2976" y="3001"/>
                    <a:ext cx="104" cy="277"/>
                    <a:chOff x="576" y="2784"/>
                    <a:chExt cx="288" cy="768"/>
                  </a:xfrm>
                </p:grpSpPr>
                <p:sp>
                  <p:nvSpPr>
                    <p:cNvPr id="1837" name="Oval 43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38" name="Line 43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39" name="Line 43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40" name="Line 43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807" name="Group 438"/>
                <p:cNvGrpSpPr/>
                <p:nvPr/>
              </p:nvGrpSpPr>
              <p:grpSpPr bwMode="auto">
                <a:xfrm rot="-22277">
                  <a:off x="2700" y="2496"/>
                  <a:ext cx="104" cy="468"/>
                  <a:chOff x="2976" y="2884"/>
                  <a:chExt cx="104" cy="468"/>
                </a:xfrm>
              </p:grpSpPr>
              <p:sp>
                <p:nvSpPr>
                  <p:cNvPr id="1829" name="Line 43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830" name="Group 440"/>
                  <p:cNvGrpSpPr>
                    <a:grpSpLocks noChangeAspect="1"/>
                  </p:cNvGrpSpPr>
                  <p:nvPr/>
                </p:nvGrpSpPr>
                <p:grpSpPr bwMode="auto">
                  <a:xfrm>
                    <a:off x="2976" y="3001"/>
                    <a:ext cx="104" cy="277"/>
                    <a:chOff x="576" y="2784"/>
                    <a:chExt cx="288" cy="768"/>
                  </a:xfrm>
                </p:grpSpPr>
                <p:sp>
                  <p:nvSpPr>
                    <p:cNvPr id="1831" name="Oval 44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32" name="Line 44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33" name="Line 44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34" name="Line 44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808" name="Group 445"/>
                <p:cNvGrpSpPr/>
                <p:nvPr/>
              </p:nvGrpSpPr>
              <p:grpSpPr bwMode="auto">
                <a:xfrm rot="-22277">
                  <a:off x="2852" y="2496"/>
                  <a:ext cx="104" cy="468"/>
                  <a:chOff x="2976" y="2884"/>
                  <a:chExt cx="104" cy="468"/>
                </a:xfrm>
              </p:grpSpPr>
              <p:sp>
                <p:nvSpPr>
                  <p:cNvPr id="1823" name="Line 44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824" name="Group 447"/>
                  <p:cNvGrpSpPr>
                    <a:grpSpLocks noChangeAspect="1"/>
                  </p:cNvGrpSpPr>
                  <p:nvPr/>
                </p:nvGrpSpPr>
                <p:grpSpPr bwMode="auto">
                  <a:xfrm>
                    <a:off x="2976" y="3001"/>
                    <a:ext cx="104" cy="277"/>
                    <a:chOff x="576" y="2784"/>
                    <a:chExt cx="288" cy="768"/>
                  </a:xfrm>
                </p:grpSpPr>
                <p:sp>
                  <p:nvSpPr>
                    <p:cNvPr id="1825" name="Oval 44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26" name="Line 44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27" name="Line 45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28" name="Line 45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809" name="Group 452"/>
                <p:cNvGrpSpPr/>
                <p:nvPr/>
              </p:nvGrpSpPr>
              <p:grpSpPr bwMode="auto">
                <a:xfrm rot="-22277">
                  <a:off x="3000" y="2496"/>
                  <a:ext cx="104" cy="468"/>
                  <a:chOff x="2976" y="2884"/>
                  <a:chExt cx="104" cy="468"/>
                </a:xfrm>
              </p:grpSpPr>
              <p:sp>
                <p:nvSpPr>
                  <p:cNvPr id="1817" name="Line 45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818" name="Group 454"/>
                  <p:cNvGrpSpPr>
                    <a:grpSpLocks noChangeAspect="1"/>
                  </p:cNvGrpSpPr>
                  <p:nvPr/>
                </p:nvGrpSpPr>
                <p:grpSpPr bwMode="auto">
                  <a:xfrm>
                    <a:off x="2976" y="3001"/>
                    <a:ext cx="104" cy="277"/>
                    <a:chOff x="576" y="2784"/>
                    <a:chExt cx="288" cy="768"/>
                  </a:xfrm>
                </p:grpSpPr>
                <p:sp>
                  <p:nvSpPr>
                    <p:cNvPr id="1819" name="Oval 45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20" name="Line 45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21" name="Line 45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22" name="Line 45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810" name="Group 459"/>
                <p:cNvGrpSpPr/>
                <p:nvPr/>
              </p:nvGrpSpPr>
              <p:grpSpPr bwMode="auto">
                <a:xfrm rot="-22277">
                  <a:off x="3148" y="2496"/>
                  <a:ext cx="104" cy="468"/>
                  <a:chOff x="2976" y="2884"/>
                  <a:chExt cx="104" cy="468"/>
                </a:xfrm>
              </p:grpSpPr>
              <p:sp>
                <p:nvSpPr>
                  <p:cNvPr id="1811" name="Line 46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812" name="Group 461"/>
                  <p:cNvGrpSpPr>
                    <a:grpSpLocks noChangeAspect="1"/>
                  </p:cNvGrpSpPr>
                  <p:nvPr/>
                </p:nvGrpSpPr>
                <p:grpSpPr bwMode="auto">
                  <a:xfrm>
                    <a:off x="2976" y="3001"/>
                    <a:ext cx="104" cy="277"/>
                    <a:chOff x="576" y="2784"/>
                    <a:chExt cx="288" cy="768"/>
                  </a:xfrm>
                </p:grpSpPr>
                <p:sp>
                  <p:nvSpPr>
                    <p:cNvPr id="1813" name="Oval 46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14" name="Line 46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15" name="Line 46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16" name="Line 46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grpSp>
            <p:nvGrpSpPr>
              <p:cNvPr id="1482" name="Group 466"/>
              <p:cNvGrpSpPr/>
              <p:nvPr/>
            </p:nvGrpSpPr>
            <p:grpSpPr bwMode="auto">
              <a:xfrm>
                <a:off x="2024" y="2936"/>
                <a:ext cx="1316" cy="472"/>
                <a:chOff x="1936" y="2492"/>
                <a:chExt cx="1316" cy="472"/>
              </a:xfrm>
            </p:grpSpPr>
            <p:grpSp>
              <p:nvGrpSpPr>
                <p:cNvPr id="1739" name="Group 467"/>
                <p:cNvGrpSpPr/>
                <p:nvPr/>
              </p:nvGrpSpPr>
              <p:grpSpPr bwMode="auto">
                <a:xfrm rot="-22277">
                  <a:off x="1936" y="2496"/>
                  <a:ext cx="104" cy="468"/>
                  <a:chOff x="2976" y="2884"/>
                  <a:chExt cx="104" cy="468"/>
                </a:xfrm>
              </p:grpSpPr>
              <p:sp>
                <p:nvSpPr>
                  <p:cNvPr id="1796" name="Line 46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797" name="Group 469"/>
                  <p:cNvGrpSpPr>
                    <a:grpSpLocks noChangeAspect="1"/>
                  </p:cNvGrpSpPr>
                  <p:nvPr/>
                </p:nvGrpSpPr>
                <p:grpSpPr bwMode="auto">
                  <a:xfrm>
                    <a:off x="2976" y="3001"/>
                    <a:ext cx="104" cy="277"/>
                    <a:chOff x="576" y="2784"/>
                    <a:chExt cx="288" cy="768"/>
                  </a:xfrm>
                </p:grpSpPr>
                <p:sp>
                  <p:nvSpPr>
                    <p:cNvPr id="1798" name="Oval 47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99" name="Line 47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00" name="Line 47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01" name="Line 47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740" name="Group 474"/>
                <p:cNvGrpSpPr/>
                <p:nvPr/>
              </p:nvGrpSpPr>
              <p:grpSpPr bwMode="auto">
                <a:xfrm rot="-22277">
                  <a:off x="2092" y="2492"/>
                  <a:ext cx="104" cy="468"/>
                  <a:chOff x="2976" y="2884"/>
                  <a:chExt cx="104" cy="468"/>
                </a:xfrm>
              </p:grpSpPr>
              <p:sp>
                <p:nvSpPr>
                  <p:cNvPr id="1790" name="Line 47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791" name="Group 476"/>
                  <p:cNvGrpSpPr>
                    <a:grpSpLocks noChangeAspect="1"/>
                  </p:cNvGrpSpPr>
                  <p:nvPr/>
                </p:nvGrpSpPr>
                <p:grpSpPr bwMode="auto">
                  <a:xfrm>
                    <a:off x="2976" y="3001"/>
                    <a:ext cx="104" cy="277"/>
                    <a:chOff x="576" y="2784"/>
                    <a:chExt cx="288" cy="768"/>
                  </a:xfrm>
                </p:grpSpPr>
                <p:sp>
                  <p:nvSpPr>
                    <p:cNvPr id="1792" name="Oval 47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93" name="Line 47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94" name="Line 47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95" name="Line 48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741" name="Group 481"/>
                <p:cNvGrpSpPr/>
                <p:nvPr/>
              </p:nvGrpSpPr>
              <p:grpSpPr bwMode="auto">
                <a:xfrm rot="-22277">
                  <a:off x="2248" y="2496"/>
                  <a:ext cx="104" cy="468"/>
                  <a:chOff x="2976" y="2884"/>
                  <a:chExt cx="104" cy="468"/>
                </a:xfrm>
              </p:grpSpPr>
              <p:sp>
                <p:nvSpPr>
                  <p:cNvPr id="1784" name="Line 48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785" name="Group 483"/>
                  <p:cNvGrpSpPr>
                    <a:grpSpLocks noChangeAspect="1"/>
                  </p:cNvGrpSpPr>
                  <p:nvPr/>
                </p:nvGrpSpPr>
                <p:grpSpPr bwMode="auto">
                  <a:xfrm>
                    <a:off x="2976" y="3001"/>
                    <a:ext cx="104" cy="277"/>
                    <a:chOff x="576" y="2784"/>
                    <a:chExt cx="288" cy="768"/>
                  </a:xfrm>
                </p:grpSpPr>
                <p:sp>
                  <p:nvSpPr>
                    <p:cNvPr id="1786" name="Oval 48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87" name="Line 48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88" name="Line 48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89" name="Line 48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742" name="Group 488"/>
                <p:cNvGrpSpPr/>
                <p:nvPr/>
              </p:nvGrpSpPr>
              <p:grpSpPr bwMode="auto">
                <a:xfrm rot="-22277">
                  <a:off x="2400" y="2496"/>
                  <a:ext cx="104" cy="468"/>
                  <a:chOff x="2976" y="2884"/>
                  <a:chExt cx="104" cy="468"/>
                </a:xfrm>
              </p:grpSpPr>
              <p:sp>
                <p:nvSpPr>
                  <p:cNvPr id="1778" name="Line 48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779" name="Group 490"/>
                  <p:cNvGrpSpPr>
                    <a:grpSpLocks noChangeAspect="1"/>
                  </p:cNvGrpSpPr>
                  <p:nvPr/>
                </p:nvGrpSpPr>
                <p:grpSpPr bwMode="auto">
                  <a:xfrm>
                    <a:off x="2976" y="3001"/>
                    <a:ext cx="104" cy="277"/>
                    <a:chOff x="576" y="2784"/>
                    <a:chExt cx="288" cy="768"/>
                  </a:xfrm>
                </p:grpSpPr>
                <p:sp>
                  <p:nvSpPr>
                    <p:cNvPr id="1780" name="Oval 49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81" name="Line 49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82" name="Line 49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83" name="Line 49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743" name="Group 495"/>
                <p:cNvGrpSpPr/>
                <p:nvPr/>
              </p:nvGrpSpPr>
              <p:grpSpPr bwMode="auto">
                <a:xfrm rot="-22277">
                  <a:off x="2552" y="2496"/>
                  <a:ext cx="104" cy="468"/>
                  <a:chOff x="2976" y="2884"/>
                  <a:chExt cx="104" cy="468"/>
                </a:xfrm>
              </p:grpSpPr>
              <p:sp>
                <p:nvSpPr>
                  <p:cNvPr id="1772" name="Line 49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773" name="Group 497"/>
                  <p:cNvGrpSpPr>
                    <a:grpSpLocks noChangeAspect="1"/>
                  </p:cNvGrpSpPr>
                  <p:nvPr/>
                </p:nvGrpSpPr>
                <p:grpSpPr bwMode="auto">
                  <a:xfrm>
                    <a:off x="2976" y="3001"/>
                    <a:ext cx="104" cy="277"/>
                    <a:chOff x="576" y="2784"/>
                    <a:chExt cx="288" cy="768"/>
                  </a:xfrm>
                </p:grpSpPr>
                <p:sp>
                  <p:nvSpPr>
                    <p:cNvPr id="1774" name="Oval 49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75" name="Line 49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76" name="Line 50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77" name="Line 50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744" name="Group 502"/>
                <p:cNvGrpSpPr/>
                <p:nvPr/>
              </p:nvGrpSpPr>
              <p:grpSpPr bwMode="auto">
                <a:xfrm rot="-22277">
                  <a:off x="2700" y="2496"/>
                  <a:ext cx="104" cy="468"/>
                  <a:chOff x="2976" y="2884"/>
                  <a:chExt cx="104" cy="468"/>
                </a:xfrm>
              </p:grpSpPr>
              <p:sp>
                <p:nvSpPr>
                  <p:cNvPr id="1766" name="Line 50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767" name="Group 504"/>
                  <p:cNvGrpSpPr>
                    <a:grpSpLocks noChangeAspect="1"/>
                  </p:cNvGrpSpPr>
                  <p:nvPr/>
                </p:nvGrpSpPr>
                <p:grpSpPr bwMode="auto">
                  <a:xfrm>
                    <a:off x="2976" y="3001"/>
                    <a:ext cx="104" cy="277"/>
                    <a:chOff x="576" y="2784"/>
                    <a:chExt cx="288" cy="768"/>
                  </a:xfrm>
                </p:grpSpPr>
                <p:sp>
                  <p:nvSpPr>
                    <p:cNvPr id="1768" name="Oval 50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69" name="Line 50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70" name="Line 50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71" name="Line 50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745" name="Group 509"/>
                <p:cNvGrpSpPr/>
                <p:nvPr/>
              </p:nvGrpSpPr>
              <p:grpSpPr bwMode="auto">
                <a:xfrm rot="-22277">
                  <a:off x="2852" y="2496"/>
                  <a:ext cx="104" cy="468"/>
                  <a:chOff x="2976" y="2884"/>
                  <a:chExt cx="104" cy="468"/>
                </a:xfrm>
              </p:grpSpPr>
              <p:sp>
                <p:nvSpPr>
                  <p:cNvPr id="1760" name="Line 51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761" name="Group 511"/>
                  <p:cNvGrpSpPr>
                    <a:grpSpLocks noChangeAspect="1"/>
                  </p:cNvGrpSpPr>
                  <p:nvPr/>
                </p:nvGrpSpPr>
                <p:grpSpPr bwMode="auto">
                  <a:xfrm>
                    <a:off x="2976" y="3001"/>
                    <a:ext cx="104" cy="277"/>
                    <a:chOff x="576" y="2784"/>
                    <a:chExt cx="288" cy="768"/>
                  </a:xfrm>
                </p:grpSpPr>
                <p:sp>
                  <p:nvSpPr>
                    <p:cNvPr id="1762" name="Oval 51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63" name="Line 51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64" name="Line 51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65" name="Line 51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746" name="Group 516"/>
                <p:cNvGrpSpPr/>
                <p:nvPr/>
              </p:nvGrpSpPr>
              <p:grpSpPr bwMode="auto">
                <a:xfrm rot="-22277">
                  <a:off x="3000" y="2496"/>
                  <a:ext cx="104" cy="468"/>
                  <a:chOff x="2976" y="2884"/>
                  <a:chExt cx="104" cy="468"/>
                </a:xfrm>
              </p:grpSpPr>
              <p:sp>
                <p:nvSpPr>
                  <p:cNvPr id="1754" name="Line 51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755" name="Group 518"/>
                  <p:cNvGrpSpPr>
                    <a:grpSpLocks noChangeAspect="1"/>
                  </p:cNvGrpSpPr>
                  <p:nvPr/>
                </p:nvGrpSpPr>
                <p:grpSpPr bwMode="auto">
                  <a:xfrm>
                    <a:off x="2976" y="3001"/>
                    <a:ext cx="104" cy="277"/>
                    <a:chOff x="576" y="2784"/>
                    <a:chExt cx="288" cy="768"/>
                  </a:xfrm>
                </p:grpSpPr>
                <p:sp>
                  <p:nvSpPr>
                    <p:cNvPr id="1756" name="Oval 51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57" name="Line 52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58" name="Line 52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59" name="Line 52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747" name="Group 523"/>
                <p:cNvGrpSpPr/>
                <p:nvPr/>
              </p:nvGrpSpPr>
              <p:grpSpPr bwMode="auto">
                <a:xfrm rot="-22277">
                  <a:off x="3148" y="2496"/>
                  <a:ext cx="104" cy="468"/>
                  <a:chOff x="2976" y="2884"/>
                  <a:chExt cx="104" cy="468"/>
                </a:xfrm>
              </p:grpSpPr>
              <p:sp>
                <p:nvSpPr>
                  <p:cNvPr id="1748" name="Line 52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749" name="Group 525"/>
                  <p:cNvGrpSpPr>
                    <a:grpSpLocks noChangeAspect="1"/>
                  </p:cNvGrpSpPr>
                  <p:nvPr/>
                </p:nvGrpSpPr>
                <p:grpSpPr bwMode="auto">
                  <a:xfrm>
                    <a:off x="2976" y="3001"/>
                    <a:ext cx="104" cy="277"/>
                    <a:chOff x="576" y="2784"/>
                    <a:chExt cx="288" cy="768"/>
                  </a:xfrm>
                </p:grpSpPr>
                <p:sp>
                  <p:nvSpPr>
                    <p:cNvPr id="1750" name="Oval 52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51" name="Line 52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52" name="Line 52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53" name="Line 52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grpSp>
            <p:nvGrpSpPr>
              <p:cNvPr id="1483" name="Group 530"/>
              <p:cNvGrpSpPr/>
              <p:nvPr/>
            </p:nvGrpSpPr>
            <p:grpSpPr bwMode="auto">
              <a:xfrm>
                <a:off x="2012" y="2036"/>
                <a:ext cx="1316" cy="472"/>
                <a:chOff x="1936" y="2492"/>
                <a:chExt cx="1316" cy="472"/>
              </a:xfrm>
            </p:grpSpPr>
            <p:grpSp>
              <p:nvGrpSpPr>
                <p:cNvPr id="1676" name="Group 531"/>
                <p:cNvGrpSpPr/>
                <p:nvPr/>
              </p:nvGrpSpPr>
              <p:grpSpPr bwMode="auto">
                <a:xfrm rot="-22277">
                  <a:off x="1936" y="2496"/>
                  <a:ext cx="104" cy="468"/>
                  <a:chOff x="2976" y="2884"/>
                  <a:chExt cx="104" cy="468"/>
                </a:xfrm>
              </p:grpSpPr>
              <p:sp>
                <p:nvSpPr>
                  <p:cNvPr id="1733" name="Line 53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734" name="Group 533"/>
                  <p:cNvGrpSpPr>
                    <a:grpSpLocks noChangeAspect="1"/>
                  </p:cNvGrpSpPr>
                  <p:nvPr/>
                </p:nvGrpSpPr>
                <p:grpSpPr bwMode="auto">
                  <a:xfrm>
                    <a:off x="2976" y="3001"/>
                    <a:ext cx="104" cy="277"/>
                    <a:chOff x="576" y="2784"/>
                    <a:chExt cx="288" cy="768"/>
                  </a:xfrm>
                </p:grpSpPr>
                <p:sp>
                  <p:nvSpPr>
                    <p:cNvPr id="1735" name="Oval 53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36" name="Line 53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37" name="Line 53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38" name="Line 53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677" name="Group 538"/>
                <p:cNvGrpSpPr/>
                <p:nvPr/>
              </p:nvGrpSpPr>
              <p:grpSpPr bwMode="auto">
                <a:xfrm rot="-22277">
                  <a:off x="2092" y="2492"/>
                  <a:ext cx="104" cy="468"/>
                  <a:chOff x="2976" y="2884"/>
                  <a:chExt cx="104" cy="468"/>
                </a:xfrm>
              </p:grpSpPr>
              <p:sp>
                <p:nvSpPr>
                  <p:cNvPr id="1727" name="Line 53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728" name="Group 540"/>
                  <p:cNvGrpSpPr>
                    <a:grpSpLocks noChangeAspect="1"/>
                  </p:cNvGrpSpPr>
                  <p:nvPr/>
                </p:nvGrpSpPr>
                <p:grpSpPr bwMode="auto">
                  <a:xfrm>
                    <a:off x="2976" y="3001"/>
                    <a:ext cx="104" cy="277"/>
                    <a:chOff x="576" y="2784"/>
                    <a:chExt cx="288" cy="768"/>
                  </a:xfrm>
                </p:grpSpPr>
                <p:sp>
                  <p:nvSpPr>
                    <p:cNvPr id="1729" name="Oval 54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30" name="Line 54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31" name="Line 54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32" name="Line 54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678" name="Group 545"/>
                <p:cNvGrpSpPr/>
                <p:nvPr/>
              </p:nvGrpSpPr>
              <p:grpSpPr bwMode="auto">
                <a:xfrm rot="-22277">
                  <a:off x="2248" y="2496"/>
                  <a:ext cx="104" cy="468"/>
                  <a:chOff x="2976" y="2884"/>
                  <a:chExt cx="104" cy="468"/>
                </a:xfrm>
              </p:grpSpPr>
              <p:sp>
                <p:nvSpPr>
                  <p:cNvPr id="1721" name="Line 54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722" name="Group 547"/>
                  <p:cNvGrpSpPr>
                    <a:grpSpLocks noChangeAspect="1"/>
                  </p:cNvGrpSpPr>
                  <p:nvPr/>
                </p:nvGrpSpPr>
                <p:grpSpPr bwMode="auto">
                  <a:xfrm>
                    <a:off x="2976" y="3001"/>
                    <a:ext cx="104" cy="277"/>
                    <a:chOff x="576" y="2784"/>
                    <a:chExt cx="288" cy="768"/>
                  </a:xfrm>
                </p:grpSpPr>
                <p:sp>
                  <p:nvSpPr>
                    <p:cNvPr id="1723" name="Oval 54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24" name="Line 54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25" name="Line 55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26" name="Line 55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679" name="Group 552"/>
                <p:cNvGrpSpPr/>
                <p:nvPr/>
              </p:nvGrpSpPr>
              <p:grpSpPr bwMode="auto">
                <a:xfrm rot="-22277">
                  <a:off x="2400" y="2496"/>
                  <a:ext cx="104" cy="468"/>
                  <a:chOff x="2976" y="2884"/>
                  <a:chExt cx="104" cy="468"/>
                </a:xfrm>
              </p:grpSpPr>
              <p:sp>
                <p:nvSpPr>
                  <p:cNvPr id="1715" name="Line 55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716" name="Group 554"/>
                  <p:cNvGrpSpPr>
                    <a:grpSpLocks noChangeAspect="1"/>
                  </p:cNvGrpSpPr>
                  <p:nvPr/>
                </p:nvGrpSpPr>
                <p:grpSpPr bwMode="auto">
                  <a:xfrm>
                    <a:off x="2976" y="3001"/>
                    <a:ext cx="104" cy="277"/>
                    <a:chOff x="576" y="2784"/>
                    <a:chExt cx="288" cy="768"/>
                  </a:xfrm>
                </p:grpSpPr>
                <p:sp>
                  <p:nvSpPr>
                    <p:cNvPr id="1717" name="Oval 55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18" name="Line 55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19" name="Line 55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20" name="Line 55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680" name="Group 559"/>
                <p:cNvGrpSpPr/>
                <p:nvPr/>
              </p:nvGrpSpPr>
              <p:grpSpPr bwMode="auto">
                <a:xfrm rot="-22277">
                  <a:off x="2552" y="2496"/>
                  <a:ext cx="104" cy="468"/>
                  <a:chOff x="2976" y="2884"/>
                  <a:chExt cx="104" cy="468"/>
                </a:xfrm>
              </p:grpSpPr>
              <p:sp>
                <p:nvSpPr>
                  <p:cNvPr id="1709" name="Line 56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710" name="Group 561"/>
                  <p:cNvGrpSpPr>
                    <a:grpSpLocks noChangeAspect="1"/>
                  </p:cNvGrpSpPr>
                  <p:nvPr/>
                </p:nvGrpSpPr>
                <p:grpSpPr bwMode="auto">
                  <a:xfrm>
                    <a:off x="2976" y="3001"/>
                    <a:ext cx="104" cy="277"/>
                    <a:chOff x="576" y="2784"/>
                    <a:chExt cx="288" cy="768"/>
                  </a:xfrm>
                </p:grpSpPr>
                <p:sp>
                  <p:nvSpPr>
                    <p:cNvPr id="1711" name="Oval 56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12" name="Line 56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13" name="Line 56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14" name="Line 56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681" name="Group 566"/>
                <p:cNvGrpSpPr/>
                <p:nvPr/>
              </p:nvGrpSpPr>
              <p:grpSpPr bwMode="auto">
                <a:xfrm rot="-22277">
                  <a:off x="2700" y="2496"/>
                  <a:ext cx="104" cy="468"/>
                  <a:chOff x="2976" y="2884"/>
                  <a:chExt cx="104" cy="468"/>
                </a:xfrm>
              </p:grpSpPr>
              <p:sp>
                <p:nvSpPr>
                  <p:cNvPr id="1703" name="Line 56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704" name="Group 568"/>
                  <p:cNvGrpSpPr>
                    <a:grpSpLocks noChangeAspect="1"/>
                  </p:cNvGrpSpPr>
                  <p:nvPr/>
                </p:nvGrpSpPr>
                <p:grpSpPr bwMode="auto">
                  <a:xfrm>
                    <a:off x="2976" y="3001"/>
                    <a:ext cx="104" cy="277"/>
                    <a:chOff x="576" y="2784"/>
                    <a:chExt cx="288" cy="768"/>
                  </a:xfrm>
                </p:grpSpPr>
                <p:sp>
                  <p:nvSpPr>
                    <p:cNvPr id="1705" name="Oval 56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06" name="Line 57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07" name="Line 57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08" name="Line 57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682" name="Group 573"/>
                <p:cNvGrpSpPr/>
                <p:nvPr/>
              </p:nvGrpSpPr>
              <p:grpSpPr bwMode="auto">
                <a:xfrm rot="-22277">
                  <a:off x="2852" y="2496"/>
                  <a:ext cx="104" cy="468"/>
                  <a:chOff x="2976" y="2884"/>
                  <a:chExt cx="104" cy="468"/>
                </a:xfrm>
              </p:grpSpPr>
              <p:sp>
                <p:nvSpPr>
                  <p:cNvPr id="1697" name="Line 57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698" name="Group 575"/>
                  <p:cNvGrpSpPr>
                    <a:grpSpLocks noChangeAspect="1"/>
                  </p:cNvGrpSpPr>
                  <p:nvPr/>
                </p:nvGrpSpPr>
                <p:grpSpPr bwMode="auto">
                  <a:xfrm>
                    <a:off x="2976" y="3001"/>
                    <a:ext cx="104" cy="277"/>
                    <a:chOff x="576" y="2784"/>
                    <a:chExt cx="288" cy="768"/>
                  </a:xfrm>
                </p:grpSpPr>
                <p:sp>
                  <p:nvSpPr>
                    <p:cNvPr id="1699" name="Oval 57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00" name="Line 57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01" name="Line 57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02" name="Line 57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683" name="Group 580"/>
                <p:cNvGrpSpPr/>
                <p:nvPr/>
              </p:nvGrpSpPr>
              <p:grpSpPr bwMode="auto">
                <a:xfrm rot="-22277">
                  <a:off x="3000" y="2496"/>
                  <a:ext cx="104" cy="468"/>
                  <a:chOff x="2976" y="2884"/>
                  <a:chExt cx="104" cy="468"/>
                </a:xfrm>
              </p:grpSpPr>
              <p:sp>
                <p:nvSpPr>
                  <p:cNvPr id="1691" name="Line 58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692" name="Group 582"/>
                  <p:cNvGrpSpPr>
                    <a:grpSpLocks noChangeAspect="1"/>
                  </p:cNvGrpSpPr>
                  <p:nvPr/>
                </p:nvGrpSpPr>
                <p:grpSpPr bwMode="auto">
                  <a:xfrm>
                    <a:off x="2976" y="3001"/>
                    <a:ext cx="104" cy="277"/>
                    <a:chOff x="576" y="2784"/>
                    <a:chExt cx="288" cy="768"/>
                  </a:xfrm>
                </p:grpSpPr>
                <p:sp>
                  <p:nvSpPr>
                    <p:cNvPr id="1693" name="Oval 58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94" name="Line 58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95" name="Line 58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96" name="Line 58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684" name="Group 587"/>
                <p:cNvGrpSpPr/>
                <p:nvPr/>
              </p:nvGrpSpPr>
              <p:grpSpPr bwMode="auto">
                <a:xfrm rot="-22277">
                  <a:off x="3148" y="2496"/>
                  <a:ext cx="104" cy="468"/>
                  <a:chOff x="2976" y="2884"/>
                  <a:chExt cx="104" cy="468"/>
                </a:xfrm>
              </p:grpSpPr>
              <p:sp>
                <p:nvSpPr>
                  <p:cNvPr id="1685" name="Line 58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686" name="Group 589"/>
                  <p:cNvGrpSpPr>
                    <a:grpSpLocks noChangeAspect="1"/>
                  </p:cNvGrpSpPr>
                  <p:nvPr/>
                </p:nvGrpSpPr>
                <p:grpSpPr bwMode="auto">
                  <a:xfrm>
                    <a:off x="2976" y="3001"/>
                    <a:ext cx="104" cy="277"/>
                    <a:chOff x="576" y="2784"/>
                    <a:chExt cx="288" cy="768"/>
                  </a:xfrm>
                </p:grpSpPr>
                <p:sp>
                  <p:nvSpPr>
                    <p:cNvPr id="1687" name="Oval 59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88" name="Line 59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89" name="Line 59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90" name="Line 59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grpSp>
            <p:nvGrpSpPr>
              <p:cNvPr id="1484" name="Group 594"/>
              <p:cNvGrpSpPr/>
              <p:nvPr/>
            </p:nvGrpSpPr>
            <p:grpSpPr bwMode="auto">
              <a:xfrm>
                <a:off x="584" y="2492"/>
                <a:ext cx="1316" cy="472"/>
                <a:chOff x="1936" y="2492"/>
                <a:chExt cx="1316" cy="472"/>
              </a:xfrm>
            </p:grpSpPr>
            <p:grpSp>
              <p:nvGrpSpPr>
                <p:cNvPr id="1613" name="Group 595"/>
                <p:cNvGrpSpPr/>
                <p:nvPr/>
              </p:nvGrpSpPr>
              <p:grpSpPr bwMode="auto">
                <a:xfrm rot="-22277">
                  <a:off x="1936" y="2496"/>
                  <a:ext cx="104" cy="468"/>
                  <a:chOff x="2976" y="2884"/>
                  <a:chExt cx="104" cy="468"/>
                </a:xfrm>
              </p:grpSpPr>
              <p:sp>
                <p:nvSpPr>
                  <p:cNvPr id="1670" name="Line 59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671" name="Group 597"/>
                  <p:cNvGrpSpPr>
                    <a:grpSpLocks noChangeAspect="1"/>
                  </p:cNvGrpSpPr>
                  <p:nvPr/>
                </p:nvGrpSpPr>
                <p:grpSpPr bwMode="auto">
                  <a:xfrm>
                    <a:off x="2976" y="3001"/>
                    <a:ext cx="104" cy="277"/>
                    <a:chOff x="576" y="2784"/>
                    <a:chExt cx="288" cy="768"/>
                  </a:xfrm>
                </p:grpSpPr>
                <p:sp>
                  <p:nvSpPr>
                    <p:cNvPr id="1672" name="Oval 59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73" name="Line 59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74" name="Line 60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75" name="Line 60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614" name="Group 602"/>
                <p:cNvGrpSpPr/>
                <p:nvPr/>
              </p:nvGrpSpPr>
              <p:grpSpPr bwMode="auto">
                <a:xfrm rot="-22277">
                  <a:off x="2092" y="2492"/>
                  <a:ext cx="104" cy="468"/>
                  <a:chOff x="2976" y="2884"/>
                  <a:chExt cx="104" cy="468"/>
                </a:xfrm>
              </p:grpSpPr>
              <p:sp>
                <p:nvSpPr>
                  <p:cNvPr id="1664" name="Line 60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665" name="Group 604"/>
                  <p:cNvGrpSpPr>
                    <a:grpSpLocks noChangeAspect="1"/>
                  </p:cNvGrpSpPr>
                  <p:nvPr/>
                </p:nvGrpSpPr>
                <p:grpSpPr bwMode="auto">
                  <a:xfrm>
                    <a:off x="2976" y="3001"/>
                    <a:ext cx="104" cy="277"/>
                    <a:chOff x="576" y="2784"/>
                    <a:chExt cx="288" cy="768"/>
                  </a:xfrm>
                </p:grpSpPr>
                <p:sp>
                  <p:nvSpPr>
                    <p:cNvPr id="1666" name="Oval 60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67" name="Line 60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68" name="Line 60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69" name="Line 60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615" name="Group 609"/>
                <p:cNvGrpSpPr/>
                <p:nvPr/>
              </p:nvGrpSpPr>
              <p:grpSpPr bwMode="auto">
                <a:xfrm rot="-22277">
                  <a:off x="2248" y="2496"/>
                  <a:ext cx="104" cy="468"/>
                  <a:chOff x="2976" y="2884"/>
                  <a:chExt cx="104" cy="468"/>
                </a:xfrm>
              </p:grpSpPr>
              <p:sp>
                <p:nvSpPr>
                  <p:cNvPr id="1658" name="Line 61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659" name="Group 611"/>
                  <p:cNvGrpSpPr>
                    <a:grpSpLocks noChangeAspect="1"/>
                  </p:cNvGrpSpPr>
                  <p:nvPr/>
                </p:nvGrpSpPr>
                <p:grpSpPr bwMode="auto">
                  <a:xfrm>
                    <a:off x="2976" y="3001"/>
                    <a:ext cx="104" cy="277"/>
                    <a:chOff x="576" y="2784"/>
                    <a:chExt cx="288" cy="768"/>
                  </a:xfrm>
                </p:grpSpPr>
                <p:sp>
                  <p:nvSpPr>
                    <p:cNvPr id="1660" name="Oval 61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61" name="Line 61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62" name="Line 61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63" name="Line 61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616" name="Group 616"/>
                <p:cNvGrpSpPr/>
                <p:nvPr/>
              </p:nvGrpSpPr>
              <p:grpSpPr bwMode="auto">
                <a:xfrm rot="-22277">
                  <a:off x="2400" y="2496"/>
                  <a:ext cx="104" cy="468"/>
                  <a:chOff x="2976" y="2884"/>
                  <a:chExt cx="104" cy="468"/>
                </a:xfrm>
              </p:grpSpPr>
              <p:sp>
                <p:nvSpPr>
                  <p:cNvPr id="1652" name="Line 61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653" name="Group 618"/>
                  <p:cNvGrpSpPr>
                    <a:grpSpLocks noChangeAspect="1"/>
                  </p:cNvGrpSpPr>
                  <p:nvPr/>
                </p:nvGrpSpPr>
                <p:grpSpPr bwMode="auto">
                  <a:xfrm>
                    <a:off x="2976" y="3001"/>
                    <a:ext cx="104" cy="277"/>
                    <a:chOff x="576" y="2784"/>
                    <a:chExt cx="288" cy="768"/>
                  </a:xfrm>
                </p:grpSpPr>
                <p:sp>
                  <p:nvSpPr>
                    <p:cNvPr id="1654" name="Oval 61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55" name="Line 62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56" name="Line 62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57" name="Line 62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617" name="Group 623"/>
                <p:cNvGrpSpPr/>
                <p:nvPr/>
              </p:nvGrpSpPr>
              <p:grpSpPr bwMode="auto">
                <a:xfrm rot="-22277">
                  <a:off x="2552" y="2496"/>
                  <a:ext cx="104" cy="468"/>
                  <a:chOff x="2976" y="2884"/>
                  <a:chExt cx="104" cy="468"/>
                </a:xfrm>
              </p:grpSpPr>
              <p:sp>
                <p:nvSpPr>
                  <p:cNvPr id="1646" name="Line 62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647" name="Group 625"/>
                  <p:cNvGrpSpPr>
                    <a:grpSpLocks noChangeAspect="1"/>
                  </p:cNvGrpSpPr>
                  <p:nvPr/>
                </p:nvGrpSpPr>
                <p:grpSpPr bwMode="auto">
                  <a:xfrm>
                    <a:off x="2976" y="3001"/>
                    <a:ext cx="104" cy="277"/>
                    <a:chOff x="576" y="2784"/>
                    <a:chExt cx="288" cy="768"/>
                  </a:xfrm>
                </p:grpSpPr>
                <p:sp>
                  <p:nvSpPr>
                    <p:cNvPr id="1648" name="Oval 62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49" name="Line 62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50" name="Line 62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51" name="Line 62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618" name="Group 630"/>
                <p:cNvGrpSpPr/>
                <p:nvPr/>
              </p:nvGrpSpPr>
              <p:grpSpPr bwMode="auto">
                <a:xfrm rot="-22277">
                  <a:off x="2700" y="2496"/>
                  <a:ext cx="104" cy="468"/>
                  <a:chOff x="2976" y="2884"/>
                  <a:chExt cx="104" cy="468"/>
                </a:xfrm>
              </p:grpSpPr>
              <p:sp>
                <p:nvSpPr>
                  <p:cNvPr id="1640" name="Line 63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641" name="Group 632"/>
                  <p:cNvGrpSpPr>
                    <a:grpSpLocks noChangeAspect="1"/>
                  </p:cNvGrpSpPr>
                  <p:nvPr/>
                </p:nvGrpSpPr>
                <p:grpSpPr bwMode="auto">
                  <a:xfrm>
                    <a:off x="2976" y="3001"/>
                    <a:ext cx="104" cy="277"/>
                    <a:chOff x="576" y="2784"/>
                    <a:chExt cx="288" cy="768"/>
                  </a:xfrm>
                </p:grpSpPr>
                <p:sp>
                  <p:nvSpPr>
                    <p:cNvPr id="1642" name="Oval 63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43" name="Line 63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44" name="Line 63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45" name="Line 63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619" name="Group 637"/>
                <p:cNvGrpSpPr/>
                <p:nvPr/>
              </p:nvGrpSpPr>
              <p:grpSpPr bwMode="auto">
                <a:xfrm rot="-22277">
                  <a:off x="2852" y="2496"/>
                  <a:ext cx="104" cy="468"/>
                  <a:chOff x="2976" y="2884"/>
                  <a:chExt cx="104" cy="468"/>
                </a:xfrm>
              </p:grpSpPr>
              <p:sp>
                <p:nvSpPr>
                  <p:cNvPr id="1634" name="Line 63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635" name="Group 639"/>
                  <p:cNvGrpSpPr>
                    <a:grpSpLocks noChangeAspect="1"/>
                  </p:cNvGrpSpPr>
                  <p:nvPr/>
                </p:nvGrpSpPr>
                <p:grpSpPr bwMode="auto">
                  <a:xfrm>
                    <a:off x="2976" y="3001"/>
                    <a:ext cx="104" cy="277"/>
                    <a:chOff x="576" y="2784"/>
                    <a:chExt cx="288" cy="768"/>
                  </a:xfrm>
                </p:grpSpPr>
                <p:sp>
                  <p:nvSpPr>
                    <p:cNvPr id="1636" name="Oval 64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37" name="Line 64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38" name="Line 64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39" name="Line 64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620" name="Group 644"/>
                <p:cNvGrpSpPr/>
                <p:nvPr/>
              </p:nvGrpSpPr>
              <p:grpSpPr bwMode="auto">
                <a:xfrm rot="-22277">
                  <a:off x="3000" y="2496"/>
                  <a:ext cx="104" cy="468"/>
                  <a:chOff x="2976" y="2884"/>
                  <a:chExt cx="104" cy="468"/>
                </a:xfrm>
              </p:grpSpPr>
              <p:sp>
                <p:nvSpPr>
                  <p:cNvPr id="1628" name="Line 64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629" name="Group 646"/>
                  <p:cNvGrpSpPr>
                    <a:grpSpLocks noChangeAspect="1"/>
                  </p:cNvGrpSpPr>
                  <p:nvPr/>
                </p:nvGrpSpPr>
                <p:grpSpPr bwMode="auto">
                  <a:xfrm>
                    <a:off x="2976" y="3001"/>
                    <a:ext cx="104" cy="277"/>
                    <a:chOff x="576" y="2784"/>
                    <a:chExt cx="288" cy="768"/>
                  </a:xfrm>
                </p:grpSpPr>
                <p:sp>
                  <p:nvSpPr>
                    <p:cNvPr id="1630" name="Oval 64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31" name="Line 64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32" name="Line 64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33" name="Line 65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621" name="Group 651"/>
                <p:cNvGrpSpPr/>
                <p:nvPr/>
              </p:nvGrpSpPr>
              <p:grpSpPr bwMode="auto">
                <a:xfrm rot="-22277">
                  <a:off x="3148" y="2496"/>
                  <a:ext cx="104" cy="468"/>
                  <a:chOff x="2976" y="2884"/>
                  <a:chExt cx="104" cy="468"/>
                </a:xfrm>
              </p:grpSpPr>
              <p:sp>
                <p:nvSpPr>
                  <p:cNvPr id="1622" name="Line 65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623" name="Group 653"/>
                  <p:cNvGrpSpPr>
                    <a:grpSpLocks noChangeAspect="1"/>
                  </p:cNvGrpSpPr>
                  <p:nvPr/>
                </p:nvGrpSpPr>
                <p:grpSpPr bwMode="auto">
                  <a:xfrm>
                    <a:off x="2976" y="3001"/>
                    <a:ext cx="104" cy="277"/>
                    <a:chOff x="576" y="2784"/>
                    <a:chExt cx="288" cy="768"/>
                  </a:xfrm>
                </p:grpSpPr>
                <p:sp>
                  <p:nvSpPr>
                    <p:cNvPr id="1624" name="Oval 65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25" name="Line 65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26" name="Line 65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27" name="Line 65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grpSp>
            <p:nvGrpSpPr>
              <p:cNvPr id="1485" name="Group 658"/>
              <p:cNvGrpSpPr/>
              <p:nvPr/>
            </p:nvGrpSpPr>
            <p:grpSpPr bwMode="auto">
              <a:xfrm>
                <a:off x="648" y="2040"/>
                <a:ext cx="1316" cy="472"/>
                <a:chOff x="1936" y="2492"/>
                <a:chExt cx="1316" cy="472"/>
              </a:xfrm>
            </p:grpSpPr>
            <p:grpSp>
              <p:nvGrpSpPr>
                <p:cNvPr id="1550" name="Group 659"/>
                <p:cNvGrpSpPr/>
                <p:nvPr/>
              </p:nvGrpSpPr>
              <p:grpSpPr bwMode="auto">
                <a:xfrm rot="-22277">
                  <a:off x="1936" y="2496"/>
                  <a:ext cx="104" cy="468"/>
                  <a:chOff x="2976" y="2884"/>
                  <a:chExt cx="104" cy="468"/>
                </a:xfrm>
              </p:grpSpPr>
              <p:sp>
                <p:nvSpPr>
                  <p:cNvPr id="1607" name="Line 66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608" name="Group 661"/>
                  <p:cNvGrpSpPr>
                    <a:grpSpLocks noChangeAspect="1"/>
                  </p:cNvGrpSpPr>
                  <p:nvPr/>
                </p:nvGrpSpPr>
                <p:grpSpPr bwMode="auto">
                  <a:xfrm>
                    <a:off x="2976" y="3001"/>
                    <a:ext cx="104" cy="277"/>
                    <a:chOff x="576" y="2784"/>
                    <a:chExt cx="288" cy="768"/>
                  </a:xfrm>
                </p:grpSpPr>
                <p:sp>
                  <p:nvSpPr>
                    <p:cNvPr id="1609" name="Oval 66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10" name="Line 66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11" name="Line 66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12" name="Line 66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551" name="Group 666"/>
                <p:cNvGrpSpPr/>
                <p:nvPr/>
              </p:nvGrpSpPr>
              <p:grpSpPr bwMode="auto">
                <a:xfrm rot="-22277">
                  <a:off x="2092" y="2492"/>
                  <a:ext cx="104" cy="468"/>
                  <a:chOff x="2976" y="2884"/>
                  <a:chExt cx="104" cy="468"/>
                </a:xfrm>
              </p:grpSpPr>
              <p:sp>
                <p:nvSpPr>
                  <p:cNvPr id="1601" name="Line 667"/>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602" name="Group 668"/>
                  <p:cNvGrpSpPr>
                    <a:grpSpLocks noChangeAspect="1"/>
                  </p:cNvGrpSpPr>
                  <p:nvPr/>
                </p:nvGrpSpPr>
                <p:grpSpPr bwMode="auto">
                  <a:xfrm>
                    <a:off x="2976" y="3001"/>
                    <a:ext cx="104" cy="277"/>
                    <a:chOff x="576" y="2784"/>
                    <a:chExt cx="288" cy="768"/>
                  </a:xfrm>
                </p:grpSpPr>
                <p:sp>
                  <p:nvSpPr>
                    <p:cNvPr id="1603" name="Oval 669"/>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04" name="Line 670"/>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05" name="Line 671"/>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06" name="Line 672"/>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552" name="Group 673"/>
                <p:cNvGrpSpPr/>
                <p:nvPr/>
              </p:nvGrpSpPr>
              <p:grpSpPr bwMode="auto">
                <a:xfrm rot="-22277">
                  <a:off x="2248" y="2496"/>
                  <a:ext cx="104" cy="468"/>
                  <a:chOff x="2976" y="2884"/>
                  <a:chExt cx="104" cy="468"/>
                </a:xfrm>
              </p:grpSpPr>
              <p:sp>
                <p:nvSpPr>
                  <p:cNvPr id="1595" name="Line 67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596" name="Group 675"/>
                  <p:cNvGrpSpPr>
                    <a:grpSpLocks noChangeAspect="1"/>
                  </p:cNvGrpSpPr>
                  <p:nvPr/>
                </p:nvGrpSpPr>
                <p:grpSpPr bwMode="auto">
                  <a:xfrm>
                    <a:off x="2976" y="3001"/>
                    <a:ext cx="104" cy="277"/>
                    <a:chOff x="576" y="2784"/>
                    <a:chExt cx="288" cy="768"/>
                  </a:xfrm>
                </p:grpSpPr>
                <p:sp>
                  <p:nvSpPr>
                    <p:cNvPr id="1597" name="Oval 67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98" name="Line 67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99" name="Line 67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00" name="Line 67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553" name="Group 680"/>
                <p:cNvGrpSpPr/>
                <p:nvPr/>
              </p:nvGrpSpPr>
              <p:grpSpPr bwMode="auto">
                <a:xfrm rot="-22277">
                  <a:off x="2400" y="2496"/>
                  <a:ext cx="104" cy="468"/>
                  <a:chOff x="2976" y="2884"/>
                  <a:chExt cx="104" cy="468"/>
                </a:xfrm>
              </p:grpSpPr>
              <p:sp>
                <p:nvSpPr>
                  <p:cNvPr id="1589" name="Line 68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590" name="Group 682"/>
                  <p:cNvGrpSpPr>
                    <a:grpSpLocks noChangeAspect="1"/>
                  </p:cNvGrpSpPr>
                  <p:nvPr/>
                </p:nvGrpSpPr>
                <p:grpSpPr bwMode="auto">
                  <a:xfrm>
                    <a:off x="2976" y="3001"/>
                    <a:ext cx="104" cy="277"/>
                    <a:chOff x="576" y="2784"/>
                    <a:chExt cx="288" cy="768"/>
                  </a:xfrm>
                </p:grpSpPr>
                <p:sp>
                  <p:nvSpPr>
                    <p:cNvPr id="1591" name="Oval 68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92" name="Line 68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93" name="Line 68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94" name="Line 68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554" name="Group 687"/>
                <p:cNvGrpSpPr/>
                <p:nvPr/>
              </p:nvGrpSpPr>
              <p:grpSpPr bwMode="auto">
                <a:xfrm rot="-22277">
                  <a:off x="2552" y="2496"/>
                  <a:ext cx="104" cy="468"/>
                  <a:chOff x="2976" y="2884"/>
                  <a:chExt cx="104" cy="468"/>
                </a:xfrm>
              </p:grpSpPr>
              <p:sp>
                <p:nvSpPr>
                  <p:cNvPr id="1583" name="Line 68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584" name="Group 689"/>
                  <p:cNvGrpSpPr>
                    <a:grpSpLocks noChangeAspect="1"/>
                  </p:cNvGrpSpPr>
                  <p:nvPr/>
                </p:nvGrpSpPr>
                <p:grpSpPr bwMode="auto">
                  <a:xfrm>
                    <a:off x="2976" y="3001"/>
                    <a:ext cx="104" cy="277"/>
                    <a:chOff x="576" y="2784"/>
                    <a:chExt cx="288" cy="768"/>
                  </a:xfrm>
                </p:grpSpPr>
                <p:sp>
                  <p:nvSpPr>
                    <p:cNvPr id="1585" name="Oval 69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86" name="Line 69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87" name="Line 69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88" name="Line 69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555" name="Group 694"/>
                <p:cNvGrpSpPr/>
                <p:nvPr/>
              </p:nvGrpSpPr>
              <p:grpSpPr bwMode="auto">
                <a:xfrm rot="-22277">
                  <a:off x="2700" y="2496"/>
                  <a:ext cx="104" cy="468"/>
                  <a:chOff x="2976" y="2884"/>
                  <a:chExt cx="104" cy="468"/>
                </a:xfrm>
              </p:grpSpPr>
              <p:sp>
                <p:nvSpPr>
                  <p:cNvPr id="1577" name="Line 69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578" name="Group 696"/>
                  <p:cNvGrpSpPr>
                    <a:grpSpLocks noChangeAspect="1"/>
                  </p:cNvGrpSpPr>
                  <p:nvPr/>
                </p:nvGrpSpPr>
                <p:grpSpPr bwMode="auto">
                  <a:xfrm>
                    <a:off x="2976" y="3001"/>
                    <a:ext cx="104" cy="277"/>
                    <a:chOff x="576" y="2784"/>
                    <a:chExt cx="288" cy="768"/>
                  </a:xfrm>
                </p:grpSpPr>
                <p:sp>
                  <p:nvSpPr>
                    <p:cNvPr id="1579" name="Oval 69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80" name="Line 69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81" name="Line 69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82" name="Line 70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556" name="Group 701"/>
                <p:cNvGrpSpPr/>
                <p:nvPr/>
              </p:nvGrpSpPr>
              <p:grpSpPr bwMode="auto">
                <a:xfrm rot="-22277">
                  <a:off x="2852" y="2496"/>
                  <a:ext cx="104" cy="468"/>
                  <a:chOff x="2976" y="2884"/>
                  <a:chExt cx="104" cy="468"/>
                </a:xfrm>
              </p:grpSpPr>
              <p:sp>
                <p:nvSpPr>
                  <p:cNvPr id="1571" name="Line 70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572" name="Group 703"/>
                  <p:cNvGrpSpPr>
                    <a:grpSpLocks noChangeAspect="1"/>
                  </p:cNvGrpSpPr>
                  <p:nvPr/>
                </p:nvGrpSpPr>
                <p:grpSpPr bwMode="auto">
                  <a:xfrm>
                    <a:off x="2976" y="3001"/>
                    <a:ext cx="104" cy="277"/>
                    <a:chOff x="576" y="2784"/>
                    <a:chExt cx="288" cy="768"/>
                  </a:xfrm>
                </p:grpSpPr>
                <p:sp>
                  <p:nvSpPr>
                    <p:cNvPr id="1573" name="Oval 70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74" name="Line 70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75" name="Line 70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76" name="Line 70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557" name="Group 708"/>
                <p:cNvGrpSpPr/>
                <p:nvPr/>
              </p:nvGrpSpPr>
              <p:grpSpPr bwMode="auto">
                <a:xfrm rot="-22277">
                  <a:off x="3000" y="2496"/>
                  <a:ext cx="104" cy="468"/>
                  <a:chOff x="2976" y="2884"/>
                  <a:chExt cx="104" cy="468"/>
                </a:xfrm>
              </p:grpSpPr>
              <p:sp>
                <p:nvSpPr>
                  <p:cNvPr id="1565" name="Line 70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566" name="Group 710"/>
                  <p:cNvGrpSpPr>
                    <a:grpSpLocks noChangeAspect="1"/>
                  </p:cNvGrpSpPr>
                  <p:nvPr/>
                </p:nvGrpSpPr>
                <p:grpSpPr bwMode="auto">
                  <a:xfrm>
                    <a:off x="2976" y="3001"/>
                    <a:ext cx="104" cy="277"/>
                    <a:chOff x="576" y="2784"/>
                    <a:chExt cx="288" cy="768"/>
                  </a:xfrm>
                </p:grpSpPr>
                <p:sp>
                  <p:nvSpPr>
                    <p:cNvPr id="1567" name="Oval 71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68" name="Line 71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69" name="Line 71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70" name="Line 71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558" name="Group 715"/>
                <p:cNvGrpSpPr/>
                <p:nvPr/>
              </p:nvGrpSpPr>
              <p:grpSpPr bwMode="auto">
                <a:xfrm rot="-22277">
                  <a:off x="3148" y="2496"/>
                  <a:ext cx="104" cy="468"/>
                  <a:chOff x="2976" y="2884"/>
                  <a:chExt cx="104" cy="468"/>
                </a:xfrm>
              </p:grpSpPr>
              <p:sp>
                <p:nvSpPr>
                  <p:cNvPr id="1559" name="Line 71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560" name="Group 717"/>
                  <p:cNvGrpSpPr>
                    <a:grpSpLocks noChangeAspect="1"/>
                  </p:cNvGrpSpPr>
                  <p:nvPr/>
                </p:nvGrpSpPr>
                <p:grpSpPr bwMode="auto">
                  <a:xfrm>
                    <a:off x="2976" y="3001"/>
                    <a:ext cx="104" cy="277"/>
                    <a:chOff x="576" y="2784"/>
                    <a:chExt cx="288" cy="768"/>
                  </a:xfrm>
                </p:grpSpPr>
                <p:sp>
                  <p:nvSpPr>
                    <p:cNvPr id="1561" name="Oval 71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62" name="Line 71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63" name="Line 72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64" name="Line 72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grpSp>
            <p:nvGrpSpPr>
              <p:cNvPr id="1486" name="Group 722"/>
              <p:cNvGrpSpPr/>
              <p:nvPr/>
            </p:nvGrpSpPr>
            <p:grpSpPr bwMode="auto">
              <a:xfrm>
                <a:off x="668" y="2940"/>
                <a:ext cx="1316" cy="472"/>
                <a:chOff x="1936" y="2492"/>
                <a:chExt cx="1316" cy="472"/>
              </a:xfrm>
            </p:grpSpPr>
            <p:grpSp>
              <p:nvGrpSpPr>
                <p:cNvPr id="1487" name="Group 723"/>
                <p:cNvGrpSpPr/>
                <p:nvPr/>
              </p:nvGrpSpPr>
              <p:grpSpPr bwMode="auto">
                <a:xfrm rot="-22277">
                  <a:off x="1936" y="2496"/>
                  <a:ext cx="104" cy="468"/>
                  <a:chOff x="2976" y="2884"/>
                  <a:chExt cx="104" cy="468"/>
                </a:xfrm>
              </p:grpSpPr>
              <p:sp>
                <p:nvSpPr>
                  <p:cNvPr id="1544" name="Line 724"/>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545" name="Group 725"/>
                  <p:cNvGrpSpPr>
                    <a:grpSpLocks noChangeAspect="1"/>
                  </p:cNvGrpSpPr>
                  <p:nvPr/>
                </p:nvGrpSpPr>
                <p:grpSpPr bwMode="auto">
                  <a:xfrm>
                    <a:off x="2976" y="3001"/>
                    <a:ext cx="104" cy="277"/>
                    <a:chOff x="576" y="2784"/>
                    <a:chExt cx="288" cy="768"/>
                  </a:xfrm>
                </p:grpSpPr>
                <p:sp>
                  <p:nvSpPr>
                    <p:cNvPr id="1546" name="Oval 726"/>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47" name="Line 727"/>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48" name="Line 728"/>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49" name="Line 729"/>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488" name="Group 730"/>
                <p:cNvGrpSpPr/>
                <p:nvPr/>
              </p:nvGrpSpPr>
              <p:grpSpPr bwMode="auto">
                <a:xfrm rot="-22277">
                  <a:off x="2092" y="2492"/>
                  <a:ext cx="104" cy="468"/>
                  <a:chOff x="2976" y="2884"/>
                  <a:chExt cx="104" cy="468"/>
                </a:xfrm>
              </p:grpSpPr>
              <p:sp>
                <p:nvSpPr>
                  <p:cNvPr id="1538" name="Line 731"/>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539" name="Group 732"/>
                  <p:cNvGrpSpPr>
                    <a:grpSpLocks noChangeAspect="1"/>
                  </p:cNvGrpSpPr>
                  <p:nvPr/>
                </p:nvGrpSpPr>
                <p:grpSpPr bwMode="auto">
                  <a:xfrm>
                    <a:off x="2976" y="3001"/>
                    <a:ext cx="104" cy="277"/>
                    <a:chOff x="576" y="2784"/>
                    <a:chExt cx="288" cy="768"/>
                  </a:xfrm>
                </p:grpSpPr>
                <p:sp>
                  <p:nvSpPr>
                    <p:cNvPr id="1540" name="Oval 733"/>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41" name="Line 734"/>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42" name="Line 735"/>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43" name="Line 736"/>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489" name="Group 737"/>
                <p:cNvGrpSpPr/>
                <p:nvPr/>
              </p:nvGrpSpPr>
              <p:grpSpPr bwMode="auto">
                <a:xfrm rot="-22277">
                  <a:off x="2248" y="2496"/>
                  <a:ext cx="104" cy="468"/>
                  <a:chOff x="2976" y="2884"/>
                  <a:chExt cx="104" cy="468"/>
                </a:xfrm>
              </p:grpSpPr>
              <p:sp>
                <p:nvSpPr>
                  <p:cNvPr id="1532" name="Line 738"/>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533" name="Group 739"/>
                  <p:cNvGrpSpPr>
                    <a:grpSpLocks noChangeAspect="1"/>
                  </p:cNvGrpSpPr>
                  <p:nvPr/>
                </p:nvGrpSpPr>
                <p:grpSpPr bwMode="auto">
                  <a:xfrm>
                    <a:off x="2976" y="3001"/>
                    <a:ext cx="104" cy="277"/>
                    <a:chOff x="576" y="2784"/>
                    <a:chExt cx="288" cy="768"/>
                  </a:xfrm>
                </p:grpSpPr>
                <p:sp>
                  <p:nvSpPr>
                    <p:cNvPr id="1534" name="Oval 740"/>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35" name="Line 741"/>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36" name="Line 742"/>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37" name="Line 743"/>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490" name="Group 744"/>
                <p:cNvGrpSpPr/>
                <p:nvPr/>
              </p:nvGrpSpPr>
              <p:grpSpPr bwMode="auto">
                <a:xfrm rot="-22277">
                  <a:off x="2400" y="2496"/>
                  <a:ext cx="104" cy="468"/>
                  <a:chOff x="2976" y="2884"/>
                  <a:chExt cx="104" cy="468"/>
                </a:xfrm>
              </p:grpSpPr>
              <p:sp>
                <p:nvSpPr>
                  <p:cNvPr id="1526" name="Line 745"/>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527" name="Group 746"/>
                  <p:cNvGrpSpPr>
                    <a:grpSpLocks noChangeAspect="1"/>
                  </p:cNvGrpSpPr>
                  <p:nvPr/>
                </p:nvGrpSpPr>
                <p:grpSpPr bwMode="auto">
                  <a:xfrm>
                    <a:off x="2976" y="3001"/>
                    <a:ext cx="104" cy="277"/>
                    <a:chOff x="576" y="2784"/>
                    <a:chExt cx="288" cy="768"/>
                  </a:xfrm>
                </p:grpSpPr>
                <p:sp>
                  <p:nvSpPr>
                    <p:cNvPr id="1528" name="Oval 747"/>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29" name="Line 748"/>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30" name="Line 749"/>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31" name="Line 750"/>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491" name="Group 751"/>
                <p:cNvGrpSpPr/>
                <p:nvPr/>
              </p:nvGrpSpPr>
              <p:grpSpPr bwMode="auto">
                <a:xfrm rot="-22277">
                  <a:off x="2552" y="2496"/>
                  <a:ext cx="104" cy="468"/>
                  <a:chOff x="2976" y="2884"/>
                  <a:chExt cx="104" cy="468"/>
                </a:xfrm>
              </p:grpSpPr>
              <p:sp>
                <p:nvSpPr>
                  <p:cNvPr id="1520" name="Line 752"/>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521" name="Group 753"/>
                  <p:cNvGrpSpPr>
                    <a:grpSpLocks noChangeAspect="1"/>
                  </p:cNvGrpSpPr>
                  <p:nvPr/>
                </p:nvGrpSpPr>
                <p:grpSpPr bwMode="auto">
                  <a:xfrm>
                    <a:off x="2976" y="3001"/>
                    <a:ext cx="104" cy="277"/>
                    <a:chOff x="576" y="2784"/>
                    <a:chExt cx="288" cy="768"/>
                  </a:xfrm>
                </p:grpSpPr>
                <p:sp>
                  <p:nvSpPr>
                    <p:cNvPr id="1522" name="Oval 754"/>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23" name="Line 755"/>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24" name="Line 756"/>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25" name="Line 757"/>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492" name="Group 758"/>
                <p:cNvGrpSpPr/>
                <p:nvPr/>
              </p:nvGrpSpPr>
              <p:grpSpPr bwMode="auto">
                <a:xfrm rot="-22277">
                  <a:off x="2700" y="2496"/>
                  <a:ext cx="104" cy="468"/>
                  <a:chOff x="2976" y="2884"/>
                  <a:chExt cx="104" cy="468"/>
                </a:xfrm>
              </p:grpSpPr>
              <p:sp>
                <p:nvSpPr>
                  <p:cNvPr id="1514" name="Line 759"/>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515" name="Group 760"/>
                  <p:cNvGrpSpPr>
                    <a:grpSpLocks noChangeAspect="1"/>
                  </p:cNvGrpSpPr>
                  <p:nvPr/>
                </p:nvGrpSpPr>
                <p:grpSpPr bwMode="auto">
                  <a:xfrm>
                    <a:off x="2976" y="3001"/>
                    <a:ext cx="104" cy="277"/>
                    <a:chOff x="576" y="2784"/>
                    <a:chExt cx="288" cy="768"/>
                  </a:xfrm>
                </p:grpSpPr>
                <p:sp>
                  <p:nvSpPr>
                    <p:cNvPr id="1516" name="Oval 761"/>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17" name="Line 762"/>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18" name="Line 763"/>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19" name="Line 764"/>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493" name="Group 765"/>
                <p:cNvGrpSpPr/>
                <p:nvPr/>
              </p:nvGrpSpPr>
              <p:grpSpPr bwMode="auto">
                <a:xfrm rot="-22277">
                  <a:off x="2852" y="2496"/>
                  <a:ext cx="104" cy="468"/>
                  <a:chOff x="2976" y="2884"/>
                  <a:chExt cx="104" cy="468"/>
                </a:xfrm>
              </p:grpSpPr>
              <p:sp>
                <p:nvSpPr>
                  <p:cNvPr id="1508" name="Line 766"/>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509" name="Group 767"/>
                  <p:cNvGrpSpPr>
                    <a:grpSpLocks noChangeAspect="1"/>
                  </p:cNvGrpSpPr>
                  <p:nvPr/>
                </p:nvGrpSpPr>
                <p:grpSpPr bwMode="auto">
                  <a:xfrm>
                    <a:off x="2976" y="3001"/>
                    <a:ext cx="104" cy="277"/>
                    <a:chOff x="576" y="2784"/>
                    <a:chExt cx="288" cy="768"/>
                  </a:xfrm>
                </p:grpSpPr>
                <p:sp>
                  <p:nvSpPr>
                    <p:cNvPr id="1510" name="Oval 768"/>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11" name="Line 769"/>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12" name="Line 770"/>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13" name="Line 771"/>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494" name="Group 772"/>
                <p:cNvGrpSpPr/>
                <p:nvPr/>
              </p:nvGrpSpPr>
              <p:grpSpPr bwMode="auto">
                <a:xfrm rot="-22277">
                  <a:off x="3000" y="2496"/>
                  <a:ext cx="104" cy="468"/>
                  <a:chOff x="2976" y="2884"/>
                  <a:chExt cx="104" cy="468"/>
                </a:xfrm>
              </p:grpSpPr>
              <p:sp>
                <p:nvSpPr>
                  <p:cNvPr id="1502" name="Line 773"/>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503" name="Group 774"/>
                  <p:cNvGrpSpPr>
                    <a:grpSpLocks noChangeAspect="1"/>
                  </p:cNvGrpSpPr>
                  <p:nvPr/>
                </p:nvGrpSpPr>
                <p:grpSpPr bwMode="auto">
                  <a:xfrm>
                    <a:off x="2976" y="3001"/>
                    <a:ext cx="104" cy="277"/>
                    <a:chOff x="576" y="2784"/>
                    <a:chExt cx="288" cy="768"/>
                  </a:xfrm>
                </p:grpSpPr>
                <p:sp>
                  <p:nvSpPr>
                    <p:cNvPr id="1504" name="Oval 775"/>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05" name="Line 776"/>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06" name="Line 777"/>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07" name="Line 778"/>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nvGrpSpPr>
                <p:cNvPr id="1495" name="Group 779"/>
                <p:cNvGrpSpPr/>
                <p:nvPr/>
              </p:nvGrpSpPr>
              <p:grpSpPr bwMode="auto">
                <a:xfrm rot="-22277">
                  <a:off x="3148" y="2496"/>
                  <a:ext cx="104" cy="468"/>
                  <a:chOff x="2976" y="2884"/>
                  <a:chExt cx="104" cy="468"/>
                </a:xfrm>
              </p:grpSpPr>
              <p:sp>
                <p:nvSpPr>
                  <p:cNvPr id="1496" name="Line 780"/>
                  <p:cNvSpPr>
                    <a:spLocks noChangeAspect="1" noChangeShapeType="1"/>
                  </p:cNvSpPr>
                  <p:nvPr/>
                </p:nvSpPr>
                <p:spPr bwMode="auto">
                  <a:xfrm flipV="1">
                    <a:off x="3025" y="2884"/>
                    <a:ext cx="0" cy="468"/>
                  </a:xfrm>
                  <a:prstGeom prst="line">
                    <a:avLst/>
                  </a:prstGeom>
                  <a:noFill/>
                  <a:ln w="19050">
                    <a:solidFill>
                      <a:srgbClr val="D21F1F"/>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1497" name="Group 781"/>
                  <p:cNvGrpSpPr>
                    <a:grpSpLocks noChangeAspect="1"/>
                  </p:cNvGrpSpPr>
                  <p:nvPr/>
                </p:nvGrpSpPr>
                <p:grpSpPr bwMode="auto">
                  <a:xfrm>
                    <a:off x="2976" y="3001"/>
                    <a:ext cx="104" cy="277"/>
                    <a:chOff x="576" y="2784"/>
                    <a:chExt cx="288" cy="768"/>
                  </a:xfrm>
                </p:grpSpPr>
                <p:sp>
                  <p:nvSpPr>
                    <p:cNvPr id="1498" name="Oval 782"/>
                    <p:cNvSpPr>
                      <a:spLocks noChangeAspect="1" noChangeArrowheads="1"/>
                    </p:cNvSpPr>
                    <p:nvPr/>
                  </p:nvSpPr>
                  <p:spPr bwMode="auto">
                    <a:xfrm>
                      <a:off x="576" y="2784"/>
                      <a:ext cx="288" cy="768"/>
                    </a:xfrm>
                    <a:prstGeom prst="ellipse">
                      <a:avLst/>
                    </a:prstGeom>
                    <a:solidFill>
                      <a:schemeClr val="bg1"/>
                    </a:solidFill>
                    <a:ln w="9525">
                      <a:solidFill>
                        <a:schemeClr val="tx1"/>
                      </a:solidFill>
                      <a:rou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99" name="Line 783"/>
                    <p:cNvSpPr>
                      <a:spLocks noChangeAspect="1" noChangeShapeType="1"/>
                    </p:cNvSpPr>
                    <p:nvPr/>
                  </p:nvSpPr>
                  <p:spPr bwMode="auto">
                    <a:xfrm>
                      <a:off x="644" y="3388"/>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00" name="Line 784"/>
                    <p:cNvSpPr>
                      <a:spLocks noChangeAspect="1" noChangeShapeType="1"/>
                    </p:cNvSpPr>
                    <p:nvPr/>
                  </p:nvSpPr>
                  <p:spPr bwMode="auto">
                    <a:xfrm>
                      <a:off x="644"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01" name="Line 785"/>
                    <p:cNvSpPr>
                      <a:spLocks noChangeAspect="1" noChangeShapeType="1"/>
                    </p:cNvSpPr>
                    <p:nvPr/>
                  </p:nvSpPr>
                  <p:spPr bwMode="auto">
                    <a:xfrm rot="-5400000">
                      <a:off x="648" y="2952"/>
                      <a:ext cx="14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grpSp>
        </p:grpSp>
        <p:sp>
          <p:nvSpPr>
            <p:cNvPr id="1480" name="Text Box 786"/>
            <p:cNvSpPr txBox="1">
              <a:spLocks noChangeArrowheads="1"/>
            </p:cNvSpPr>
            <p:nvPr/>
          </p:nvSpPr>
          <p:spPr bwMode="auto">
            <a:xfrm>
              <a:off x="432" y="1625"/>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400" b="1">
                  <a:solidFill>
                    <a:srgbClr val="0071FF"/>
                  </a:solidFill>
                  <a:latin typeface="Times New Roman" panose="02020603050405020304" pitchFamily="18" charset="0"/>
                  <a:cs typeface="Times New Roman" panose="02020603050405020304" pitchFamily="18" charset="0"/>
                </a:rPr>
                <a:t>E</a:t>
              </a:r>
              <a:endParaRPr lang="en-US" altLang="zh-CN" sz="2400" b="1">
                <a:solidFill>
                  <a:srgbClr val="0071FF"/>
                </a:solidFill>
                <a:latin typeface="Times New Roman" panose="02020603050405020304" pitchFamily="18" charset="0"/>
                <a:cs typeface="Times New Roman" panose="02020603050405020304" pitchFamily="18" charset="0"/>
              </a:endParaRPr>
            </a:p>
          </p:txBody>
        </p:sp>
      </p:grpSp>
      <p:sp>
        <p:nvSpPr>
          <p:cNvPr id="736" name="Rectangle 791"/>
          <p:cNvSpPr>
            <a:spLocks noChangeArrowheads="1"/>
          </p:cNvSpPr>
          <p:nvPr/>
        </p:nvSpPr>
        <p:spPr bwMode="auto">
          <a:xfrm>
            <a:off x="266431" y="1752600"/>
            <a:ext cx="8458470" cy="923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Introducing an electric field </a:t>
            </a:r>
            <a:r>
              <a:rPr lang="en-US" altLang="zh-CN" dirty="0">
                <a:solidFill>
                  <a:srgbClr val="006600"/>
                </a:solidFill>
                <a:latin typeface="Times New Roman" panose="02020603050405020304" pitchFamily="18" charset="0"/>
                <a:cs typeface="Times New Roman" panose="02020603050405020304" pitchFamily="18" charset="0"/>
              </a:rPr>
              <a:t>may</a:t>
            </a:r>
            <a:r>
              <a:rPr lang="en-US" altLang="zh-CN" dirty="0">
                <a:latin typeface="Times New Roman" panose="02020603050405020304" pitchFamily="18" charset="0"/>
                <a:cs typeface="Times New Roman" panose="02020603050405020304" pitchFamily="18" charset="0"/>
              </a:rPr>
              <a:t> </a:t>
            </a:r>
            <a:r>
              <a:rPr lang="en-US" altLang="zh-CN" dirty="0">
                <a:solidFill>
                  <a:srgbClr val="C00000"/>
                </a:solidFill>
                <a:latin typeface="Times New Roman" panose="02020603050405020304" pitchFamily="18" charset="0"/>
                <a:cs typeface="Times New Roman" panose="02020603050405020304" pitchFamily="18" charset="0"/>
              </a:rPr>
              <a:t>increase the charge separation in each dipole</a:t>
            </a:r>
            <a:r>
              <a:rPr lang="en-US" altLang="zh-CN" dirty="0">
                <a:latin typeface="Times New Roman" panose="02020603050405020304" pitchFamily="18" charset="0"/>
                <a:cs typeface="Times New Roman" panose="02020603050405020304" pitchFamily="18" charset="0"/>
              </a:rPr>
              <a:t>, and </a:t>
            </a:r>
            <a:r>
              <a:rPr lang="en-US" altLang="zh-CN" dirty="0">
                <a:solidFill>
                  <a:srgbClr val="006600"/>
                </a:solidFill>
                <a:latin typeface="Times New Roman" panose="02020603050405020304" pitchFamily="18" charset="0"/>
                <a:cs typeface="Times New Roman" panose="02020603050405020304" pitchFamily="18" charset="0"/>
              </a:rPr>
              <a:t>possibly</a:t>
            </a:r>
            <a:r>
              <a:rPr lang="en-US" altLang="zh-CN" dirty="0">
                <a:latin typeface="Times New Roman" panose="02020603050405020304" pitchFamily="18" charset="0"/>
                <a:cs typeface="Times New Roman" panose="02020603050405020304" pitchFamily="18" charset="0"/>
              </a:rPr>
              <a:t> </a:t>
            </a:r>
            <a:r>
              <a:rPr lang="en-US" altLang="zh-CN" dirty="0">
                <a:solidFill>
                  <a:srgbClr val="C00000"/>
                </a:solidFill>
                <a:latin typeface="Times New Roman" panose="02020603050405020304" pitchFamily="18" charset="0"/>
                <a:cs typeface="Times New Roman" panose="02020603050405020304" pitchFamily="18" charset="0"/>
              </a:rPr>
              <a:t>re-orient dipoles </a:t>
            </a:r>
            <a:r>
              <a:rPr lang="en-US" altLang="zh-CN" dirty="0">
                <a:latin typeface="Times New Roman" panose="02020603050405020304" pitchFamily="18" charset="0"/>
                <a:cs typeface="Times New Roman" panose="02020603050405020304" pitchFamily="18" charset="0"/>
              </a:rPr>
              <a:t>so that there is some aggregate alignment, as shown here.  The effect is small, and </a:t>
            </a:r>
            <a:r>
              <a:rPr lang="en-US" altLang="zh-CN" dirty="0">
                <a:solidFill>
                  <a:srgbClr val="006600"/>
                </a:solidFill>
                <a:latin typeface="Times New Roman" panose="02020603050405020304" pitchFamily="18" charset="0"/>
                <a:cs typeface="Times New Roman" panose="02020603050405020304" pitchFamily="18" charset="0"/>
              </a:rPr>
              <a:t>is greatly exaggerated here</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p:txBody>
      </p:sp>
      <p:sp>
        <p:nvSpPr>
          <p:cNvPr id="737" name="Rectangle 792"/>
          <p:cNvSpPr>
            <a:spLocks noChangeArrowheads="1"/>
          </p:cNvSpPr>
          <p:nvPr/>
        </p:nvSpPr>
        <p:spPr bwMode="auto">
          <a:xfrm>
            <a:off x="5506768" y="2870956"/>
            <a:ext cx="184150" cy="369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endParaRPr lang="zh-CN" altLang="zh-CN">
              <a:latin typeface="Times New Roman" panose="02020603050405020304" pitchFamily="18" charset="0"/>
              <a:cs typeface="Times New Roman" panose="02020603050405020304" pitchFamily="18" charset="0"/>
            </a:endParaRPr>
          </a:p>
        </p:txBody>
      </p:sp>
      <p:pic>
        <p:nvPicPr>
          <p:cNvPr id="738" name="Picture 79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54975" y="3393939"/>
            <a:ext cx="272415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39" name="Rectangle 794"/>
          <p:cNvSpPr>
            <a:spLocks noChangeArrowheads="1"/>
          </p:cNvSpPr>
          <p:nvPr/>
        </p:nvSpPr>
        <p:spPr bwMode="auto">
          <a:xfrm>
            <a:off x="5829030" y="2969381"/>
            <a:ext cx="2643188" cy="369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solidFill>
                  <a:srgbClr val="C00000"/>
                </a:solidFill>
                <a:latin typeface="Times New Roman" panose="02020603050405020304" pitchFamily="18" charset="0"/>
                <a:cs typeface="Times New Roman" panose="02020603050405020304" pitchFamily="18" charset="0"/>
              </a:rPr>
              <a:t>The effect is to increase </a:t>
            </a:r>
            <a:r>
              <a:rPr lang="en-US" altLang="zh-CN" b="1" dirty="0">
                <a:solidFill>
                  <a:srgbClr val="C00000"/>
                </a:solidFill>
                <a:latin typeface="Times New Roman" panose="02020603050405020304" pitchFamily="18" charset="0"/>
                <a:cs typeface="Times New Roman" panose="02020603050405020304" pitchFamily="18" charset="0"/>
              </a:rPr>
              <a:t>P</a:t>
            </a:r>
            <a:r>
              <a:rPr lang="en-US" altLang="zh-CN" dirty="0">
                <a:solidFill>
                  <a:srgbClr val="C00000"/>
                </a:solidFill>
                <a:latin typeface="Times New Roman" panose="02020603050405020304" pitchFamily="18" charset="0"/>
                <a:cs typeface="Times New Roman" panose="02020603050405020304" pitchFamily="18" charset="0"/>
              </a:rPr>
              <a:t>.</a:t>
            </a:r>
            <a:endParaRPr lang="en-US" altLang="zh-CN" dirty="0">
              <a:solidFill>
                <a:srgbClr val="C00000"/>
              </a:solidFill>
              <a:latin typeface="Times New Roman" panose="02020603050405020304" pitchFamily="18" charset="0"/>
              <a:cs typeface="Times New Roman" panose="02020603050405020304" pitchFamily="18" charset="0"/>
            </a:endParaRPr>
          </a:p>
        </p:txBody>
      </p:sp>
      <p:sp>
        <p:nvSpPr>
          <p:cNvPr id="740" name="Rectangle 795"/>
          <p:cNvSpPr>
            <a:spLocks noChangeArrowheads="1"/>
          </p:cNvSpPr>
          <p:nvPr/>
        </p:nvSpPr>
        <p:spPr bwMode="auto">
          <a:xfrm>
            <a:off x="6019800" y="4790395"/>
            <a:ext cx="7556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400" b="1" dirty="0">
                <a:latin typeface="Times New Roman" panose="02020603050405020304" pitchFamily="18" charset="0"/>
                <a:cs typeface="Times New Roman" panose="02020603050405020304" pitchFamily="18" charset="0"/>
              </a:rPr>
              <a:t>= </a:t>
            </a:r>
            <a:r>
              <a:rPr lang="en-US" altLang="zh-CN" sz="2400" i="1" dirty="0">
                <a:highlight>
                  <a:srgbClr val="FFFF00"/>
                </a:highlight>
                <a:latin typeface="Times New Roman" panose="02020603050405020304" pitchFamily="18" charset="0"/>
                <a:cs typeface="Times New Roman" panose="02020603050405020304" pitchFamily="18" charset="0"/>
              </a:rPr>
              <a:t>n</a:t>
            </a:r>
            <a:r>
              <a:rPr lang="en-US" altLang="zh-CN" sz="2400" b="1" dirty="0">
                <a:highlight>
                  <a:srgbClr val="FFFF00"/>
                </a:highlight>
                <a:latin typeface="Times New Roman" panose="02020603050405020304" pitchFamily="18" charset="0"/>
                <a:cs typeface="Times New Roman" panose="02020603050405020304" pitchFamily="18" charset="0"/>
              </a:rPr>
              <a:t>p</a:t>
            </a:r>
            <a:endParaRPr lang="en-US" altLang="zh-CN" sz="2400" b="1" dirty="0">
              <a:highlight>
                <a:srgbClr val="FFFF00"/>
              </a:highlight>
              <a:latin typeface="Times New Roman" panose="02020603050405020304" pitchFamily="18" charset="0"/>
              <a:cs typeface="Times New Roman" panose="02020603050405020304" pitchFamily="18" charset="0"/>
            </a:endParaRPr>
          </a:p>
        </p:txBody>
      </p:sp>
      <p:sp>
        <p:nvSpPr>
          <p:cNvPr id="741" name="Rectangle 796"/>
          <p:cNvSpPr>
            <a:spLocks noChangeArrowheads="1"/>
          </p:cNvSpPr>
          <p:nvPr/>
        </p:nvSpPr>
        <p:spPr bwMode="auto">
          <a:xfrm>
            <a:off x="5690918" y="4343400"/>
            <a:ext cx="2532063" cy="369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if all dipoles are identical</a:t>
            </a:r>
            <a:endParaRPr lang="en-US" altLang="zh-CN" dirty="0">
              <a:latin typeface="Times New Roman" panose="02020603050405020304" pitchFamily="18" charset="0"/>
              <a:cs typeface="Times New Roman" panose="02020603050405020304" pitchFamily="18" charset="0"/>
            </a:endParaRPr>
          </a:p>
        </p:txBody>
      </p:sp>
      <p:sp>
        <p:nvSpPr>
          <p:cNvPr id="3" name="矩形 2"/>
          <p:cNvSpPr/>
          <p:nvPr/>
        </p:nvSpPr>
        <p:spPr>
          <a:xfrm>
            <a:off x="5368176" y="5337242"/>
            <a:ext cx="3402733" cy="923330"/>
          </a:xfrm>
          <a:prstGeom prst="rect">
            <a:avLst/>
          </a:prstGeom>
        </p:spPr>
        <p:txBody>
          <a:bodyPr wrap="square">
            <a:spAutoFit/>
          </a:bodyPr>
          <a:lstStyle/>
          <a:p>
            <a:r>
              <a:rPr lang="en-US" altLang="zh-CN" dirty="0">
                <a:solidFill>
                  <a:srgbClr val="C00000"/>
                </a:solidFill>
                <a:latin typeface="Times New Roman" panose="02020603050405020304" pitchFamily="18" charset="0"/>
                <a:cs typeface="Times New Roman" panose="02020603050405020304" pitchFamily="18" charset="0"/>
              </a:rPr>
              <a:t>Note: There should be something to indicate the polarization degree of specific dielectric material.</a:t>
            </a:r>
            <a:endParaRPr lang="zh-CN" altLang="en-US" dirty="0">
              <a:solidFill>
                <a:srgbClr val="C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680049" y="1638300"/>
            <a:ext cx="5638799" cy="4876800"/>
            <a:chOff x="533400" y="1693268"/>
            <a:chExt cx="5638799" cy="4876800"/>
          </a:xfrm>
        </p:grpSpPr>
        <p:grpSp>
          <p:nvGrpSpPr>
            <p:cNvPr id="797" name="Group 16"/>
            <p:cNvGrpSpPr/>
            <p:nvPr/>
          </p:nvGrpSpPr>
          <p:grpSpPr bwMode="auto">
            <a:xfrm>
              <a:off x="533400" y="1693268"/>
              <a:ext cx="5638799" cy="4876800"/>
              <a:chOff x="1104" y="960"/>
              <a:chExt cx="3552" cy="3072"/>
            </a:xfrm>
          </p:grpSpPr>
          <p:grpSp>
            <p:nvGrpSpPr>
              <p:cNvPr id="800" name="Group 5"/>
              <p:cNvGrpSpPr/>
              <p:nvPr/>
            </p:nvGrpSpPr>
            <p:grpSpPr bwMode="auto">
              <a:xfrm>
                <a:off x="1104" y="960"/>
                <a:ext cx="3552" cy="3072"/>
                <a:chOff x="1152" y="432"/>
                <a:chExt cx="3552" cy="3072"/>
              </a:xfrm>
            </p:grpSpPr>
            <p:pic>
              <p:nvPicPr>
                <p:cNvPr id="803" name="Picture 2" descr="Fig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52" y="768"/>
                  <a:ext cx="3552" cy="2660"/>
                </a:xfrm>
                <a:prstGeom prst="rect">
                  <a:avLst/>
                </a:prstGeom>
                <a:noFill/>
                <a:extLst>
                  <a:ext uri="{909E8E84-426E-40DD-AFC4-6F175D3DCCD1}">
                    <a14:hiddenFill xmlns:a14="http://schemas.microsoft.com/office/drawing/2010/main">
                      <a:solidFill>
                        <a:srgbClr val="FFFFFF"/>
                      </a:solidFill>
                    </a14:hiddenFill>
                  </a:ext>
                </a:extLst>
              </p:spPr>
            </p:pic>
            <p:sp>
              <p:nvSpPr>
                <p:cNvPr id="804" name="Rectangle 3"/>
                <p:cNvSpPr>
                  <a:spLocks noChangeArrowheads="1"/>
                </p:cNvSpPr>
                <p:nvPr/>
              </p:nvSpPr>
              <p:spPr bwMode="auto">
                <a:xfrm>
                  <a:off x="1824" y="432"/>
                  <a:ext cx="1824" cy="1344"/>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805" name="Rectangle 4"/>
                <p:cNvSpPr>
                  <a:spLocks noChangeArrowheads="1"/>
                </p:cNvSpPr>
                <p:nvPr/>
              </p:nvSpPr>
              <p:spPr bwMode="auto">
                <a:xfrm>
                  <a:off x="2592" y="3264"/>
                  <a:ext cx="192" cy="24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801" name="Line 9"/>
              <p:cNvSpPr>
                <a:spLocks noChangeShapeType="1"/>
              </p:cNvSpPr>
              <p:nvPr/>
            </p:nvSpPr>
            <p:spPr bwMode="auto">
              <a:xfrm flipV="1">
                <a:off x="1932" y="2688"/>
                <a:ext cx="1428" cy="1134"/>
              </a:xfrm>
              <a:prstGeom prst="line">
                <a:avLst/>
              </a:prstGeom>
              <a:noFill/>
              <a:ln w="28575">
                <a:solidFill>
                  <a:schemeClr val="hlink"/>
                </a:solidFill>
                <a:round/>
                <a:tailEnd type="stealth" w="sm"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802" name="Rectangle 10"/>
              <p:cNvSpPr>
                <a:spLocks noChangeArrowheads="1"/>
              </p:cNvSpPr>
              <p:nvPr/>
            </p:nvSpPr>
            <p:spPr bwMode="auto">
              <a:xfrm>
                <a:off x="3328" y="2556"/>
                <a:ext cx="212" cy="2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800" b="1">
                    <a:latin typeface="Times New Roman" panose="02020603050405020304" pitchFamily="18" charset="0"/>
                    <a:cs typeface="Times New Roman" panose="02020603050405020304" pitchFamily="18" charset="0"/>
                  </a:rPr>
                  <a:t>E</a:t>
                </a:r>
                <a:endParaRPr lang="en-US" altLang="zh-CN" sz="1800" b="1">
                  <a:latin typeface="Times New Roman" panose="02020603050405020304" pitchFamily="18" charset="0"/>
                  <a:cs typeface="Times New Roman" panose="02020603050405020304" pitchFamily="18" charset="0"/>
                </a:endParaRPr>
              </a:p>
            </p:txBody>
          </p:sp>
        </p:grpSp>
        <p:sp>
          <p:nvSpPr>
            <p:cNvPr id="796" name="Line 18"/>
            <p:cNvSpPr>
              <a:spLocks noChangeShapeType="1"/>
            </p:cNvSpPr>
            <p:nvPr/>
          </p:nvSpPr>
          <p:spPr bwMode="auto">
            <a:xfrm>
              <a:off x="685800" y="5356708"/>
              <a:ext cx="4876799"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34</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Migration of Bound Charge</a:t>
            </a:r>
            <a:endParaRPr lang="zh-CN" altLang="en-US" sz="2800" dirty="0">
              <a:solidFill>
                <a:srgbClr val="000099"/>
              </a:solidFill>
              <a:latin typeface="华文行楷" panose="02010800040101010101" pitchFamily="2" charset="-122"/>
              <a:ea typeface="华文行楷" panose="02010800040101010101" pitchFamily="2" charset="-122"/>
            </a:endParaRPr>
          </a:p>
        </p:txBody>
      </p:sp>
      <p:sp>
        <p:nvSpPr>
          <p:cNvPr id="798" name="Rectangle 12"/>
          <p:cNvSpPr>
            <a:spLocks noChangeArrowheads="1"/>
          </p:cNvSpPr>
          <p:nvPr/>
        </p:nvSpPr>
        <p:spPr bwMode="auto">
          <a:xfrm>
            <a:off x="381000" y="1737658"/>
            <a:ext cx="8000999" cy="1200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Consider an electric field applied at an angle </a:t>
            </a:r>
            <a:r>
              <a:rPr lang="en-US" altLang="zh-CN" i="1" dirty="0">
                <a:latin typeface="Times New Roman" panose="02020603050405020304" pitchFamily="18" charset="0"/>
                <a:cs typeface="Times New Roman" panose="02020603050405020304" pitchFamily="18" charset="0"/>
                <a:sym typeface="Symbol" panose="05050102010706020507" pitchFamily="1" charset="2"/>
              </a:rPr>
              <a:t></a:t>
            </a:r>
            <a:r>
              <a:rPr lang="en-US" altLang="zh-CN" i="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to a surface normal as shown.  The resulting separation of bound charges (or re-orientation) </a:t>
            </a:r>
            <a:r>
              <a:rPr lang="en-US" altLang="zh-CN" dirty="0">
                <a:solidFill>
                  <a:srgbClr val="C00000"/>
                </a:solidFill>
                <a:highlight>
                  <a:srgbClr val="FFFF00"/>
                </a:highlight>
                <a:latin typeface="Times New Roman" panose="02020603050405020304" pitchFamily="18" charset="0"/>
                <a:cs typeface="Times New Roman" panose="02020603050405020304" pitchFamily="18" charset="0"/>
              </a:rPr>
              <a:t>leads to positive bound charge crossing upward through surface of area </a:t>
            </a:r>
            <a:r>
              <a:rPr lang="en-US" altLang="zh-CN" dirty="0">
                <a:solidFill>
                  <a:srgbClr val="C00000"/>
                </a:solidFill>
                <a:highlight>
                  <a:srgbClr val="FFFF00"/>
                </a:highlight>
                <a:latin typeface="Times New Roman" panose="02020603050405020304" pitchFamily="18" charset="0"/>
                <a:cs typeface="Times New Roman" panose="02020603050405020304" pitchFamily="18" charset="0"/>
                <a:sym typeface="Symbol" panose="05050102010706020507" pitchFamily="1" charset="2"/>
              </a:rPr>
              <a:t></a:t>
            </a:r>
            <a:r>
              <a:rPr lang="en-US" altLang="zh-CN" i="1" dirty="0">
                <a:solidFill>
                  <a:srgbClr val="C00000"/>
                </a:solidFill>
                <a:highlight>
                  <a:srgbClr val="FFFF00"/>
                </a:highlight>
                <a:latin typeface="Times New Roman" panose="02020603050405020304" pitchFamily="18" charset="0"/>
                <a:cs typeface="Times New Roman" panose="02020603050405020304" pitchFamily="18" charset="0"/>
              </a:rPr>
              <a:t>S, </a:t>
            </a:r>
            <a:r>
              <a:rPr lang="en-US" altLang="zh-CN" dirty="0">
                <a:solidFill>
                  <a:srgbClr val="C00000"/>
                </a:solidFill>
                <a:highlight>
                  <a:srgbClr val="FFFF00"/>
                </a:highlight>
                <a:latin typeface="Times New Roman" panose="02020603050405020304" pitchFamily="18" charset="0"/>
                <a:cs typeface="Times New Roman" panose="02020603050405020304" pitchFamily="18" charset="0"/>
              </a:rPr>
              <a:t>while negative bound charge crosses downward through the surface.</a:t>
            </a:r>
            <a:endParaRPr lang="en-US" altLang="zh-CN" dirty="0">
              <a:solidFill>
                <a:srgbClr val="C00000"/>
              </a:solidFill>
              <a:highlight>
                <a:srgbClr val="FFFF00"/>
              </a:highlight>
              <a:latin typeface="Times New Roman" panose="02020603050405020304" pitchFamily="18" charset="0"/>
              <a:cs typeface="Times New Roman" panose="02020603050405020304" pitchFamily="18" charset="0"/>
            </a:endParaRPr>
          </a:p>
        </p:txBody>
      </p:sp>
      <p:sp>
        <p:nvSpPr>
          <p:cNvPr id="799" name="Rectangle 14"/>
          <p:cNvSpPr>
            <a:spLocks noChangeArrowheads="1"/>
          </p:cNvSpPr>
          <p:nvPr/>
        </p:nvSpPr>
        <p:spPr bwMode="auto">
          <a:xfrm>
            <a:off x="420688" y="2937808"/>
            <a:ext cx="7427912" cy="646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highlight>
                  <a:srgbClr val="FFFF00"/>
                </a:highlight>
                <a:latin typeface="Times New Roman" panose="02020603050405020304" pitchFamily="18" charset="0"/>
                <a:cs typeface="Times New Roman" panose="02020603050405020304" pitchFamily="18" charset="0"/>
              </a:rPr>
              <a:t>Dipole centers (red dots)</a:t>
            </a:r>
            <a:r>
              <a:rPr lang="en-US" altLang="zh-CN" dirty="0">
                <a:latin typeface="Times New Roman" panose="02020603050405020304" pitchFamily="18" charset="0"/>
                <a:cs typeface="Times New Roman" panose="02020603050405020304" pitchFamily="18" charset="0"/>
              </a:rPr>
              <a:t> that lie within the range (1/2) </a:t>
            </a:r>
            <a:r>
              <a:rPr lang="en-US" altLang="zh-CN" i="1" dirty="0">
                <a:latin typeface="Times New Roman" panose="02020603050405020304" pitchFamily="18" charset="0"/>
                <a:cs typeface="Times New Roman" panose="02020603050405020304" pitchFamily="18" charset="0"/>
              </a:rPr>
              <a:t>d </a:t>
            </a:r>
            <a:r>
              <a:rPr lang="en-US" altLang="zh-CN" dirty="0">
                <a:latin typeface="Times New Roman" panose="02020603050405020304" pitchFamily="18" charset="0"/>
                <a:cs typeface="Times New Roman" panose="02020603050405020304" pitchFamily="18" charset="0"/>
              </a:rPr>
              <a:t>cos</a:t>
            </a:r>
            <a:r>
              <a:rPr lang="en-US" altLang="zh-CN" i="1" dirty="0">
                <a:latin typeface="Times New Roman" panose="02020603050405020304" pitchFamily="18" charset="0"/>
                <a:cs typeface="Times New Roman" panose="02020603050405020304" pitchFamily="18" charset="0"/>
                <a:sym typeface="Symbol" panose="05050102010706020507" pitchFamily="1" charset="2"/>
              </a:rPr>
              <a:t></a:t>
            </a:r>
            <a:r>
              <a:rPr lang="en-US" altLang="zh-CN" dirty="0">
                <a:latin typeface="Times New Roman" panose="02020603050405020304" pitchFamily="18" charset="0"/>
                <a:cs typeface="Times New Roman" panose="02020603050405020304" pitchFamily="18" charset="0"/>
              </a:rPr>
              <a:t> above or below</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the surface will transfer charge across the surface.</a:t>
            </a:r>
            <a:endParaRPr lang="en-US" altLang="zh-CN"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6976" y="3378994"/>
            <a:ext cx="2790824" cy="1585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35</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grpSp>
        <p:nvGrpSpPr>
          <p:cNvPr id="20" name="Group 27"/>
          <p:cNvGrpSpPr/>
          <p:nvPr/>
        </p:nvGrpSpPr>
        <p:grpSpPr bwMode="auto">
          <a:xfrm>
            <a:off x="987425" y="1524000"/>
            <a:ext cx="6537325" cy="4876800"/>
            <a:chOff x="622" y="960"/>
            <a:chExt cx="4118" cy="3072"/>
          </a:xfrm>
        </p:grpSpPr>
        <p:grpSp>
          <p:nvGrpSpPr>
            <p:cNvPr id="23" name="Group 7"/>
            <p:cNvGrpSpPr/>
            <p:nvPr/>
          </p:nvGrpSpPr>
          <p:grpSpPr bwMode="auto">
            <a:xfrm>
              <a:off x="1104" y="960"/>
              <a:ext cx="3552" cy="3072"/>
              <a:chOff x="1104" y="960"/>
              <a:chExt cx="3552" cy="3072"/>
            </a:xfrm>
          </p:grpSpPr>
          <p:grpSp>
            <p:nvGrpSpPr>
              <p:cNvPr id="40" name="Group 8"/>
              <p:cNvGrpSpPr/>
              <p:nvPr/>
            </p:nvGrpSpPr>
            <p:grpSpPr bwMode="auto">
              <a:xfrm>
                <a:off x="1104" y="960"/>
                <a:ext cx="3552" cy="3072"/>
                <a:chOff x="1152" y="432"/>
                <a:chExt cx="3552" cy="3072"/>
              </a:xfrm>
            </p:grpSpPr>
            <p:pic>
              <p:nvPicPr>
                <p:cNvPr id="44" name="Picture 9" descr="Fig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2" y="768"/>
                  <a:ext cx="3552" cy="2660"/>
                </a:xfrm>
                <a:prstGeom prst="rect">
                  <a:avLst/>
                </a:prstGeom>
                <a:noFill/>
                <a:extLst>
                  <a:ext uri="{909E8E84-426E-40DD-AFC4-6F175D3DCCD1}">
                    <a14:hiddenFill xmlns:a14="http://schemas.microsoft.com/office/drawing/2010/main">
                      <a:solidFill>
                        <a:srgbClr val="FFFFFF"/>
                      </a:solidFill>
                    </a14:hiddenFill>
                  </a:ext>
                </a:extLst>
              </p:spPr>
            </p:pic>
            <p:sp>
              <p:nvSpPr>
                <p:cNvPr id="45" name="Rectangle 10"/>
                <p:cNvSpPr>
                  <a:spLocks noChangeArrowheads="1"/>
                </p:cNvSpPr>
                <p:nvPr/>
              </p:nvSpPr>
              <p:spPr bwMode="auto">
                <a:xfrm>
                  <a:off x="1824" y="432"/>
                  <a:ext cx="1824" cy="1344"/>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6" name="Rectangle 11"/>
                <p:cNvSpPr>
                  <a:spLocks noChangeArrowheads="1"/>
                </p:cNvSpPr>
                <p:nvPr/>
              </p:nvSpPr>
              <p:spPr bwMode="auto">
                <a:xfrm>
                  <a:off x="2592" y="3264"/>
                  <a:ext cx="192" cy="24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41" name="Line 12"/>
              <p:cNvSpPr>
                <a:spLocks noChangeShapeType="1"/>
              </p:cNvSpPr>
              <p:nvPr/>
            </p:nvSpPr>
            <p:spPr bwMode="auto">
              <a:xfrm flipV="1">
                <a:off x="1932" y="2688"/>
                <a:ext cx="1428" cy="1134"/>
              </a:xfrm>
              <a:prstGeom prst="line">
                <a:avLst/>
              </a:prstGeom>
              <a:noFill/>
              <a:ln w="28575">
                <a:solidFill>
                  <a:schemeClr val="hlink"/>
                </a:solidFill>
                <a:round/>
                <a:tailEnd type="stealth" w="sm"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2" name="Rectangle 13"/>
              <p:cNvSpPr>
                <a:spLocks noChangeArrowheads="1"/>
              </p:cNvSpPr>
              <p:nvPr/>
            </p:nvSpPr>
            <p:spPr bwMode="auto">
              <a:xfrm>
                <a:off x="3328" y="2556"/>
                <a:ext cx="212" cy="2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800" b="1">
                    <a:latin typeface="Times New Roman" panose="02020603050405020304" pitchFamily="18" charset="0"/>
                    <a:cs typeface="Times New Roman" panose="02020603050405020304" pitchFamily="18" charset="0"/>
                  </a:rPr>
                  <a:t>E</a:t>
                </a:r>
                <a:endParaRPr lang="en-US" altLang="zh-CN" sz="1800" b="1">
                  <a:latin typeface="Times New Roman" panose="02020603050405020304" pitchFamily="18" charset="0"/>
                  <a:cs typeface="Times New Roman" panose="02020603050405020304" pitchFamily="18" charset="0"/>
                </a:endParaRPr>
              </a:p>
            </p:txBody>
          </p:sp>
        </p:grpSp>
        <p:sp>
          <p:nvSpPr>
            <p:cNvPr id="24" name="Rectangle 6"/>
            <p:cNvSpPr>
              <a:spLocks noChangeArrowheads="1"/>
            </p:cNvSpPr>
            <p:nvPr/>
          </p:nvSpPr>
          <p:spPr bwMode="auto">
            <a:xfrm>
              <a:off x="622" y="1296"/>
              <a:ext cx="3555"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The total bound charge that crosses the surface is given by:</a:t>
              </a:r>
              <a:endParaRPr lang="en-US" altLang="zh-CN" dirty="0">
                <a:latin typeface="Times New Roman" panose="02020603050405020304" pitchFamily="18" charset="0"/>
                <a:cs typeface="Times New Roman" panose="02020603050405020304" pitchFamily="18" charset="0"/>
              </a:endParaRPr>
            </a:p>
          </p:txBody>
        </p:sp>
        <p:sp>
          <p:nvSpPr>
            <p:cNvPr id="25" name="Line 14"/>
            <p:cNvSpPr>
              <a:spLocks noChangeShapeType="1"/>
            </p:cNvSpPr>
            <p:nvPr/>
          </p:nvSpPr>
          <p:spPr bwMode="auto">
            <a:xfrm>
              <a:off x="1208" y="3260"/>
              <a:ext cx="307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26" name="Group 25"/>
            <p:cNvGrpSpPr/>
            <p:nvPr/>
          </p:nvGrpSpPr>
          <p:grpSpPr bwMode="auto">
            <a:xfrm>
              <a:off x="1056" y="1680"/>
              <a:ext cx="3684" cy="637"/>
              <a:chOff x="1056" y="1680"/>
              <a:chExt cx="3684" cy="637"/>
            </a:xfrm>
          </p:grpSpPr>
          <p:grpSp>
            <p:nvGrpSpPr>
              <p:cNvPr id="28" name="Group 22"/>
              <p:cNvGrpSpPr/>
              <p:nvPr/>
            </p:nvGrpSpPr>
            <p:grpSpPr bwMode="auto">
              <a:xfrm>
                <a:off x="1056" y="1680"/>
                <a:ext cx="3684" cy="370"/>
                <a:chOff x="924" y="1728"/>
                <a:chExt cx="3684" cy="370"/>
              </a:xfrm>
            </p:grpSpPr>
            <p:grpSp>
              <p:nvGrpSpPr>
                <p:cNvPr id="31" name="Group 21"/>
                <p:cNvGrpSpPr/>
                <p:nvPr/>
              </p:nvGrpSpPr>
              <p:grpSpPr bwMode="auto">
                <a:xfrm>
                  <a:off x="924" y="1728"/>
                  <a:ext cx="3684" cy="370"/>
                  <a:chOff x="924" y="1728"/>
                  <a:chExt cx="3684" cy="370"/>
                </a:xfrm>
              </p:grpSpPr>
              <p:grpSp>
                <p:nvGrpSpPr>
                  <p:cNvPr id="33" name="Group 18"/>
                  <p:cNvGrpSpPr/>
                  <p:nvPr/>
                </p:nvGrpSpPr>
                <p:grpSpPr bwMode="auto">
                  <a:xfrm>
                    <a:off x="924" y="1728"/>
                    <a:ext cx="3684" cy="370"/>
                    <a:chOff x="348" y="1728"/>
                    <a:chExt cx="3684" cy="370"/>
                  </a:xfrm>
                </p:grpSpPr>
                <p:grpSp>
                  <p:nvGrpSpPr>
                    <p:cNvPr id="35" name="Group 3"/>
                    <p:cNvGrpSpPr/>
                    <p:nvPr/>
                  </p:nvGrpSpPr>
                  <p:grpSpPr bwMode="auto">
                    <a:xfrm>
                      <a:off x="1680" y="1728"/>
                      <a:ext cx="2352" cy="347"/>
                      <a:chOff x="1968" y="1512"/>
                      <a:chExt cx="2352" cy="347"/>
                    </a:xfrm>
                  </p:grpSpPr>
                  <p:pic>
                    <p:nvPicPr>
                      <p:cNvPr id="3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68" y="1536"/>
                        <a:ext cx="1526"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9"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56" y="1512"/>
                        <a:ext cx="864"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36" name="Picture 1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35" y="1802"/>
                      <a:ext cx="1077"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7" name="Picture 1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48" y="1792"/>
                      <a:ext cx="668"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34" name="Rectangle 20"/>
                  <p:cNvSpPr>
                    <a:spLocks noChangeArrowheads="1"/>
                  </p:cNvSpPr>
                  <p:nvPr/>
                </p:nvSpPr>
                <p:spPr bwMode="auto">
                  <a:xfrm>
                    <a:off x="2436" y="1812"/>
                    <a:ext cx="240" cy="24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32" name="Rectangle 19"/>
                <p:cNvSpPr>
                  <a:spLocks noChangeArrowheads="1"/>
                </p:cNvSpPr>
                <p:nvPr/>
              </p:nvSpPr>
              <p:spPr bwMode="auto">
                <a:xfrm>
                  <a:off x="2364" y="1784"/>
                  <a:ext cx="329"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400">
                      <a:latin typeface="Times New Roman" panose="02020603050405020304" pitchFamily="18" charset="0"/>
                      <a:cs typeface="Times New Roman" panose="02020603050405020304" pitchFamily="18" charset="0"/>
                      <a:sym typeface="Symbol" panose="05050102010706020507" pitchFamily="1" charset="2"/>
                    </a:rPr>
                    <a:t></a:t>
                  </a:r>
                  <a:r>
                    <a:rPr lang="en-US" altLang="zh-CN" sz="2400" i="1">
                      <a:latin typeface="Times New Roman" panose="02020603050405020304" pitchFamily="18" charset="0"/>
                      <a:cs typeface="Times New Roman" panose="02020603050405020304" pitchFamily="18" charset="0"/>
                    </a:rPr>
                    <a:t>S</a:t>
                  </a:r>
                  <a:endParaRPr lang="en-US" altLang="zh-CN" sz="2400">
                    <a:latin typeface="Times New Roman" panose="02020603050405020304" pitchFamily="18" charset="0"/>
                    <a:cs typeface="Times New Roman" panose="02020603050405020304" pitchFamily="18" charset="0"/>
                    <a:sym typeface="Symbol" panose="05050102010706020507" pitchFamily="1" charset="2"/>
                  </a:endParaRPr>
                </a:p>
              </p:txBody>
            </p:sp>
          </p:grpSp>
          <p:sp>
            <p:nvSpPr>
              <p:cNvPr id="29" name="AutoShape 23"/>
              <p:cNvSpPr/>
              <p:nvPr/>
            </p:nvSpPr>
            <p:spPr bwMode="auto">
              <a:xfrm rot="-5400000">
                <a:off x="2359" y="1676"/>
                <a:ext cx="96" cy="743"/>
              </a:xfrm>
              <a:prstGeom prst="leftBrace">
                <a:avLst>
                  <a:gd name="adj1" fmla="val 64497"/>
                  <a:gd name="adj2" fmla="val 50000"/>
                </a:avLst>
              </a:prstGeom>
              <a:noFill/>
              <a:ln w="19050">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0" name="Rectangle 24"/>
              <p:cNvSpPr>
                <a:spLocks noChangeArrowheads="1"/>
              </p:cNvSpPr>
              <p:nvPr/>
            </p:nvSpPr>
            <p:spPr bwMode="auto">
              <a:xfrm>
                <a:off x="2188" y="2084"/>
                <a:ext cx="553"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highlight>
                      <a:srgbClr val="FFFF00"/>
                    </a:highlight>
                    <a:latin typeface="Times New Roman" panose="02020603050405020304" pitchFamily="18" charset="0"/>
                    <a:cs typeface="Times New Roman" panose="02020603050405020304" pitchFamily="18" charset="0"/>
                  </a:rPr>
                  <a:t>volume</a:t>
                </a:r>
                <a:endParaRPr lang="en-US" altLang="zh-CN">
                  <a:highlight>
                    <a:srgbClr val="FFFF00"/>
                  </a:highlight>
                  <a:latin typeface="Times New Roman" panose="02020603050405020304" pitchFamily="18" charset="0"/>
                  <a:cs typeface="Times New Roman" panose="02020603050405020304" pitchFamily="18" charset="0"/>
                </a:endParaRPr>
              </a:p>
            </p:txBody>
          </p:sp>
        </p:grpSp>
        <p:sp>
          <p:nvSpPr>
            <p:cNvPr id="27" name="Line 26"/>
            <p:cNvSpPr>
              <a:spLocks noChangeShapeType="1"/>
            </p:cNvSpPr>
            <p:nvPr/>
          </p:nvSpPr>
          <p:spPr bwMode="auto">
            <a:xfrm>
              <a:off x="4052" y="1968"/>
              <a:ext cx="576" cy="0"/>
            </a:xfrm>
            <a:prstGeom prst="line">
              <a:avLst/>
            </a:prstGeom>
            <a:noFill/>
            <a:ln w="9525">
              <a:solidFill>
                <a:srgbClr val="FF20A2"/>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21" name="Line 28"/>
          <p:cNvSpPr>
            <a:spLocks noChangeShapeType="1"/>
          </p:cNvSpPr>
          <p:nvPr/>
        </p:nvSpPr>
        <p:spPr bwMode="auto">
          <a:xfrm flipV="1">
            <a:off x="3810000" y="4221163"/>
            <a:ext cx="2568575" cy="2027238"/>
          </a:xfrm>
          <a:prstGeom prst="line">
            <a:avLst/>
          </a:prstGeom>
          <a:noFill/>
          <a:ln w="28575">
            <a:solidFill>
              <a:srgbClr val="CD0B6E"/>
            </a:solidFill>
            <a:round/>
            <a:tailEnd type="stealth" w="sm"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 name="Rectangle 29"/>
          <p:cNvSpPr>
            <a:spLocks noChangeArrowheads="1"/>
          </p:cNvSpPr>
          <p:nvPr/>
        </p:nvSpPr>
        <p:spPr bwMode="auto">
          <a:xfrm>
            <a:off x="6324600" y="4038600"/>
            <a:ext cx="323850" cy="36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800" b="1">
                <a:latin typeface="Times New Roman" panose="02020603050405020304" pitchFamily="18" charset="0"/>
                <a:cs typeface="Times New Roman" panose="02020603050405020304" pitchFamily="18" charset="0"/>
              </a:rPr>
              <a:t>P</a:t>
            </a:r>
            <a:endParaRPr lang="en-US" altLang="zh-CN" sz="1800" b="1">
              <a:latin typeface="Times New Roman" panose="02020603050405020304" pitchFamily="18" charset="0"/>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Migration of Bound Charge</a:t>
            </a:r>
            <a:endParaRPr lang="zh-CN" altLang="en-US" sz="2800" dirty="0">
              <a:solidFill>
                <a:srgbClr val="000099"/>
              </a:solidFill>
              <a:latin typeface="华文行楷" panose="02010800040101010101" pitchFamily="2" charset="-122"/>
              <a:ea typeface="华文行楷" panose="0201080004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 name="Picture 4" descr="Chapter 3 Fig 2"/>
          <p:cNvPicPr>
            <a:picLocks noChangeAspect="1" noChangeArrowheads="1"/>
          </p:cNvPicPr>
          <p:nvPr/>
        </p:nvPicPr>
        <p:blipFill>
          <a:blip r:embed="rId1" cstate="print">
            <a:lum contrast="20000"/>
            <a:extLst>
              <a:ext uri="{28A0092B-C50C-407E-A947-70E740481C1C}">
                <a14:useLocalDpi xmlns:a14="http://schemas.microsoft.com/office/drawing/2010/main" val="0"/>
              </a:ext>
            </a:extLst>
          </a:blip>
          <a:srcRect/>
          <a:stretch>
            <a:fillRect/>
          </a:stretch>
        </p:blipFill>
        <p:spPr bwMode="auto">
          <a:xfrm>
            <a:off x="4191000" y="4508355"/>
            <a:ext cx="3539707" cy="2007167"/>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8614" y="1662961"/>
            <a:ext cx="3134956" cy="30614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36</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Polarization Flux Through a Closed Surface</a:t>
            </a:r>
            <a:endParaRPr lang="en-US" altLang="zh-CN" sz="2800" dirty="0">
              <a:solidFill>
                <a:srgbClr val="000099"/>
              </a:solidFill>
              <a:latin typeface="Times New Roman" panose="02020603050405020304" pitchFamily="18" charset="0"/>
            </a:endParaRPr>
          </a:p>
        </p:txBody>
      </p:sp>
      <p:pic>
        <p:nvPicPr>
          <p:cNvPr id="49"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27179" y="2895600"/>
            <a:ext cx="2697162" cy="103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0" name="Rectangle 38"/>
          <p:cNvSpPr>
            <a:spLocks noChangeArrowheads="1"/>
          </p:cNvSpPr>
          <p:nvPr/>
        </p:nvSpPr>
        <p:spPr bwMode="auto">
          <a:xfrm>
            <a:off x="795441" y="1791269"/>
            <a:ext cx="5705475" cy="923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The accumulation of positive bound charge within a closed</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surface means that the polarization vector must be </a:t>
            </a:r>
            <a:r>
              <a:rPr lang="en-US" altLang="zh-CN" dirty="0">
                <a:solidFill>
                  <a:srgbClr val="C00000"/>
                </a:solidFill>
                <a:latin typeface="Times New Roman" panose="02020603050405020304" pitchFamily="18" charset="0"/>
                <a:cs typeface="Times New Roman" panose="02020603050405020304" pitchFamily="18" charset="0"/>
              </a:rPr>
              <a:t>pointing </a:t>
            </a:r>
            <a:endParaRPr lang="en-US" altLang="zh-CN" dirty="0">
              <a:solidFill>
                <a:srgbClr val="C00000"/>
              </a:solidFill>
              <a:latin typeface="Times New Roman" panose="02020603050405020304" pitchFamily="18" charset="0"/>
              <a:cs typeface="Times New Roman" panose="02020603050405020304" pitchFamily="18" charset="0"/>
            </a:endParaRPr>
          </a:p>
          <a:p>
            <a:r>
              <a:rPr lang="en-US" altLang="zh-CN" i="1" dirty="0">
                <a:solidFill>
                  <a:srgbClr val="C00000"/>
                </a:solidFill>
                <a:latin typeface="Times New Roman" panose="02020603050405020304" pitchFamily="18" charset="0"/>
                <a:cs typeface="Times New Roman" panose="02020603050405020304" pitchFamily="18" charset="0"/>
              </a:rPr>
              <a:t>inward</a:t>
            </a:r>
            <a:r>
              <a:rPr lang="en-US" altLang="zh-CN" i="1"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Therefore:</a:t>
            </a:r>
            <a:endParaRPr lang="en-US" altLang="zh-CN" dirty="0">
              <a:latin typeface="Times New Roman" panose="02020603050405020304" pitchFamily="18" charset="0"/>
              <a:cs typeface="Times New Roman" panose="02020603050405020304" pitchFamily="18" charset="0"/>
            </a:endParaRPr>
          </a:p>
        </p:txBody>
      </p:sp>
      <p:sp>
        <p:nvSpPr>
          <p:cNvPr id="3" name="矩形 2"/>
          <p:cNvSpPr/>
          <p:nvPr/>
        </p:nvSpPr>
        <p:spPr>
          <a:xfrm>
            <a:off x="823941" y="4139023"/>
            <a:ext cx="3200400" cy="369332"/>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Gauss’s Law in free space:</a:t>
            </a:r>
            <a:endParaRPr lang="en-US" altLang="zh-CN" dirty="0">
              <a:latin typeface="Times New Roman" panose="02020603050405020304" pitchFamily="18" charset="0"/>
              <a:cs typeface="Times New Roman" panose="02020603050405020304" pitchFamily="18" charset="0"/>
            </a:endParaRPr>
          </a:p>
        </p:txBody>
      </p:sp>
      <p:pic>
        <p:nvPicPr>
          <p:cNvPr id="87"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81425" y="4800600"/>
            <a:ext cx="2531368"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96329" y="2380457"/>
            <a:ext cx="3724258" cy="34782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37</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Polarization Flux Through a Closed Surface</a:t>
            </a:r>
            <a:endParaRPr lang="en-US" altLang="zh-CN" sz="2800" dirty="0">
              <a:solidFill>
                <a:srgbClr val="000099"/>
              </a:solidFill>
              <a:latin typeface="Times New Roman" panose="02020603050405020304" pitchFamily="18" charset="0"/>
            </a:endParaRPr>
          </a:p>
        </p:txBody>
      </p:sp>
      <p:pic>
        <p:nvPicPr>
          <p:cNvPr id="14"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60393" y="3769518"/>
            <a:ext cx="2395538" cy="84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Rectangle 60"/>
          <p:cNvSpPr>
            <a:spLocks noChangeArrowheads="1"/>
          </p:cNvSpPr>
          <p:nvPr/>
        </p:nvSpPr>
        <p:spPr bwMode="auto">
          <a:xfrm>
            <a:off x="533400" y="1981200"/>
            <a:ext cx="5137150" cy="1477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Now consider the charge within the closed surface</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consisting of </a:t>
            </a:r>
            <a:r>
              <a:rPr lang="en-US" altLang="zh-CN" dirty="0">
                <a:solidFill>
                  <a:srgbClr val="C00000"/>
                </a:solidFill>
                <a:latin typeface="Times New Roman" panose="02020603050405020304" pitchFamily="18" charset="0"/>
                <a:cs typeface="Times New Roman" panose="02020603050405020304" pitchFamily="18" charset="0"/>
              </a:rPr>
              <a:t>bound charges, </a:t>
            </a:r>
            <a:r>
              <a:rPr lang="en-US" altLang="zh-CN" i="1" dirty="0" err="1">
                <a:solidFill>
                  <a:srgbClr val="C00000"/>
                </a:solidFill>
                <a:latin typeface="Times New Roman" panose="02020603050405020304" pitchFamily="18" charset="0"/>
                <a:cs typeface="Times New Roman" panose="02020603050405020304" pitchFamily="18" charset="0"/>
              </a:rPr>
              <a:t>Q</a:t>
            </a:r>
            <a:r>
              <a:rPr lang="en-US" altLang="zh-CN" i="1" baseline="-25000" dirty="0" err="1">
                <a:solidFill>
                  <a:srgbClr val="C00000"/>
                </a:solidFill>
                <a:latin typeface="Times New Roman" panose="02020603050405020304" pitchFamily="18" charset="0"/>
                <a:cs typeface="Times New Roman" panose="02020603050405020304" pitchFamily="18" charset="0"/>
              </a:rPr>
              <a:t>b</a:t>
            </a:r>
            <a:r>
              <a:rPr lang="en-US" altLang="zh-CN" i="1" baseline="-25000" dirty="0">
                <a:solidFill>
                  <a:srgbClr val="C00000"/>
                </a:solidFill>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 and </a:t>
            </a:r>
            <a:r>
              <a:rPr lang="en-US" altLang="zh-CN" dirty="0">
                <a:solidFill>
                  <a:srgbClr val="C00000"/>
                </a:solidFill>
                <a:latin typeface="Times New Roman" panose="02020603050405020304" pitchFamily="18" charset="0"/>
                <a:cs typeface="Times New Roman" panose="02020603050405020304" pitchFamily="18" charset="0"/>
              </a:rPr>
              <a:t>free charges, </a:t>
            </a:r>
            <a:r>
              <a:rPr lang="en-US" altLang="zh-CN" i="1" dirty="0">
                <a:solidFill>
                  <a:srgbClr val="C00000"/>
                </a:solidFill>
                <a:latin typeface="Times New Roman" panose="02020603050405020304" pitchFamily="18" charset="0"/>
                <a:cs typeface="Times New Roman" panose="02020603050405020304" pitchFamily="18" charset="0"/>
              </a:rPr>
              <a:t>Q</a:t>
            </a:r>
            <a:r>
              <a:rPr lang="en-US" altLang="zh-CN" i="1" dirty="0">
                <a:latin typeface="Times New Roman" panose="02020603050405020304" pitchFamily="18" charset="0"/>
                <a:cs typeface="Times New Roman" panose="02020603050405020304" pitchFamily="18" charset="0"/>
              </a:rPr>
              <a:t>.</a:t>
            </a:r>
            <a:endParaRPr lang="en-US" altLang="zh-CN" i="1"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The total charge will be the sum of all bound and free</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charges.  We write Gauss’ Law in terms of the total </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charge, </a:t>
            </a:r>
            <a:r>
              <a:rPr lang="en-US" altLang="zh-CN" i="1" dirty="0">
                <a:latin typeface="Times New Roman" panose="02020603050405020304" pitchFamily="18" charset="0"/>
                <a:cs typeface="Times New Roman" panose="02020603050405020304" pitchFamily="18" charset="0"/>
              </a:rPr>
              <a:t>Q</a:t>
            </a:r>
            <a:r>
              <a:rPr lang="en-US" altLang="zh-CN" i="1" baseline="-25000" dirty="0">
                <a:latin typeface="Times New Roman" panose="02020603050405020304" pitchFamily="18" charset="0"/>
                <a:cs typeface="Times New Roman" panose="02020603050405020304" pitchFamily="18" charset="0"/>
              </a:rPr>
              <a:t>T</a:t>
            </a:r>
            <a:r>
              <a:rPr lang="en-US" altLang="zh-CN" dirty="0">
                <a:latin typeface="Times New Roman" panose="02020603050405020304" pitchFamily="18" charset="0"/>
                <a:cs typeface="Times New Roman" panose="02020603050405020304" pitchFamily="18" charset="0"/>
              </a:rPr>
              <a:t> as:</a:t>
            </a:r>
            <a:endParaRPr lang="en-US" altLang="zh-CN" dirty="0">
              <a:latin typeface="Times New Roman" panose="02020603050405020304" pitchFamily="18" charset="0"/>
              <a:cs typeface="Times New Roman" panose="02020603050405020304" pitchFamily="18" charset="0"/>
            </a:endParaRPr>
          </a:p>
        </p:txBody>
      </p:sp>
      <p:sp>
        <p:nvSpPr>
          <p:cNvPr id="16" name="Rectangle 62"/>
          <p:cNvSpPr>
            <a:spLocks noChangeArrowheads="1"/>
          </p:cNvSpPr>
          <p:nvPr/>
        </p:nvSpPr>
        <p:spPr bwMode="auto">
          <a:xfrm>
            <a:off x="979368" y="4872830"/>
            <a:ext cx="749300" cy="369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where</a:t>
            </a:r>
            <a:endParaRPr lang="en-US" altLang="zh-CN">
              <a:latin typeface="Times New Roman" panose="02020603050405020304" pitchFamily="18" charset="0"/>
              <a:cs typeface="Times New Roman" panose="02020603050405020304" pitchFamily="18" charset="0"/>
            </a:endParaRPr>
          </a:p>
        </p:txBody>
      </p:sp>
      <p:sp>
        <p:nvSpPr>
          <p:cNvPr id="17" name="Rectangle 63"/>
          <p:cNvSpPr>
            <a:spLocks noChangeArrowheads="1"/>
          </p:cNvSpPr>
          <p:nvPr/>
        </p:nvSpPr>
        <p:spPr bwMode="auto">
          <a:xfrm>
            <a:off x="1647705" y="5293518"/>
            <a:ext cx="185102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400" i="1">
                <a:latin typeface="Times New Roman" panose="02020603050405020304" pitchFamily="18" charset="0"/>
                <a:cs typeface="Times New Roman" panose="02020603050405020304" pitchFamily="18" charset="0"/>
              </a:rPr>
              <a:t>Q</a:t>
            </a:r>
            <a:r>
              <a:rPr lang="en-US" altLang="zh-CN" sz="2400" i="1" baseline="-25000">
                <a:latin typeface="Times New Roman" panose="02020603050405020304" pitchFamily="18" charset="0"/>
                <a:cs typeface="Times New Roman" panose="02020603050405020304" pitchFamily="18" charset="0"/>
              </a:rPr>
              <a:t>T </a:t>
            </a:r>
            <a:r>
              <a:rPr lang="en-US" altLang="zh-CN" sz="2400" i="1">
                <a:latin typeface="Times New Roman" panose="02020603050405020304" pitchFamily="18" charset="0"/>
                <a:cs typeface="Times New Roman" panose="02020603050405020304" pitchFamily="18" charset="0"/>
              </a:rPr>
              <a:t> = Q</a:t>
            </a:r>
            <a:r>
              <a:rPr lang="en-US" altLang="zh-CN" sz="2400" i="1" baseline="-25000">
                <a:latin typeface="Times New Roman" panose="02020603050405020304" pitchFamily="18" charset="0"/>
                <a:cs typeface="Times New Roman" panose="02020603050405020304" pitchFamily="18" charset="0"/>
              </a:rPr>
              <a:t>b  </a:t>
            </a:r>
            <a:r>
              <a:rPr lang="en-US" altLang="zh-CN" sz="2400" i="1">
                <a:latin typeface="Times New Roman" panose="02020603050405020304" pitchFamily="18" charset="0"/>
                <a:cs typeface="Times New Roman" panose="02020603050405020304" pitchFamily="18" charset="0"/>
              </a:rPr>
              <a:t>+ Q</a:t>
            </a:r>
            <a:endParaRPr lang="en-US" altLang="zh-CN" sz="2400" i="1">
              <a:latin typeface="Times New Roman" panose="02020603050405020304" pitchFamily="18" charset="0"/>
              <a:cs typeface="Times New Roman" panose="02020603050405020304" pitchFamily="18" charset="0"/>
            </a:endParaRPr>
          </a:p>
        </p:txBody>
      </p:sp>
      <p:sp>
        <p:nvSpPr>
          <p:cNvPr id="18" name="Rectangle 64"/>
          <p:cNvSpPr>
            <a:spLocks noChangeArrowheads="1"/>
          </p:cNvSpPr>
          <p:nvPr/>
        </p:nvSpPr>
        <p:spPr bwMode="auto">
          <a:xfrm>
            <a:off x="2069980" y="5960268"/>
            <a:ext cx="1430338" cy="369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bound charge</a:t>
            </a:r>
            <a:endParaRPr lang="en-US" altLang="zh-CN">
              <a:latin typeface="Times New Roman" panose="02020603050405020304" pitchFamily="18" charset="0"/>
              <a:cs typeface="Times New Roman" panose="02020603050405020304" pitchFamily="18" charset="0"/>
            </a:endParaRPr>
          </a:p>
        </p:txBody>
      </p:sp>
      <p:sp>
        <p:nvSpPr>
          <p:cNvPr id="19" name="Rectangle 65"/>
          <p:cNvSpPr>
            <a:spLocks noChangeArrowheads="1"/>
          </p:cNvSpPr>
          <p:nvPr/>
        </p:nvSpPr>
        <p:spPr bwMode="auto">
          <a:xfrm>
            <a:off x="2743081" y="4798292"/>
            <a:ext cx="1212850" cy="369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free charge</a:t>
            </a:r>
            <a:endParaRPr lang="en-US" altLang="zh-CN" dirty="0">
              <a:latin typeface="Times New Roman" panose="02020603050405020304" pitchFamily="18" charset="0"/>
              <a:cs typeface="Times New Roman" panose="02020603050405020304" pitchFamily="18" charset="0"/>
            </a:endParaRPr>
          </a:p>
        </p:txBody>
      </p:sp>
      <p:sp>
        <p:nvSpPr>
          <p:cNvPr id="20" name="Line 66"/>
          <p:cNvSpPr>
            <a:spLocks noChangeShapeType="1"/>
          </p:cNvSpPr>
          <p:nvPr/>
        </p:nvSpPr>
        <p:spPr bwMode="auto">
          <a:xfrm>
            <a:off x="3339980" y="5134768"/>
            <a:ext cx="0" cy="228600"/>
          </a:xfrm>
          <a:prstGeom prst="line">
            <a:avLst/>
          </a:prstGeom>
          <a:noFill/>
          <a:ln w="9525">
            <a:solidFill>
              <a:schemeClr val="tx1"/>
            </a:solidFill>
            <a:round/>
            <a:tailEnd type="stealth" w="sm"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 name="Line 67"/>
          <p:cNvSpPr>
            <a:spLocks noChangeShapeType="1"/>
          </p:cNvSpPr>
          <p:nvPr/>
        </p:nvSpPr>
        <p:spPr bwMode="auto">
          <a:xfrm flipV="1">
            <a:off x="2622430" y="5744368"/>
            <a:ext cx="0" cy="228600"/>
          </a:xfrm>
          <a:prstGeom prst="line">
            <a:avLst/>
          </a:prstGeom>
          <a:noFill/>
          <a:ln w="9525">
            <a:solidFill>
              <a:schemeClr val="tx1"/>
            </a:solidFill>
            <a:round/>
            <a:tailEnd type="stealth" w="sm"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38</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Polarization Flux Through a Closed Surface</a:t>
            </a:r>
            <a:endParaRPr lang="en-US" altLang="zh-CN" sz="2800" dirty="0">
              <a:solidFill>
                <a:srgbClr val="000099"/>
              </a:solidFill>
              <a:latin typeface="Times New Roman" panose="02020603050405020304" pitchFamily="18" charset="0"/>
            </a:endParaRPr>
          </a:p>
        </p:txBody>
      </p:sp>
      <p:pic>
        <p:nvPicPr>
          <p:cNvPr id="2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30600" y="3525837"/>
            <a:ext cx="4470400" cy="969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4"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97349" y="2035174"/>
            <a:ext cx="2259555" cy="793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5"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30350" y="2005013"/>
            <a:ext cx="2147888"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 name="Rectangle 6"/>
          <p:cNvSpPr>
            <a:spLocks noChangeArrowheads="1"/>
          </p:cNvSpPr>
          <p:nvPr/>
        </p:nvSpPr>
        <p:spPr bwMode="auto">
          <a:xfrm>
            <a:off x="1476375" y="2990401"/>
            <a:ext cx="1587500" cy="40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000" i="1" dirty="0">
                <a:latin typeface="Times New Roman" panose="02020603050405020304" pitchFamily="18" charset="0"/>
                <a:cs typeface="Times New Roman" panose="02020603050405020304" pitchFamily="18" charset="0"/>
              </a:rPr>
              <a:t>Q</a:t>
            </a:r>
            <a:r>
              <a:rPr lang="en-US" altLang="zh-CN" sz="2000" i="1" baseline="-25000" dirty="0">
                <a:latin typeface="Times New Roman" panose="02020603050405020304" pitchFamily="18" charset="0"/>
                <a:cs typeface="Times New Roman" panose="02020603050405020304" pitchFamily="18" charset="0"/>
              </a:rPr>
              <a:t>T </a:t>
            </a:r>
            <a:r>
              <a:rPr lang="en-US" altLang="zh-CN" sz="2000" i="1" dirty="0">
                <a:latin typeface="Times New Roman" panose="02020603050405020304" pitchFamily="18" charset="0"/>
                <a:cs typeface="Times New Roman" panose="02020603050405020304" pitchFamily="18" charset="0"/>
              </a:rPr>
              <a:t> = </a:t>
            </a:r>
            <a:r>
              <a:rPr lang="en-US" altLang="zh-CN" sz="2000" i="1" dirty="0" err="1">
                <a:latin typeface="Times New Roman" panose="02020603050405020304" pitchFamily="18" charset="0"/>
                <a:cs typeface="Times New Roman" panose="02020603050405020304" pitchFamily="18" charset="0"/>
              </a:rPr>
              <a:t>Q</a:t>
            </a:r>
            <a:r>
              <a:rPr lang="en-US" altLang="zh-CN" sz="2000" i="1" baseline="-25000" dirty="0" err="1">
                <a:latin typeface="Times New Roman" panose="02020603050405020304" pitchFamily="18" charset="0"/>
                <a:cs typeface="Times New Roman" panose="02020603050405020304" pitchFamily="18" charset="0"/>
              </a:rPr>
              <a:t>b</a:t>
            </a:r>
            <a:r>
              <a:rPr lang="en-US" altLang="zh-CN" sz="2000" i="1" baseline="-25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 Q</a:t>
            </a:r>
            <a:endParaRPr lang="en-US" altLang="zh-CN" sz="2000" i="1" dirty="0">
              <a:latin typeface="Times New Roman" panose="02020603050405020304" pitchFamily="18" charset="0"/>
              <a:cs typeface="Times New Roman" panose="02020603050405020304" pitchFamily="18" charset="0"/>
            </a:endParaRPr>
          </a:p>
        </p:txBody>
      </p:sp>
      <p:sp>
        <p:nvSpPr>
          <p:cNvPr id="27" name="Rectangle 7"/>
          <p:cNvSpPr>
            <a:spLocks noChangeArrowheads="1"/>
          </p:cNvSpPr>
          <p:nvPr/>
        </p:nvSpPr>
        <p:spPr bwMode="auto">
          <a:xfrm>
            <a:off x="677863" y="1752600"/>
            <a:ext cx="1500188"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We now have:</a:t>
            </a:r>
            <a:endParaRPr lang="en-US" altLang="zh-CN">
              <a:latin typeface="Times New Roman" panose="02020603050405020304" pitchFamily="18" charset="0"/>
              <a:cs typeface="Times New Roman" panose="02020603050405020304" pitchFamily="18" charset="0"/>
            </a:endParaRPr>
          </a:p>
        </p:txBody>
      </p:sp>
      <p:sp>
        <p:nvSpPr>
          <p:cNvPr id="28" name="Rectangle 8"/>
          <p:cNvSpPr>
            <a:spLocks noChangeArrowheads="1"/>
          </p:cNvSpPr>
          <p:nvPr/>
        </p:nvSpPr>
        <p:spPr bwMode="auto">
          <a:xfrm>
            <a:off x="3705225" y="2216150"/>
            <a:ext cx="576263"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and </a:t>
            </a:r>
            <a:endParaRPr lang="en-US" altLang="zh-CN">
              <a:latin typeface="Times New Roman" panose="02020603050405020304" pitchFamily="18" charset="0"/>
              <a:cs typeface="Times New Roman" panose="02020603050405020304" pitchFamily="18" charset="0"/>
            </a:endParaRPr>
          </a:p>
        </p:txBody>
      </p:sp>
      <p:sp>
        <p:nvSpPr>
          <p:cNvPr id="29" name="Rectangle 9"/>
          <p:cNvSpPr>
            <a:spLocks noChangeArrowheads="1"/>
          </p:cNvSpPr>
          <p:nvPr/>
        </p:nvSpPr>
        <p:spPr bwMode="auto">
          <a:xfrm>
            <a:off x="760413" y="3016250"/>
            <a:ext cx="749300"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where</a:t>
            </a:r>
            <a:endParaRPr lang="en-US" altLang="zh-CN">
              <a:latin typeface="Times New Roman" panose="02020603050405020304" pitchFamily="18" charset="0"/>
              <a:cs typeface="Times New Roman" panose="02020603050405020304" pitchFamily="18" charset="0"/>
            </a:endParaRPr>
          </a:p>
        </p:txBody>
      </p:sp>
      <p:sp>
        <p:nvSpPr>
          <p:cNvPr id="30" name="Rectangle 10"/>
          <p:cNvSpPr>
            <a:spLocks noChangeArrowheads="1"/>
          </p:cNvSpPr>
          <p:nvPr/>
        </p:nvSpPr>
        <p:spPr bwMode="auto">
          <a:xfrm>
            <a:off x="709613" y="3863975"/>
            <a:ext cx="2686050"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combining these, we write:</a:t>
            </a:r>
            <a:endParaRPr lang="en-US" altLang="zh-CN">
              <a:latin typeface="Times New Roman" panose="02020603050405020304" pitchFamily="18" charset="0"/>
              <a:cs typeface="Times New Roman" panose="02020603050405020304" pitchFamily="18" charset="0"/>
            </a:endParaRPr>
          </a:p>
        </p:txBody>
      </p:sp>
      <p:sp>
        <p:nvSpPr>
          <p:cNvPr id="31" name="Rectangle 11"/>
          <p:cNvSpPr>
            <a:spLocks noChangeArrowheads="1"/>
          </p:cNvSpPr>
          <p:nvPr/>
        </p:nvSpPr>
        <p:spPr bwMode="auto">
          <a:xfrm>
            <a:off x="3429000" y="3602037"/>
            <a:ext cx="4724400" cy="914400"/>
          </a:xfrm>
          <a:prstGeom prst="rect">
            <a:avLst/>
          </a:prstGeom>
          <a:noFill/>
          <a:ln w="19050">
            <a:solidFill>
              <a:srgbClr val="40B6EF"/>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pic>
        <p:nvPicPr>
          <p:cNvPr id="32" name="Picture 1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49525" y="4999038"/>
            <a:ext cx="2174875"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3" name="Rectangle 13"/>
          <p:cNvSpPr>
            <a:spLocks noChangeArrowheads="1"/>
          </p:cNvSpPr>
          <p:nvPr/>
        </p:nvSpPr>
        <p:spPr bwMode="auto">
          <a:xfrm>
            <a:off x="689365" y="5072363"/>
            <a:ext cx="1736725"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we thus identify:</a:t>
            </a:r>
            <a:endParaRPr lang="en-US" altLang="zh-CN">
              <a:latin typeface="Times New Roman" panose="02020603050405020304" pitchFamily="18" charset="0"/>
              <a:cs typeface="Times New Roman" panose="02020603050405020304" pitchFamily="18" charset="0"/>
            </a:endParaRPr>
          </a:p>
        </p:txBody>
      </p:sp>
      <p:pic>
        <p:nvPicPr>
          <p:cNvPr id="34" name="Picture 1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867400" y="5715000"/>
            <a:ext cx="1690688" cy="706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 name="Rectangle 16"/>
          <p:cNvSpPr>
            <a:spLocks noChangeArrowheads="1"/>
          </p:cNvSpPr>
          <p:nvPr/>
        </p:nvSpPr>
        <p:spPr bwMode="auto">
          <a:xfrm>
            <a:off x="5257800" y="5121275"/>
            <a:ext cx="3313113" cy="646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which we use in the familiar form</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of Gauss’ Law:</a:t>
            </a: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39</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Charge Densities</a:t>
            </a:r>
            <a:endParaRPr lang="en-US" altLang="zh-CN" sz="2800" dirty="0">
              <a:solidFill>
                <a:srgbClr val="000099"/>
              </a:solidFill>
              <a:latin typeface="Times New Roman" panose="02020603050405020304" pitchFamily="18" charset="0"/>
            </a:endParaRPr>
          </a:p>
        </p:txBody>
      </p:sp>
      <p:sp>
        <p:nvSpPr>
          <p:cNvPr id="20" name="Rectangle 16"/>
          <p:cNvSpPr>
            <a:spLocks noChangeArrowheads="1"/>
          </p:cNvSpPr>
          <p:nvPr/>
        </p:nvSpPr>
        <p:spPr bwMode="auto">
          <a:xfrm>
            <a:off x="621547" y="1666220"/>
            <a:ext cx="8088976"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Taking the previous results and using </a:t>
            </a:r>
            <a:r>
              <a:rPr lang="en-US" altLang="zh-CN" dirty="0">
                <a:solidFill>
                  <a:srgbClr val="C00000"/>
                </a:solidFill>
                <a:latin typeface="Times New Roman" panose="02020603050405020304" pitchFamily="18" charset="0"/>
                <a:cs typeface="Times New Roman" panose="02020603050405020304" pitchFamily="18" charset="0"/>
              </a:rPr>
              <a:t>the divergence theorem</a:t>
            </a:r>
            <a:r>
              <a:rPr lang="en-US" altLang="zh-CN" dirty="0">
                <a:latin typeface="Times New Roman" panose="02020603050405020304" pitchFamily="18" charset="0"/>
                <a:cs typeface="Times New Roman" panose="02020603050405020304" pitchFamily="18" charset="0"/>
              </a:rPr>
              <a:t>, we find the point form expressions:</a:t>
            </a:r>
            <a:endParaRPr lang="en-US" altLang="zh-CN" dirty="0">
              <a:latin typeface="Times New Roman" panose="02020603050405020304" pitchFamily="18" charset="0"/>
              <a:cs typeface="Times New Roman" panose="02020603050405020304" pitchFamily="18" charset="0"/>
            </a:endParaRPr>
          </a:p>
        </p:txBody>
      </p:sp>
      <p:grpSp>
        <p:nvGrpSpPr>
          <p:cNvPr id="22" name="Group 10"/>
          <p:cNvGrpSpPr/>
          <p:nvPr/>
        </p:nvGrpSpPr>
        <p:grpSpPr bwMode="auto">
          <a:xfrm>
            <a:off x="2274887" y="4795133"/>
            <a:ext cx="2822575" cy="673100"/>
            <a:chOff x="1680" y="2256"/>
            <a:chExt cx="1778" cy="424"/>
          </a:xfrm>
        </p:grpSpPr>
        <p:pic>
          <p:nvPicPr>
            <p:cNvPr id="5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80" y="2256"/>
              <a:ext cx="904"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5"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40" y="2256"/>
              <a:ext cx="818" cy="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grpSp>
        <p:nvGrpSpPr>
          <p:cNvPr id="36" name="Group 9"/>
          <p:cNvGrpSpPr/>
          <p:nvPr/>
        </p:nvGrpSpPr>
        <p:grpSpPr bwMode="auto">
          <a:xfrm>
            <a:off x="2273300" y="3728333"/>
            <a:ext cx="3159125" cy="692150"/>
            <a:chOff x="2160" y="2908"/>
            <a:chExt cx="1990" cy="436"/>
          </a:xfrm>
        </p:grpSpPr>
        <p:pic>
          <p:nvPicPr>
            <p:cNvPr id="52"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60" y="2928"/>
              <a:ext cx="1008" cy="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3"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188" y="2908"/>
              <a:ext cx="962" cy="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grpSp>
        <p:nvGrpSpPr>
          <p:cNvPr id="37" name="Group 12"/>
          <p:cNvGrpSpPr/>
          <p:nvPr/>
        </p:nvGrpSpPr>
        <p:grpSpPr bwMode="auto">
          <a:xfrm>
            <a:off x="2212975" y="2664708"/>
            <a:ext cx="3425825" cy="758825"/>
            <a:chOff x="1728" y="1606"/>
            <a:chExt cx="2158" cy="478"/>
          </a:xfrm>
        </p:grpSpPr>
        <p:pic>
          <p:nvPicPr>
            <p:cNvPr id="50"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28" y="1632"/>
              <a:ext cx="1019" cy="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1" name="Picture 1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740" y="1606"/>
              <a:ext cx="1146" cy="4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38" name="Picture 1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523038" y="2852033"/>
            <a:ext cx="17002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9" name="Picture 14"/>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235700" y="3880733"/>
            <a:ext cx="1700213"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0" name="Picture 15"/>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008687" y="4795133"/>
            <a:ext cx="176371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 name="AutoShape 17"/>
          <p:cNvSpPr>
            <a:spLocks noChangeArrowheads="1"/>
          </p:cNvSpPr>
          <p:nvPr/>
        </p:nvSpPr>
        <p:spPr bwMode="auto">
          <a:xfrm>
            <a:off x="5740400" y="2998083"/>
            <a:ext cx="595313" cy="76200"/>
          </a:xfrm>
          <a:prstGeom prst="rightArrow">
            <a:avLst>
              <a:gd name="adj1" fmla="val 50000"/>
              <a:gd name="adj2" fmla="val 195313"/>
            </a:avLst>
          </a:prstGeom>
          <a:solidFill>
            <a:srgbClr val="FF20A2"/>
          </a:solidFill>
          <a:ln w="9525">
            <a:solidFill>
              <a:schemeClr val="tx1"/>
            </a:solidFill>
            <a:miter lim="800000"/>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2" name="Rectangle 18"/>
          <p:cNvSpPr>
            <a:spLocks noChangeArrowheads="1"/>
          </p:cNvSpPr>
          <p:nvPr/>
        </p:nvSpPr>
        <p:spPr bwMode="auto">
          <a:xfrm>
            <a:off x="6477000" y="2813933"/>
            <a:ext cx="1828800" cy="457200"/>
          </a:xfrm>
          <a:prstGeom prst="rect">
            <a:avLst/>
          </a:prstGeom>
          <a:noFill/>
          <a:ln w="9525">
            <a:solidFill>
              <a:srgbClr val="40B6EF"/>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4" name="AutoShape 19"/>
          <p:cNvSpPr>
            <a:spLocks noChangeArrowheads="1"/>
          </p:cNvSpPr>
          <p:nvPr/>
        </p:nvSpPr>
        <p:spPr bwMode="auto">
          <a:xfrm>
            <a:off x="5505450" y="4033133"/>
            <a:ext cx="595313" cy="76200"/>
          </a:xfrm>
          <a:prstGeom prst="rightArrow">
            <a:avLst>
              <a:gd name="adj1" fmla="val 50000"/>
              <a:gd name="adj2" fmla="val 195313"/>
            </a:avLst>
          </a:prstGeom>
          <a:solidFill>
            <a:srgbClr val="FF20A2"/>
          </a:solidFill>
          <a:ln w="9525">
            <a:solidFill>
              <a:schemeClr val="tx1"/>
            </a:solidFill>
            <a:miter lim="800000"/>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5" name="Rectangle 20"/>
          <p:cNvSpPr>
            <a:spLocks noChangeArrowheads="1"/>
          </p:cNvSpPr>
          <p:nvPr/>
        </p:nvSpPr>
        <p:spPr bwMode="auto">
          <a:xfrm>
            <a:off x="6235700" y="3839458"/>
            <a:ext cx="1803400" cy="498475"/>
          </a:xfrm>
          <a:prstGeom prst="rect">
            <a:avLst/>
          </a:prstGeom>
          <a:noFill/>
          <a:ln w="9525">
            <a:solidFill>
              <a:srgbClr val="40B6EF"/>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6" name="AutoShape 21"/>
          <p:cNvSpPr>
            <a:spLocks noChangeArrowheads="1"/>
          </p:cNvSpPr>
          <p:nvPr/>
        </p:nvSpPr>
        <p:spPr bwMode="auto">
          <a:xfrm>
            <a:off x="5246687" y="5061833"/>
            <a:ext cx="595313" cy="76200"/>
          </a:xfrm>
          <a:prstGeom prst="rightArrow">
            <a:avLst>
              <a:gd name="adj1" fmla="val 50000"/>
              <a:gd name="adj2" fmla="val 195313"/>
            </a:avLst>
          </a:prstGeom>
          <a:solidFill>
            <a:srgbClr val="FF20A2"/>
          </a:solidFill>
          <a:ln w="9525">
            <a:solidFill>
              <a:schemeClr val="tx1"/>
            </a:solidFill>
            <a:miter lim="800000"/>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7" name="Rectangle 23"/>
          <p:cNvSpPr>
            <a:spLocks noChangeArrowheads="1"/>
          </p:cNvSpPr>
          <p:nvPr/>
        </p:nvSpPr>
        <p:spPr bwMode="auto">
          <a:xfrm>
            <a:off x="625475" y="2869496"/>
            <a:ext cx="1584325"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Bound Charge:</a:t>
            </a:r>
            <a:endParaRPr lang="en-US" altLang="zh-CN">
              <a:latin typeface="Times New Roman" panose="02020603050405020304" pitchFamily="18" charset="0"/>
              <a:cs typeface="Times New Roman" panose="02020603050405020304" pitchFamily="18" charset="0"/>
            </a:endParaRPr>
          </a:p>
        </p:txBody>
      </p:sp>
      <p:sp>
        <p:nvSpPr>
          <p:cNvPr id="48" name="Rectangle 24"/>
          <p:cNvSpPr>
            <a:spLocks noChangeArrowheads="1"/>
          </p:cNvSpPr>
          <p:nvPr/>
        </p:nvSpPr>
        <p:spPr bwMode="auto">
          <a:xfrm>
            <a:off x="625475" y="3918833"/>
            <a:ext cx="1439863"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Total Charge:</a:t>
            </a:r>
            <a:endParaRPr lang="en-US" altLang="zh-CN" dirty="0">
              <a:latin typeface="Times New Roman" panose="02020603050405020304" pitchFamily="18" charset="0"/>
              <a:cs typeface="Times New Roman" panose="02020603050405020304" pitchFamily="18" charset="0"/>
            </a:endParaRPr>
          </a:p>
        </p:txBody>
      </p:sp>
      <p:sp>
        <p:nvSpPr>
          <p:cNvPr id="49" name="Rectangle 25"/>
          <p:cNvSpPr>
            <a:spLocks noChangeArrowheads="1"/>
          </p:cNvSpPr>
          <p:nvPr/>
        </p:nvSpPr>
        <p:spPr bwMode="auto">
          <a:xfrm>
            <a:off x="655638" y="4942771"/>
            <a:ext cx="1379538"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Free Charge:</a:t>
            </a: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40</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2999"/>
            <a:ext cx="8686800" cy="954107"/>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Electric Susceptibility</a:t>
            </a:r>
            <a:r>
              <a:rPr lang="zh-CN" altLang="en-US" sz="2800" dirty="0">
                <a:solidFill>
                  <a:srgbClr val="000099"/>
                </a:solidFill>
                <a:latin typeface="华文行楷" panose="02010800040101010101" pitchFamily="2" charset="-122"/>
                <a:ea typeface="华文行楷" panose="02010800040101010101" pitchFamily="2" charset="-122"/>
              </a:rPr>
              <a:t>电极化率</a:t>
            </a:r>
            <a:r>
              <a:rPr lang="en-US" altLang="zh-CN" sz="2800" dirty="0">
                <a:solidFill>
                  <a:srgbClr val="000099"/>
                </a:solidFill>
                <a:latin typeface="Times New Roman" panose="02020603050405020304" pitchFamily="18" charset="0"/>
              </a:rPr>
              <a:t> and the relative permittivity</a:t>
            </a:r>
            <a:r>
              <a:rPr lang="zh-CN" altLang="en-US" sz="2800" dirty="0">
                <a:solidFill>
                  <a:srgbClr val="000099"/>
                </a:solidFill>
                <a:latin typeface="华文行楷" panose="02010800040101010101" pitchFamily="2" charset="-122"/>
                <a:ea typeface="华文行楷" panose="02010800040101010101" pitchFamily="2" charset="-122"/>
              </a:rPr>
              <a:t>相对介电常数</a:t>
            </a:r>
            <a:endParaRPr lang="en-US" altLang="zh-CN" sz="2800" dirty="0">
              <a:solidFill>
                <a:srgbClr val="000099"/>
              </a:solidFill>
              <a:latin typeface="华文行楷" panose="02010800040101010101" pitchFamily="2" charset="-122"/>
              <a:ea typeface="华文行楷" panose="02010800040101010101" pitchFamily="2" charset="-122"/>
            </a:endParaRPr>
          </a:p>
        </p:txBody>
      </p:sp>
      <p:pic>
        <p:nvPicPr>
          <p:cNvPr id="3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389" y="2819400"/>
            <a:ext cx="1773238"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6"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50703" y="5948363"/>
            <a:ext cx="1371600"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7" name="Rectangle 6"/>
          <p:cNvSpPr>
            <a:spLocks noChangeArrowheads="1"/>
          </p:cNvSpPr>
          <p:nvPr/>
        </p:nvSpPr>
        <p:spPr bwMode="auto">
          <a:xfrm>
            <a:off x="618331" y="2080740"/>
            <a:ext cx="7753351"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A stronger electric field results in a larger polarization in the medium.  </a:t>
            </a:r>
            <a:r>
              <a:rPr lang="en-US" altLang="zh-CN" dirty="0">
                <a:highlight>
                  <a:srgbClr val="FFFF00"/>
                </a:highlight>
                <a:latin typeface="Times New Roman" panose="02020603050405020304" pitchFamily="18" charset="0"/>
                <a:cs typeface="Times New Roman" panose="02020603050405020304" pitchFamily="18" charset="0"/>
              </a:rPr>
              <a:t>In a </a:t>
            </a:r>
            <a:r>
              <a:rPr lang="en-US" altLang="zh-CN" i="1" dirty="0">
                <a:solidFill>
                  <a:srgbClr val="C00000"/>
                </a:solidFill>
                <a:highlight>
                  <a:srgbClr val="FFFF00"/>
                </a:highlight>
                <a:latin typeface="Times New Roman" panose="02020603050405020304" pitchFamily="18" charset="0"/>
                <a:cs typeface="Times New Roman" panose="02020603050405020304" pitchFamily="18" charset="0"/>
              </a:rPr>
              <a:t>linear </a:t>
            </a:r>
            <a:r>
              <a:rPr lang="en-US" altLang="zh-CN" dirty="0">
                <a:solidFill>
                  <a:srgbClr val="C00000"/>
                </a:solidFill>
                <a:highlight>
                  <a:srgbClr val="FFFF00"/>
                </a:highlight>
                <a:latin typeface="Times New Roman" panose="02020603050405020304" pitchFamily="18" charset="0"/>
                <a:cs typeface="Times New Roman" panose="02020603050405020304" pitchFamily="18" charset="0"/>
              </a:rPr>
              <a:t>medium</a:t>
            </a:r>
            <a:r>
              <a:rPr lang="en-US" altLang="zh-CN" dirty="0">
                <a:highlight>
                  <a:srgbClr val="FFFF00"/>
                </a:highlight>
                <a:latin typeface="Times New Roman" panose="02020603050405020304" pitchFamily="18" charset="0"/>
                <a:cs typeface="Times New Roman" panose="02020603050405020304" pitchFamily="18" charset="0"/>
              </a:rPr>
              <a:t>, the relation between </a:t>
            </a:r>
            <a:r>
              <a:rPr lang="en-US" altLang="zh-CN" b="1" dirty="0">
                <a:highlight>
                  <a:srgbClr val="FFFF00"/>
                </a:highlight>
                <a:latin typeface="Times New Roman" panose="02020603050405020304" pitchFamily="18" charset="0"/>
                <a:cs typeface="Times New Roman" panose="02020603050405020304" pitchFamily="18" charset="0"/>
              </a:rPr>
              <a:t>P </a:t>
            </a:r>
            <a:r>
              <a:rPr lang="en-US" altLang="zh-CN" dirty="0">
                <a:highlight>
                  <a:srgbClr val="FFFF00"/>
                </a:highlight>
                <a:latin typeface="Times New Roman" panose="02020603050405020304" pitchFamily="18" charset="0"/>
                <a:cs typeface="Times New Roman" panose="02020603050405020304" pitchFamily="18" charset="0"/>
              </a:rPr>
              <a:t>and </a:t>
            </a:r>
            <a:r>
              <a:rPr lang="en-US" altLang="zh-CN" b="1" dirty="0">
                <a:highlight>
                  <a:srgbClr val="FFFF00"/>
                </a:highlight>
                <a:latin typeface="Times New Roman" panose="02020603050405020304" pitchFamily="18" charset="0"/>
                <a:cs typeface="Times New Roman" panose="02020603050405020304" pitchFamily="18" charset="0"/>
              </a:rPr>
              <a:t>E </a:t>
            </a:r>
            <a:r>
              <a:rPr lang="en-US" altLang="zh-CN" dirty="0">
                <a:highlight>
                  <a:srgbClr val="FFFF00"/>
                </a:highlight>
                <a:latin typeface="Times New Roman" panose="02020603050405020304" pitchFamily="18" charset="0"/>
                <a:cs typeface="Times New Roman" panose="02020603050405020304" pitchFamily="18" charset="0"/>
              </a:rPr>
              <a:t>is </a:t>
            </a:r>
            <a:r>
              <a:rPr lang="en-US" altLang="zh-CN" dirty="0">
                <a:solidFill>
                  <a:srgbClr val="C00000"/>
                </a:solidFill>
                <a:highlight>
                  <a:srgbClr val="FFFF00"/>
                </a:highlight>
                <a:latin typeface="Times New Roman" panose="02020603050405020304" pitchFamily="18" charset="0"/>
                <a:cs typeface="Times New Roman" panose="02020603050405020304" pitchFamily="18" charset="0"/>
              </a:rPr>
              <a:t>linear</a:t>
            </a:r>
            <a:r>
              <a:rPr lang="en-US" altLang="zh-CN" dirty="0">
                <a:latin typeface="Times New Roman" panose="02020603050405020304" pitchFamily="18" charset="0"/>
                <a:cs typeface="Times New Roman" panose="02020603050405020304" pitchFamily="18" charset="0"/>
              </a:rPr>
              <a:t>, and is given by:</a:t>
            </a:r>
            <a:endParaRPr lang="en-US" altLang="zh-CN" dirty="0">
              <a:latin typeface="Times New Roman" panose="02020603050405020304" pitchFamily="18" charset="0"/>
              <a:cs typeface="Times New Roman" panose="02020603050405020304" pitchFamily="18" charset="0"/>
            </a:endParaRPr>
          </a:p>
        </p:txBody>
      </p:sp>
      <p:sp>
        <p:nvSpPr>
          <p:cNvPr id="58" name="Rectangle 7"/>
          <p:cNvSpPr>
            <a:spLocks noChangeArrowheads="1"/>
          </p:cNvSpPr>
          <p:nvPr/>
        </p:nvSpPr>
        <p:spPr bwMode="auto">
          <a:xfrm>
            <a:off x="717550" y="3429000"/>
            <a:ext cx="6202339"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solidFill>
                  <a:srgbClr val="C00000"/>
                </a:solidFill>
                <a:highlight>
                  <a:srgbClr val="FFFF00"/>
                </a:highlight>
                <a:latin typeface="Times New Roman" panose="02020603050405020304" pitchFamily="18" charset="0"/>
                <a:cs typeface="Times New Roman" panose="02020603050405020304" pitchFamily="18" charset="0"/>
              </a:rPr>
              <a:t>where </a:t>
            </a:r>
            <a:r>
              <a:rPr lang="en-US" altLang="zh-CN" i="1" dirty="0">
                <a:solidFill>
                  <a:srgbClr val="C00000"/>
                </a:solidFill>
                <a:highlight>
                  <a:srgbClr val="FFFF00"/>
                </a:highlight>
                <a:latin typeface="Times New Roman" panose="02020603050405020304" pitchFamily="18" charset="0"/>
                <a:cs typeface="Times New Roman" panose="02020603050405020304" pitchFamily="18" charset="0"/>
                <a:sym typeface="Symbol" panose="05050102010706020507" pitchFamily="1" charset="2"/>
              </a:rPr>
              <a:t></a:t>
            </a:r>
            <a:r>
              <a:rPr lang="en-US" altLang="zh-CN" i="1" baseline="-25000" dirty="0">
                <a:solidFill>
                  <a:srgbClr val="C00000"/>
                </a:solidFill>
                <a:highlight>
                  <a:srgbClr val="FFFF00"/>
                </a:highlight>
                <a:latin typeface="Times New Roman" panose="02020603050405020304" pitchFamily="18" charset="0"/>
                <a:cs typeface="Times New Roman" panose="02020603050405020304" pitchFamily="18" charset="0"/>
              </a:rPr>
              <a:t>e </a:t>
            </a:r>
            <a:r>
              <a:rPr lang="en-US" altLang="zh-CN" dirty="0">
                <a:solidFill>
                  <a:srgbClr val="C00000"/>
                </a:solidFill>
                <a:highlight>
                  <a:srgbClr val="FFFF00"/>
                </a:highlight>
                <a:latin typeface="Times New Roman" panose="02020603050405020304" pitchFamily="18" charset="0"/>
                <a:cs typeface="Times New Roman" panose="02020603050405020304" pitchFamily="18" charset="0"/>
              </a:rPr>
              <a:t>is the electric </a:t>
            </a:r>
            <a:r>
              <a:rPr lang="en-US" altLang="zh-CN" i="1" dirty="0">
                <a:solidFill>
                  <a:srgbClr val="C00000"/>
                </a:solidFill>
                <a:highlight>
                  <a:srgbClr val="FFFF00"/>
                </a:highlight>
                <a:latin typeface="Times New Roman" panose="02020603050405020304" pitchFamily="18" charset="0"/>
                <a:cs typeface="Times New Roman" panose="02020603050405020304" pitchFamily="18" charset="0"/>
              </a:rPr>
              <a:t>susceptibility (</a:t>
            </a:r>
            <a:r>
              <a:rPr lang="zh-CN" altLang="en-US" i="1" dirty="0">
                <a:solidFill>
                  <a:srgbClr val="C00000"/>
                </a:solidFill>
                <a:highlight>
                  <a:srgbClr val="FFFF00"/>
                </a:highlight>
                <a:latin typeface="Times New Roman" panose="02020603050405020304" pitchFamily="18" charset="0"/>
                <a:cs typeface="Times New Roman" panose="02020603050405020304" pitchFamily="18" charset="0"/>
              </a:rPr>
              <a:t>电极化率</a:t>
            </a:r>
            <a:r>
              <a:rPr lang="en-US" altLang="zh-CN" i="1" dirty="0">
                <a:solidFill>
                  <a:srgbClr val="C00000"/>
                </a:solidFill>
                <a:highlight>
                  <a:srgbClr val="FFFF00"/>
                </a:highlight>
                <a:latin typeface="Times New Roman" panose="02020603050405020304" pitchFamily="18" charset="0"/>
                <a:cs typeface="Times New Roman" panose="02020603050405020304" pitchFamily="18" charset="0"/>
              </a:rPr>
              <a:t>)</a:t>
            </a:r>
            <a:r>
              <a:rPr lang="en-US" altLang="zh-CN" dirty="0">
                <a:solidFill>
                  <a:srgbClr val="C00000"/>
                </a:solidFill>
                <a:latin typeface="Times New Roman" panose="02020603050405020304" pitchFamily="18" charset="0"/>
                <a:cs typeface="Times New Roman" panose="02020603050405020304" pitchFamily="18" charset="0"/>
              </a:rPr>
              <a:t>of the medium.  </a:t>
            </a:r>
            <a:endParaRPr lang="en-US" altLang="zh-CN" dirty="0">
              <a:solidFill>
                <a:srgbClr val="C00000"/>
              </a:solidFill>
              <a:latin typeface="Times New Roman" panose="02020603050405020304" pitchFamily="18" charset="0"/>
              <a:cs typeface="Times New Roman" panose="02020603050405020304" pitchFamily="18" charset="0"/>
            </a:endParaRPr>
          </a:p>
        </p:txBody>
      </p:sp>
      <p:sp>
        <p:nvSpPr>
          <p:cNvPr id="59" name="Rectangle 8"/>
          <p:cNvSpPr>
            <a:spLocks noChangeArrowheads="1"/>
          </p:cNvSpPr>
          <p:nvPr/>
        </p:nvSpPr>
        <p:spPr bwMode="auto">
          <a:xfrm>
            <a:off x="3075826" y="2819400"/>
            <a:ext cx="1877173" cy="457200"/>
          </a:xfrm>
          <a:prstGeom prst="rect">
            <a:avLst/>
          </a:prstGeom>
          <a:noFill/>
          <a:ln w="9525">
            <a:solidFill>
              <a:srgbClr val="40B6EF"/>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pic>
        <p:nvPicPr>
          <p:cNvPr id="60"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47808" y="4002086"/>
            <a:ext cx="4186238"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1" name="Picture 1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27903" y="4966479"/>
            <a:ext cx="1673225"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2" name="Rectangle 11"/>
          <p:cNvSpPr>
            <a:spLocks noChangeArrowheads="1"/>
          </p:cNvSpPr>
          <p:nvPr/>
        </p:nvSpPr>
        <p:spPr bwMode="auto">
          <a:xfrm>
            <a:off x="696913" y="4067968"/>
            <a:ext cx="1993900" cy="369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We may now write:</a:t>
            </a:r>
            <a:endParaRPr lang="en-US" altLang="zh-CN" dirty="0">
              <a:latin typeface="Times New Roman" panose="02020603050405020304" pitchFamily="18" charset="0"/>
              <a:cs typeface="Times New Roman" panose="02020603050405020304" pitchFamily="18" charset="0"/>
            </a:endParaRPr>
          </a:p>
        </p:txBody>
      </p:sp>
      <p:sp>
        <p:nvSpPr>
          <p:cNvPr id="63" name="Rectangle 12"/>
          <p:cNvSpPr>
            <a:spLocks noChangeArrowheads="1"/>
          </p:cNvSpPr>
          <p:nvPr/>
        </p:nvSpPr>
        <p:spPr bwMode="auto">
          <a:xfrm>
            <a:off x="729411" y="4495800"/>
            <a:ext cx="6087949"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where the </a:t>
            </a:r>
            <a:r>
              <a:rPr lang="en-US" altLang="zh-CN" i="1" dirty="0">
                <a:latin typeface="Times New Roman" panose="02020603050405020304" pitchFamily="18" charset="0"/>
                <a:cs typeface="Times New Roman" panose="02020603050405020304" pitchFamily="18" charset="0"/>
              </a:rPr>
              <a:t>relative permittivity</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（相对介电常数）</a:t>
            </a:r>
            <a:r>
              <a:rPr lang="en-US" altLang="zh-CN" dirty="0">
                <a:latin typeface="Times New Roman" panose="02020603050405020304" pitchFamily="18" charset="0"/>
                <a:cs typeface="Times New Roman" panose="02020603050405020304" pitchFamily="18" charset="0"/>
              </a:rPr>
              <a:t>is defined as:</a:t>
            </a:r>
            <a:endParaRPr lang="en-US" altLang="zh-CN" dirty="0">
              <a:latin typeface="Times New Roman" panose="02020603050405020304" pitchFamily="18" charset="0"/>
              <a:cs typeface="Times New Roman" panose="02020603050405020304" pitchFamily="18" charset="0"/>
            </a:endParaRPr>
          </a:p>
        </p:txBody>
      </p:sp>
      <p:sp>
        <p:nvSpPr>
          <p:cNvPr id="64" name="Rectangle 13"/>
          <p:cNvSpPr>
            <a:spLocks noChangeArrowheads="1"/>
          </p:cNvSpPr>
          <p:nvPr/>
        </p:nvSpPr>
        <p:spPr bwMode="auto">
          <a:xfrm>
            <a:off x="3445280" y="4947429"/>
            <a:ext cx="1752600" cy="457200"/>
          </a:xfrm>
          <a:prstGeom prst="rect">
            <a:avLst/>
          </a:prstGeom>
          <a:noFill/>
          <a:ln w="9525">
            <a:solidFill>
              <a:srgbClr val="40B6EF"/>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5" name="Rectangle 14"/>
          <p:cNvSpPr>
            <a:spLocks noChangeArrowheads="1"/>
          </p:cNvSpPr>
          <p:nvPr/>
        </p:nvSpPr>
        <p:spPr bwMode="auto">
          <a:xfrm>
            <a:off x="762000" y="5486400"/>
            <a:ext cx="4833938" cy="369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Leading to the overall permittivity of the medium:</a:t>
            </a:r>
            <a:endParaRPr lang="en-US" altLang="zh-CN">
              <a:latin typeface="Times New Roman" panose="02020603050405020304" pitchFamily="18" charset="0"/>
              <a:cs typeface="Times New Roman" panose="02020603050405020304" pitchFamily="18" charset="0"/>
            </a:endParaRPr>
          </a:p>
        </p:txBody>
      </p:sp>
      <p:sp>
        <p:nvSpPr>
          <p:cNvPr id="66" name="Rectangle 15"/>
          <p:cNvSpPr>
            <a:spLocks noChangeArrowheads="1"/>
          </p:cNvSpPr>
          <p:nvPr/>
        </p:nvSpPr>
        <p:spPr bwMode="auto">
          <a:xfrm>
            <a:off x="4620164" y="5943600"/>
            <a:ext cx="1371600" cy="457200"/>
          </a:xfrm>
          <a:prstGeom prst="rect">
            <a:avLst/>
          </a:prstGeom>
          <a:noFill/>
          <a:ln w="9525">
            <a:solidFill>
              <a:srgbClr val="40B6EF"/>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pic>
        <p:nvPicPr>
          <p:cNvPr id="33" name="Picture 1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523121" y="5885805"/>
            <a:ext cx="1389063"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4" name="Rectangle 18"/>
          <p:cNvSpPr>
            <a:spLocks noChangeArrowheads="1"/>
          </p:cNvSpPr>
          <p:nvPr/>
        </p:nvSpPr>
        <p:spPr bwMode="auto">
          <a:xfrm>
            <a:off x="3922562" y="5988918"/>
            <a:ext cx="749300" cy="369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where</a:t>
            </a:r>
            <a:endParaRPr lang="en-US" altLang="zh-CN" dirty="0">
              <a:latin typeface="Times New Roman" panose="02020603050405020304" pitchFamily="18" charset="0"/>
              <a:cs typeface="Times New Roman" panose="02020603050405020304" pitchFamily="18" charset="0"/>
            </a:endParaRPr>
          </a:p>
        </p:txBody>
      </p:sp>
      <p:sp>
        <p:nvSpPr>
          <p:cNvPr id="30" name="Line 20"/>
          <p:cNvSpPr>
            <a:spLocks noChangeShapeType="1"/>
          </p:cNvSpPr>
          <p:nvPr/>
        </p:nvSpPr>
        <p:spPr bwMode="auto">
          <a:xfrm>
            <a:off x="1780425" y="4865687"/>
            <a:ext cx="1759699" cy="0"/>
          </a:xfrm>
          <a:prstGeom prst="line">
            <a:avLst/>
          </a:prstGeom>
          <a:noFill/>
          <a:ln w="9525">
            <a:solidFill>
              <a:srgbClr val="FF20A2"/>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41</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2999"/>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highlight>
                  <a:srgbClr val="FFFF00"/>
                </a:highlight>
                <a:latin typeface="Times New Roman" panose="02020603050405020304" pitchFamily="18" charset="0"/>
              </a:rPr>
              <a:t>Isotropic</a:t>
            </a:r>
            <a:r>
              <a:rPr lang="zh-CN" altLang="en-US" sz="2800" dirty="0">
                <a:solidFill>
                  <a:srgbClr val="000099"/>
                </a:solidFill>
                <a:latin typeface="华文行楷" panose="02010800040101010101" pitchFamily="2" charset="-122"/>
                <a:ea typeface="华文行楷" panose="02010800040101010101" pitchFamily="2" charset="-122"/>
              </a:rPr>
              <a:t>各向同性</a:t>
            </a:r>
            <a:r>
              <a:rPr lang="en-US" altLang="zh-CN" sz="2800" dirty="0">
                <a:solidFill>
                  <a:srgbClr val="000099"/>
                </a:solidFill>
                <a:latin typeface="Times New Roman" panose="02020603050405020304" pitchFamily="18" charset="0"/>
              </a:rPr>
              <a:t> vs. </a:t>
            </a:r>
            <a:r>
              <a:rPr lang="en-US" altLang="zh-CN" sz="2800" dirty="0">
                <a:solidFill>
                  <a:srgbClr val="000099"/>
                </a:solidFill>
                <a:highlight>
                  <a:srgbClr val="FFFF00"/>
                </a:highlight>
                <a:latin typeface="Times New Roman" panose="02020603050405020304" pitchFamily="18" charset="0"/>
              </a:rPr>
              <a:t>Anisotropic</a:t>
            </a:r>
            <a:r>
              <a:rPr lang="zh-CN" altLang="en-US" sz="2800" dirty="0">
                <a:solidFill>
                  <a:srgbClr val="000099"/>
                </a:solidFill>
                <a:latin typeface="华文行楷" panose="02010800040101010101" pitchFamily="2" charset="-122"/>
                <a:ea typeface="华文行楷" panose="02010800040101010101" pitchFamily="2" charset="-122"/>
              </a:rPr>
              <a:t>各向异性</a:t>
            </a:r>
            <a:r>
              <a:rPr lang="zh-CN" altLang="en-US" sz="2800" dirty="0">
                <a:solidFill>
                  <a:srgbClr val="000099"/>
                </a:solidFill>
                <a:latin typeface="Times New Roman" panose="02020603050405020304" pitchFamily="18" charset="0"/>
              </a:rPr>
              <a:t> </a:t>
            </a:r>
            <a:r>
              <a:rPr lang="en-US" altLang="zh-CN" sz="2800" dirty="0">
                <a:solidFill>
                  <a:srgbClr val="000099"/>
                </a:solidFill>
                <a:latin typeface="Times New Roman" panose="02020603050405020304" pitchFamily="18" charset="0"/>
              </a:rPr>
              <a:t>Media</a:t>
            </a:r>
            <a:endParaRPr lang="en-US" altLang="zh-CN" sz="2800" dirty="0">
              <a:solidFill>
                <a:srgbClr val="000099"/>
              </a:solidFill>
              <a:latin typeface="华文行楷" panose="02010800040101010101" pitchFamily="2" charset="-122"/>
              <a:ea typeface="华文行楷" panose="02010800040101010101" pitchFamily="2" charset="-122"/>
            </a:endParaRPr>
          </a:p>
        </p:txBody>
      </p:sp>
      <p:sp>
        <p:nvSpPr>
          <p:cNvPr id="24" name="Rectangle 3"/>
          <p:cNvSpPr>
            <a:spLocks noChangeArrowheads="1"/>
          </p:cNvSpPr>
          <p:nvPr/>
        </p:nvSpPr>
        <p:spPr bwMode="auto">
          <a:xfrm>
            <a:off x="484187" y="1934279"/>
            <a:ext cx="8507413"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In an </a:t>
            </a:r>
            <a:r>
              <a:rPr lang="en-US" altLang="zh-CN" i="1" dirty="0">
                <a:solidFill>
                  <a:srgbClr val="C00000"/>
                </a:solidFill>
                <a:latin typeface="Times New Roman" panose="02020603050405020304" pitchFamily="18" charset="0"/>
                <a:cs typeface="Times New Roman" panose="02020603050405020304" pitchFamily="18" charset="0"/>
              </a:rPr>
              <a:t>isotropic </a:t>
            </a:r>
            <a:r>
              <a:rPr lang="en-US" altLang="zh-CN" dirty="0">
                <a:solidFill>
                  <a:srgbClr val="C00000"/>
                </a:solidFill>
                <a:latin typeface="Times New Roman" panose="02020603050405020304" pitchFamily="18" charset="0"/>
                <a:cs typeface="Times New Roman" panose="02020603050405020304" pitchFamily="18" charset="0"/>
              </a:rPr>
              <a:t>medium, the dielectric constant is invariant with </a:t>
            </a:r>
            <a:r>
              <a:rPr lang="en-US" altLang="zh-CN" i="1" dirty="0">
                <a:solidFill>
                  <a:srgbClr val="C00000"/>
                </a:solidFill>
                <a:latin typeface="Times New Roman" panose="02020603050405020304" pitchFamily="18" charset="0"/>
                <a:cs typeface="Times New Roman" panose="02020603050405020304" pitchFamily="18" charset="0"/>
              </a:rPr>
              <a:t>direction</a:t>
            </a:r>
            <a:r>
              <a:rPr lang="en-US" altLang="zh-CN" dirty="0">
                <a:solidFill>
                  <a:srgbClr val="C00000"/>
                </a:solidFill>
                <a:latin typeface="Times New Roman" panose="02020603050405020304" pitchFamily="18" charset="0"/>
                <a:cs typeface="Times New Roman" panose="02020603050405020304" pitchFamily="18" charset="0"/>
              </a:rPr>
              <a:t> of the applied electric field</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p:txBody>
      </p:sp>
      <p:sp>
        <p:nvSpPr>
          <p:cNvPr id="25" name="Rectangle 4"/>
          <p:cNvSpPr>
            <a:spLocks noChangeArrowheads="1"/>
          </p:cNvSpPr>
          <p:nvPr/>
        </p:nvSpPr>
        <p:spPr bwMode="auto">
          <a:xfrm>
            <a:off x="484187" y="2667000"/>
            <a:ext cx="8355013" cy="12003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This is not the case in an </a:t>
            </a:r>
            <a:r>
              <a:rPr lang="en-US" altLang="zh-CN" i="1" dirty="0">
                <a:solidFill>
                  <a:srgbClr val="C00000"/>
                </a:solidFill>
                <a:latin typeface="Times New Roman" panose="02020603050405020304" pitchFamily="18" charset="0"/>
                <a:cs typeface="Times New Roman" panose="02020603050405020304" pitchFamily="18" charset="0"/>
              </a:rPr>
              <a:t>anisotropic </a:t>
            </a:r>
            <a:r>
              <a:rPr lang="en-US" altLang="zh-CN" dirty="0">
                <a:solidFill>
                  <a:srgbClr val="C00000"/>
                </a:solidFill>
                <a:latin typeface="Times New Roman" panose="02020603050405020304" pitchFamily="18" charset="0"/>
                <a:cs typeface="Times New Roman" panose="02020603050405020304" pitchFamily="18" charset="0"/>
              </a:rPr>
              <a:t>medium </a:t>
            </a:r>
            <a:r>
              <a:rPr lang="en-US" altLang="zh-CN" dirty="0">
                <a:latin typeface="Times New Roman" panose="02020603050405020304" pitchFamily="18" charset="0"/>
                <a:cs typeface="Times New Roman" panose="02020603050405020304" pitchFamily="18" charset="0"/>
              </a:rPr>
              <a:t>(usually a crystal) in which the dielectric constant will </a:t>
            </a:r>
            <a:r>
              <a:rPr lang="en-US" altLang="zh-CN" dirty="0">
                <a:solidFill>
                  <a:srgbClr val="C00000"/>
                </a:solidFill>
                <a:latin typeface="Times New Roman" panose="02020603050405020304" pitchFamily="18" charset="0"/>
                <a:cs typeface="Times New Roman" panose="02020603050405020304" pitchFamily="18" charset="0"/>
              </a:rPr>
              <a:t>vary as the electric field is rotated in certain directions</a:t>
            </a:r>
            <a:r>
              <a:rPr lang="en-US" altLang="zh-CN" dirty="0">
                <a:latin typeface="Times New Roman" panose="02020603050405020304" pitchFamily="18" charset="0"/>
                <a:cs typeface="Times New Roman" panose="02020603050405020304" pitchFamily="18" charset="0"/>
              </a:rPr>
              <a:t>.  In this case, the electric flux density vector components must be evaluated separately through the </a:t>
            </a:r>
            <a:r>
              <a:rPr lang="en-US" altLang="zh-CN" dirty="0">
                <a:solidFill>
                  <a:srgbClr val="C00000"/>
                </a:solidFill>
                <a:latin typeface="Times New Roman" panose="02020603050405020304" pitchFamily="18" charset="0"/>
                <a:cs typeface="Times New Roman" panose="02020603050405020304" pitchFamily="18" charset="0"/>
              </a:rPr>
              <a:t>dielectric </a:t>
            </a:r>
            <a:r>
              <a:rPr lang="en-US" altLang="zh-CN" i="1" dirty="0">
                <a:solidFill>
                  <a:srgbClr val="C00000"/>
                </a:solidFill>
                <a:latin typeface="Times New Roman" panose="02020603050405020304" pitchFamily="18" charset="0"/>
                <a:cs typeface="Times New Roman" panose="02020603050405020304" pitchFamily="18" charset="0"/>
              </a:rPr>
              <a:t>tensor</a:t>
            </a:r>
            <a:r>
              <a:rPr lang="en-US" altLang="zh-CN" dirty="0">
                <a:latin typeface="Times New Roman" panose="02020603050405020304" pitchFamily="18" charset="0"/>
                <a:cs typeface="Times New Roman" panose="02020603050405020304" pitchFamily="18" charset="0"/>
              </a:rPr>
              <a:t>.  The relation can be expressed in the form:</a:t>
            </a:r>
            <a:endParaRPr lang="en-US" altLang="zh-CN" dirty="0">
              <a:latin typeface="Times New Roman" panose="02020603050405020304" pitchFamily="18" charset="0"/>
              <a:cs typeface="Times New Roman" panose="02020603050405020304" pitchFamily="18" charset="0"/>
            </a:endParaRPr>
          </a:p>
        </p:txBody>
      </p:sp>
      <p:pic>
        <p:nvPicPr>
          <p:cNvPr id="26"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0" y="4038600"/>
            <a:ext cx="3848100"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矩形 2"/>
          <p:cNvSpPr/>
          <p:nvPr/>
        </p:nvSpPr>
        <p:spPr>
          <a:xfrm>
            <a:off x="990600" y="5584503"/>
            <a:ext cx="5534528" cy="646331"/>
          </a:xfrm>
          <a:prstGeom prst="rect">
            <a:avLst/>
          </a:prstGeom>
        </p:spPr>
        <p:txBody>
          <a:bodyPr wrap="none">
            <a:spAutoFit/>
          </a:bodyPr>
          <a:lstStyle/>
          <a:p>
            <a:r>
              <a:rPr lang="en-US" altLang="zh-CN" dirty="0">
                <a:solidFill>
                  <a:srgbClr val="C00000"/>
                </a:solidFill>
                <a:latin typeface="Times New Roman" panose="02020603050405020304" pitchFamily="18" charset="0"/>
                <a:cs typeface="Times New Roman" panose="02020603050405020304" pitchFamily="18" charset="0"/>
              </a:rPr>
              <a:t>Note: 1) </a:t>
            </a:r>
            <a:r>
              <a:rPr lang="en-US" altLang="zh-CN" b="1" dirty="0">
                <a:solidFill>
                  <a:srgbClr val="C00000"/>
                </a:solidFill>
                <a:latin typeface="Times New Roman" panose="02020603050405020304" pitchFamily="18" charset="0"/>
                <a:cs typeface="Times New Roman" panose="02020603050405020304" pitchFamily="18" charset="0"/>
              </a:rPr>
              <a:t>D </a:t>
            </a:r>
            <a:r>
              <a:rPr lang="en-US" altLang="zh-CN" dirty="0">
                <a:solidFill>
                  <a:srgbClr val="C00000"/>
                </a:solidFill>
                <a:latin typeface="Times New Roman" panose="02020603050405020304" pitchFamily="18" charset="0"/>
                <a:cs typeface="Times New Roman" panose="02020603050405020304" pitchFamily="18" charset="0"/>
              </a:rPr>
              <a:t>and </a:t>
            </a:r>
            <a:r>
              <a:rPr lang="en-US" altLang="zh-CN" b="1" dirty="0">
                <a:solidFill>
                  <a:srgbClr val="C00000"/>
                </a:solidFill>
                <a:latin typeface="Times New Roman" panose="02020603050405020304" pitchFamily="18" charset="0"/>
                <a:cs typeface="Times New Roman" panose="02020603050405020304" pitchFamily="18" charset="0"/>
              </a:rPr>
              <a:t>E </a:t>
            </a:r>
            <a:r>
              <a:rPr lang="en-US" altLang="zh-CN" dirty="0">
                <a:solidFill>
                  <a:srgbClr val="C00000"/>
                </a:solidFill>
                <a:latin typeface="Times New Roman" panose="02020603050405020304" pitchFamily="18" charset="0"/>
                <a:cs typeface="Times New Roman" panose="02020603050405020304" pitchFamily="18" charset="0"/>
              </a:rPr>
              <a:t>(and </a:t>
            </a:r>
            <a:r>
              <a:rPr lang="en-US" altLang="zh-CN" b="1" dirty="0">
                <a:solidFill>
                  <a:srgbClr val="C00000"/>
                </a:solidFill>
                <a:latin typeface="Times New Roman" panose="02020603050405020304" pitchFamily="18" charset="0"/>
                <a:cs typeface="Times New Roman" panose="02020603050405020304" pitchFamily="18" charset="0"/>
              </a:rPr>
              <a:t>P</a:t>
            </a:r>
            <a:r>
              <a:rPr lang="en-US" altLang="zh-CN" dirty="0">
                <a:solidFill>
                  <a:srgbClr val="C00000"/>
                </a:solidFill>
                <a:latin typeface="Times New Roman" panose="02020603050405020304" pitchFamily="18" charset="0"/>
                <a:cs typeface="Times New Roman" panose="02020603050405020304" pitchFamily="18" charset="0"/>
              </a:rPr>
              <a:t>) are no longer parallel;</a:t>
            </a:r>
            <a:endParaRPr lang="en-US" altLang="zh-CN" dirty="0">
              <a:solidFill>
                <a:srgbClr val="C00000"/>
              </a:solidFill>
              <a:latin typeface="Times New Roman" panose="02020603050405020304" pitchFamily="18" charset="0"/>
              <a:cs typeface="Times New Roman" panose="02020603050405020304" pitchFamily="18" charset="0"/>
            </a:endParaRPr>
          </a:p>
          <a:p>
            <a:r>
              <a:rPr lang="en-US" altLang="zh-CN" dirty="0">
                <a:solidFill>
                  <a:srgbClr val="C00000"/>
                </a:solidFill>
                <a:latin typeface="Times New Roman" panose="02020603050405020304" pitchFamily="18" charset="0"/>
                <a:cs typeface="Times New Roman" panose="02020603050405020304" pitchFamily="18" charset="0"/>
              </a:rPr>
              <a:t>          2) There may be hysteresis </a:t>
            </a:r>
            <a:r>
              <a:rPr lang="zh-CN" altLang="en-US"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滞后</a:t>
            </a:r>
            <a:r>
              <a:rPr lang="zh-CN" altLang="en-US" dirty="0">
                <a:solidFill>
                  <a:srgbClr val="C00000"/>
                </a:solidFill>
                <a:latin typeface="Times New Roman" panose="02020603050405020304" pitchFamily="18" charset="0"/>
                <a:cs typeface="Times New Roman" panose="02020603050405020304" pitchFamily="18" charset="0"/>
              </a:rPr>
              <a:t> </a:t>
            </a:r>
            <a:r>
              <a:rPr lang="en-US" altLang="zh-CN" dirty="0">
                <a:solidFill>
                  <a:srgbClr val="C00000"/>
                </a:solidFill>
                <a:latin typeface="Times New Roman" panose="02020603050405020304" pitchFamily="18" charset="0"/>
                <a:cs typeface="Times New Roman" panose="02020603050405020304" pitchFamily="18" charset="0"/>
              </a:rPr>
              <a:t>between </a:t>
            </a:r>
            <a:r>
              <a:rPr lang="en-US" altLang="zh-CN" b="1" dirty="0">
                <a:solidFill>
                  <a:srgbClr val="C00000"/>
                </a:solidFill>
                <a:latin typeface="Times New Roman" panose="02020603050405020304" pitchFamily="18" charset="0"/>
                <a:cs typeface="Times New Roman" panose="02020603050405020304" pitchFamily="18" charset="0"/>
              </a:rPr>
              <a:t>D </a:t>
            </a:r>
            <a:r>
              <a:rPr lang="en-US" altLang="zh-CN" dirty="0">
                <a:solidFill>
                  <a:srgbClr val="C00000"/>
                </a:solidFill>
                <a:latin typeface="Times New Roman" panose="02020603050405020304" pitchFamily="18" charset="0"/>
                <a:cs typeface="Times New Roman" panose="02020603050405020304" pitchFamily="18" charset="0"/>
              </a:rPr>
              <a:t>and </a:t>
            </a:r>
            <a:r>
              <a:rPr lang="en-US" altLang="zh-CN" b="1" dirty="0">
                <a:solidFill>
                  <a:srgbClr val="C00000"/>
                </a:solidFill>
                <a:latin typeface="Times New Roman" panose="02020603050405020304" pitchFamily="18" charset="0"/>
                <a:cs typeface="Times New Roman" panose="02020603050405020304" pitchFamily="18" charset="0"/>
              </a:rPr>
              <a:t>E</a:t>
            </a:r>
            <a:r>
              <a:rPr lang="en-US" altLang="zh-CN" dirty="0">
                <a:solidFill>
                  <a:srgbClr val="C00000"/>
                </a:solidFill>
                <a:latin typeface="Times New Roman" panose="02020603050405020304" pitchFamily="18" charset="0"/>
                <a:cs typeface="Times New Roman" panose="02020603050405020304" pitchFamily="18" charset="0"/>
              </a:rPr>
              <a:t>. </a:t>
            </a:r>
            <a:endParaRPr lang="zh-CN" altLang="en-US"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42</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2999"/>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Summary</a:t>
            </a:r>
            <a:endParaRPr lang="en-US" altLang="zh-CN" sz="2800" dirty="0">
              <a:solidFill>
                <a:srgbClr val="000099"/>
              </a:solidFill>
              <a:latin typeface="华文行楷" panose="02010800040101010101" pitchFamily="2" charset="-122"/>
              <a:ea typeface="华文行楷" panose="02010800040101010101" pitchFamily="2" charset="-122"/>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226" y="1828800"/>
            <a:ext cx="7848600" cy="41223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7696200" y="2590800"/>
            <a:ext cx="762000" cy="9906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ln>
                <a:solidFill>
                  <a:schemeClr val="accent3"/>
                </a:solidFill>
              </a:ln>
            </a:endParaRPr>
          </a:p>
        </p:txBody>
      </p:sp>
      <p:sp>
        <p:nvSpPr>
          <p:cNvPr id="13" name="矩形 12"/>
          <p:cNvSpPr/>
          <p:nvPr/>
        </p:nvSpPr>
        <p:spPr>
          <a:xfrm>
            <a:off x="7543800" y="4419600"/>
            <a:ext cx="762000" cy="12954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ln>
                <a:solidFill>
                  <a:schemeClr val="accent3"/>
                </a:solidFill>
              </a:l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 name="Group 15"/>
          <p:cNvGrpSpPr/>
          <p:nvPr/>
        </p:nvGrpSpPr>
        <p:grpSpPr bwMode="auto">
          <a:xfrm>
            <a:off x="833437" y="1270000"/>
            <a:ext cx="6934201" cy="3773488"/>
            <a:chOff x="624" y="912"/>
            <a:chExt cx="4368" cy="2377"/>
          </a:xfrm>
        </p:grpSpPr>
        <p:grpSp>
          <p:nvGrpSpPr>
            <p:cNvPr id="76" name="Group 11"/>
            <p:cNvGrpSpPr/>
            <p:nvPr/>
          </p:nvGrpSpPr>
          <p:grpSpPr bwMode="auto">
            <a:xfrm>
              <a:off x="624" y="912"/>
              <a:ext cx="4368" cy="2249"/>
              <a:chOff x="624" y="912"/>
              <a:chExt cx="4368" cy="2249"/>
            </a:xfrm>
          </p:grpSpPr>
          <p:grpSp>
            <p:nvGrpSpPr>
              <p:cNvPr id="79" name="Group 6"/>
              <p:cNvGrpSpPr/>
              <p:nvPr/>
            </p:nvGrpSpPr>
            <p:grpSpPr bwMode="auto">
              <a:xfrm>
                <a:off x="864" y="912"/>
                <a:ext cx="4128" cy="2031"/>
                <a:chOff x="864" y="912"/>
                <a:chExt cx="4128" cy="2031"/>
              </a:xfrm>
            </p:grpSpPr>
            <p:pic>
              <p:nvPicPr>
                <p:cNvPr id="84" name="Picture 2" descr="Figure 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64" y="1056"/>
                  <a:ext cx="3888" cy="1887"/>
                </a:xfrm>
                <a:prstGeom prst="rect">
                  <a:avLst/>
                </a:prstGeom>
                <a:noFill/>
                <a:extLst>
                  <a:ext uri="{909E8E84-426E-40DD-AFC4-6F175D3DCCD1}">
                    <a14:hiddenFill xmlns:a14="http://schemas.microsoft.com/office/drawing/2010/main">
                      <a:solidFill>
                        <a:srgbClr val="FFFFFF"/>
                      </a:solidFill>
                    </a14:hiddenFill>
                  </a:ext>
                </a:extLst>
              </p:spPr>
            </p:pic>
            <p:sp>
              <p:nvSpPr>
                <p:cNvPr id="85" name="Rectangle 3"/>
                <p:cNvSpPr>
                  <a:spLocks noChangeArrowheads="1"/>
                </p:cNvSpPr>
                <p:nvPr/>
              </p:nvSpPr>
              <p:spPr bwMode="auto">
                <a:xfrm>
                  <a:off x="2736" y="912"/>
                  <a:ext cx="2256" cy="144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86" name="Rectangle 4"/>
                <p:cNvSpPr>
                  <a:spLocks noChangeArrowheads="1"/>
                </p:cNvSpPr>
                <p:nvPr/>
              </p:nvSpPr>
              <p:spPr bwMode="auto">
                <a:xfrm>
                  <a:off x="2592" y="1248"/>
                  <a:ext cx="288" cy="288"/>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80" name="Rectangle 7"/>
              <p:cNvSpPr>
                <a:spLocks noChangeArrowheads="1"/>
              </p:cNvSpPr>
              <p:nvPr/>
            </p:nvSpPr>
            <p:spPr bwMode="auto">
              <a:xfrm>
                <a:off x="624" y="2448"/>
                <a:ext cx="645"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Region 1</a:t>
                </a:r>
                <a:endParaRPr lang="en-US" altLang="zh-CN">
                  <a:latin typeface="Times New Roman" panose="02020603050405020304" pitchFamily="18" charset="0"/>
                  <a:cs typeface="Times New Roman" panose="02020603050405020304" pitchFamily="18" charset="0"/>
                </a:endParaRPr>
              </a:p>
            </p:txBody>
          </p:sp>
          <p:sp>
            <p:nvSpPr>
              <p:cNvPr id="81" name="Rectangle 8"/>
              <p:cNvSpPr>
                <a:spLocks noChangeArrowheads="1"/>
              </p:cNvSpPr>
              <p:nvPr/>
            </p:nvSpPr>
            <p:spPr bwMode="auto">
              <a:xfrm>
                <a:off x="772" y="2928"/>
                <a:ext cx="645"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Region 2</a:t>
                </a:r>
                <a:endParaRPr lang="en-US" altLang="zh-CN">
                  <a:latin typeface="Times New Roman" panose="02020603050405020304" pitchFamily="18" charset="0"/>
                  <a:cs typeface="Times New Roman" panose="02020603050405020304" pitchFamily="18" charset="0"/>
                </a:endParaRPr>
              </a:p>
            </p:txBody>
          </p:sp>
          <p:sp>
            <p:nvSpPr>
              <p:cNvPr id="82" name="Line 9"/>
              <p:cNvSpPr>
                <a:spLocks noChangeShapeType="1"/>
              </p:cNvSpPr>
              <p:nvPr/>
            </p:nvSpPr>
            <p:spPr bwMode="auto">
              <a:xfrm flipH="1" flipV="1">
                <a:off x="2496" y="1496"/>
                <a:ext cx="192" cy="432"/>
              </a:xfrm>
              <a:prstGeom prst="line">
                <a:avLst/>
              </a:prstGeom>
              <a:noFill/>
              <a:ln w="19050">
                <a:solidFill>
                  <a:schemeClr val="tx1"/>
                </a:solidFill>
                <a:round/>
                <a:tailEnd type="stealth" w="sm"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83" name="Rectangle 10"/>
              <p:cNvSpPr>
                <a:spLocks noChangeArrowheads="1"/>
              </p:cNvSpPr>
              <p:nvPr/>
            </p:nvSpPr>
            <p:spPr bwMode="auto">
              <a:xfrm>
                <a:off x="2512" y="1420"/>
                <a:ext cx="197"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b="1">
                    <a:latin typeface="Times New Roman" panose="02020603050405020304" pitchFamily="18" charset="0"/>
                    <a:cs typeface="Times New Roman" panose="02020603050405020304" pitchFamily="18" charset="0"/>
                  </a:rPr>
                  <a:t>n</a:t>
                </a:r>
                <a:endParaRPr lang="en-US" altLang="zh-CN" b="1">
                  <a:latin typeface="Times New Roman" panose="02020603050405020304" pitchFamily="18" charset="0"/>
                  <a:cs typeface="Times New Roman" panose="02020603050405020304" pitchFamily="18" charset="0"/>
                </a:endParaRPr>
              </a:p>
            </p:txBody>
          </p:sp>
        </p:grpSp>
        <p:sp>
          <p:nvSpPr>
            <p:cNvPr id="77" name="Rectangle 13"/>
            <p:cNvSpPr>
              <a:spLocks noChangeArrowheads="1"/>
            </p:cNvSpPr>
            <p:nvPr/>
          </p:nvSpPr>
          <p:spPr bwMode="auto">
            <a:xfrm>
              <a:off x="920" y="3056"/>
              <a:ext cx="228"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i="1">
                  <a:latin typeface="Times New Roman" panose="02020603050405020304" pitchFamily="18" charset="0"/>
                  <a:cs typeface="Times New Roman" panose="02020603050405020304" pitchFamily="18" charset="0"/>
                  <a:sym typeface="Symbol" panose="05050102010706020507" pitchFamily="1" charset="2"/>
                </a:rPr>
                <a:t></a:t>
              </a:r>
              <a:r>
                <a:rPr lang="en-US" altLang="zh-CN" baseline="-25000">
                  <a:latin typeface="Times New Roman" panose="02020603050405020304" pitchFamily="18" charset="0"/>
                  <a:cs typeface="Times New Roman" panose="02020603050405020304" pitchFamily="18" charset="0"/>
                </a:rPr>
                <a:t>2</a:t>
              </a:r>
              <a:endParaRPr lang="en-US" altLang="zh-CN" i="1">
                <a:latin typeface="Times New Roman" panose="02020603050405020304" pitchFamily="18" charset="0"/>
                <a:cs typeface="Times New Roman" panose="02020603050405020304" pitchFamily="18" charset="0"/>
                <a:sym typeface="Symbol" panose="05050102010706020507" pitchFamily="1" charset="2"/>
              </a:endParaRPr>
            </a:p>
          </p:txBody>
        </p:sp>
        <p:sp>
          <p:nvSpPr>
            <p:cNvPr id="78" name="Rectangle 14"/>
            <p:cNvSpPr>
              <a:spLocks noChangeArrowheads="1"/>
            </p:cNvSpPr>
            <p:nvPr/>
          </p:nvSpPr>
          <p:spPr bwMode="auto">
            <a:xfrm>
              <a:off x="759" y="2580"/>
              <a:ext cx="228"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i="1">
                  <a:latin typeface="Times New Roman" panose="02020603050405020304" pitchFamily="18" charset="0"/>
                  <a:cs typeface="Times New Roman" panose="02020603050405020304" pitchFamily="18" charset="0"/>
                  <a:sym typeface="Symbol" panose="05050102010706020507" pitchFamily="1" charset="2"/>
                </a:rPr>
                <a:t></a:t>
              </a:r>
              <a:r>
                <a:rPr lang="en-US" altLang="zh-CN" baseline="-25000">
                  <a:latin typeface="Times New Roman" panose="02020603050405020304" pitchFamily="18" charset="0"/>
                  <a:cs typeface="Times New Roman" panose="02020603050405020304" pitchFamily="18" charset="0"/>
                </a:rPr>
                <a:t>1</a:t>
              </a:r>
              <a:endParaRPr lang="en-US" altLang="zh-CN" i="1">
                <a:latin typeface="Times New Roman" panose="02020603050405020304" pitchFamily="18" charset="0"/>
                <a:cs typeface="Times New Roman" panose="02020603050405020304" pitchFamily="18" charset="0"/>
                <a:sym typeface="Symbol" panose="05050102010706020507" pitchFamily="1" charset="2"/>
              </a:endParaRPr>
            </a:p>
          </p:txBody>
        </p:sp>
      </p:grpSp>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44</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Boundary Condition for Tangential Electric Field</a:t>
            </a:r>
            <a:endParaRPr lang="zh-CN" altLang="en-US" sz="2800" dirty="0">
              <a:solidFill>
                <a:srgbClr val="000099"/>
              </a:solidFill>
              <a:latin typeface="华文行楷" panose="02010800040101010101" pitchFamily="2" charset="-122"/>
              <a:ea typeface="华文行楷" panose="02010800040101010101" pitchFamily="2" charset="-122"/>
            </a:endParaRPr>
          </a:p>
        </p:txBody>
      </p:sp>
      <p:pic>
        <p:nvPicPr>
          <p:cNvPr id="55" name="Picture 1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51501" y="2037834"/>
            <a:ext cx="1663700" cy="747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6" name="Picture 1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05401" y="3200400"/>
            <a:ext cx="2833688"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4" name="Picture 1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18188" y="3810000"/>
            <a:ext cx="1736725"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5" name="Rectangle 21"/>
          <p:cNvSpPr>
            <a:spLocks noChangeArrowheads="1"/>
          </p:cNvSpPr>
          <p:nvPr/>
        </p:nvSpPr>
        <p:spPr bwMode="auto">
          <a:xfrm>
            <a:off x="4648200" y="1733034"/>
            <a:ext cx="3711576"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We use the fact that </a:t>
            </a:r>
            <a:r>
              <a:rPr lang="en-US" altLang="zh-CN" b="1">
                <a:latin typeface="Times New Roman" panose="02020603050405020304" pitchFamily="18" charset="0"/>
                <a:cs typeface="Times New Roman" panose="02020603050405020304" pitchFamily="18" charset="0"/>
              </a:rPr>
              <a:t>E</a:t>
            </a:r>
            <a:r>
              <a:rPr lang="en-US" altLang="zh-CN">
                <a:latin typeface="Times New Roman" panose="02020603050405020304" pitchFamily="18" charset="0"/>
                <a:cs typeface="Times New Roman" panose="02020603050405020304" pitchFamily="18" charset="0"/>
              </a:rPr>
              <a:t> is conservative:</a:t>
            </a:r>
            <a:endParaRPr lang="en-US" altLang="zh-CN">
              <a:latin typeface="Times New Roman" panose="02020603050405020304" pitchFamily="18" charset="0"/>
              <a:cs typeface="Times New Roman" panose="02020603050405020304" pitchFamily="18" charset="0"/>
            </a:endParaRPr>
          </a:p>
        </p:txBody>
      </p:sp>
      <p:sp>
        <p:nvSpPr>
          <p:cNvPr id="66" name="Rectangle 22"/>
          <p:cNvSpPr>
            <a:spLocks noChangeArrowheads="1"/>
          </p:cNvSpPr>
          <p:nvPr/>
        </p:nvSpPr>
        <p:spPr bwMode="auto">
          <a:xfrm>
            <a:off x="4648200" y="2754868"/>
            <a:ext cx="1159292"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Therefore:</a:t>
            </a:r>
            <a:endParaRPr lang="en-US" altLang="zh-CN" dirty="0">
              <a:latin typeface="Times New Roman" panose="02020603050405020304" pitchFamily="18" charset="0"/>
              <a:cs typeface="Times New Roman" panose="02020603050405020304" pitchFamily="18" charset="0"/>
            </a:endParaRPr>
          </a:p>
        </p:txBody>
      </p:sp>
      <p:sp>
        <p:nvSpPr>
          <p:cNvPr id="67" name="Rectangle 23"/>
          <p:cNvSpPr>
            <a:spLocks noChangeArrowheads="1"/>
          </p:cNvSpPr>
          <p:nvPr/>
        </p:nvSpPr>
        <p:spPr bwMode="auto">
          <a:xfrm>
            <a:off x="4648200" y="3905250"/>
            <a:ext cx="1243013"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Leading to:</a:t>
            </a:r>
            <a:endParaRPr lang="en-US" altLang="zh-CN">
              <a:latin typeface="Times New Roman" panose="02020603050405020304" pitchFamily="18" charset="0"/>
              <a:cs typeface="Times New Roman" panose="02020603050405020304" pitchFamily="18" charset="0"/>
            </a:endParaRPr>
          </a:p>
        </p:txBody>
      </p:sp>
      <p:sp>
        <p:nvSpPr>
          <p:cNvPr id="68" name="Rectangle 24"/>
          <p:cNvSpPr>
            <a:spLocks noChangeArrowheads="1"/>
          </p:cNvSpPr>
          <p:nvPr/>
        </p:nvSpPr>
        <p:spPr bwMode="auto">
          <a:xfrm>
            <a:off x="4648200" y="4572000"/>
            <a:ext cx="1601788"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More formally:</a:t>
            </a:r>
            <a:endParaRPr lang="en-US" altLang="zh-CN" dirty="0">
              <a:latin typeface="Times New Roman" panose="02020603050405020304" pitchFamily="18" charset="0"/>
              <a:cs typeface="Times New Roman" panose="02020603050405020304" pitchFamily="18" charset="0"/>
            </a:endParaRPr>
          </a:p>
        </p:txBody>
      </p:sp>
      <p:grpSp>
        <p:nvGrpSpPr>
          <p:cNvPr id="69" name="Group 27"/>
          <p:cNvGrpSpPr/>
          <p:nvPr/>
        </p:nvGrpSpPr>
        <p:grpSpPr bwMode="auto">
          <a:xfrm>
            <a:off x="5737226" y="5073680"/>
            <a:ext cx="2209800" cy="609600"/>
            <a:chOff x="3600" y="3312"/>
            <a:chExt cx="1392" cy="384"/>
          </a:xfrm>
        </p:grpSpPr>
        <p:pic>
          <p:nvPicPr>
            <p:cNvPr id="74" name="Picture 2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648" y="3408"/>
              <a:ext cx="1324"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5" name="Rectangle 26"/>
            <p:cNvSpPr>
              <a:spLocks noChangeArrowheads="1"/>
            </p:cNvSpPr>
            <p:nvPr/>
          </p:nvSpPr>
          <p:spPr bwMode="auto">
            <a:xfrm>
              <a:off x="3600" y="3312"/>
              <a:ext cx="1392" cy="384"/>
            </a:xfrm>
            <a:prstGeom prst="rect">
              <a:avLst/>
            </a:prstGeom>
            <a:noFill/>
            <a:ln w="9525">
              <a:solidFill>
                <a:srgbClr val="40B6EF"/>
              </a:solidFill>
              <a:miter lim="800000"/>
            </a:ln>
            <a:extLst>
              <a:ext uri="{909E8E84-426E-40DD-AFC4-6F175D3DCCD1}">
                <a14:hiddenFill xmlns:a14="http://schemas.microsoft.com/office/drawing/2010/main">
                  <a:solidFill>
                    <a:schemeClr val="bg1"/>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nvGrpSpPr>
          <p:cNvPr id="70" name="Group 29"/>
          <p:cNvGrpSpPr/>
          <p:nvPr/>
        </p:nvGrpSpPr>
        <p:grpSpPr bwMode="auto">
          <a:xfrm>
            <a:off x="1142999" y="5308600"/>
            <a:ext cx="3043238" cy="1320800"/>
            <a:chOff x="768" y="3344"/>
            <a:chExt cx="1917" cy="832"/>
          </a:xfrm>
        </p:grpSpPr>
        <p:pic>
          <p:nvPicPr>
            <p:cNvPr id="71" name="Picture 1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68" y="3344"/>
              <a:ext cx="1917" cy="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2" name="Picture 2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296" y="3744"/>
              <a:ext cx="772" cy="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3" name="Rectangle 28"/>
            <p:cNvSpPr>
              <a:spLocks noChangeArrowheads="1"/>
            </p:cNvSpPr>
            <p:nvPr/>
          </p:nvSpPr>
          <p:spPr bwMode="auto">
            <a:xfrm>
              <a:off x="1248" y="3696"/>
              <a:ext cx="864" cy="480"/>
            </a:xfrm>
            <a:prstGeom prst="rect">
              <a:avLst/>
            </a:prstGeom>
            <a:noFill/>
            <a:ln w="9525">
              <a:solidFill>
                <a:srgbClr val="40B6EF"/>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45</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Boundary Condition for Normal Electric Flux Density</a:t>
            </a:r>
            <a:endParaRPr lang="en-US" altLang="zh-CN" sz="2800" dirty="0">
              <a:solidFill>
                <a:srgbClr val="000099"/>
              </a:solidFill>
              <a:latin typeface="Times New Roman" panose="02020603050405020304" pitchFamily="18" charset="0"/>
            </a:endParaRPr>
          </a:p>
        </p:txBody>
      </p:sp>
      <p:grpSp>
        <p:nvGrpSpPr>
          <p:cNvPr id="35" name="Group 15"/>
          <p:cNvGrpSpPr/>
          <p:nvPr/>
        </p:nvGrpSpPr>
        <p:grpSpPr bwMode="auto">
          <a:xfrm>
            <a:off x="914400" y="2266950"/>
            <a:ext cx="7543801" cy="3600450"/>
            <a:chOff x="576" y="996"/>
            <a:chExt cx="4752" cy="2268"/>
          </a:xfrm>
        </p:grpSpPr>
        <p:grpSp>
          <p:nvGrpSpPr>
            <p:cNvPr id="49" name="Group 10"/>
            <p:cNvGrpSpPr/>
            <p:nvPr/>
          </p:nvGrpSpPr>
          <p:grpSpPr bwMode="auto">
            <a:xfrm>
              <a:off x="576" y="1056"/>
              <a:ext cx="4176" cy="2208"/>
              <a:chOff x="576" y="1056"/>
              <a:chExt cx="4176" cy="2208"/>
            </a:xfrm>
          </p:grpSpPr>
          <p:pic>
            <p:nvPicPr>
              <p:cNvPr id="57" name="Picture 3" descr="Fig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4" y="1056"/>
                <a:ext cx="3888" cy="1887"/>
              </a:xfrm>
              <a:prstGeom prst="rect">
                <a:avLst/>
              </a:prstGeom>
              <a:noFill/>
              <a:extLst>
                <a:ext uri="{909E8E84-426E-40DD-AFC4-6F175D3DCCD1}">
                  <a14:hiddenFill xmlns:a14="http://schemas.microsoft.com/office/drawing/2010/main">
                    <a:solidFill>
                      <a:srgbClr val="FFFFFF"/>
                    </a:solidFill>
                  </a14:hiddenFill>
                </a:ext>
              </a:extLst>
            </p:spPr>
          </p:pic>
          <p:sp>
            <p:nvSpPr>
              <p:cNvPr id="58" name="Rectangle 8"/>
              <p:cNvSpPr>
                <a:spLocks noChangeArrowheads="1"/>
              </p:cNvSpPr>
              <p:nvPr/>
            </p:nvSpPr>
            <p:spPr bwMode="auto">
              <a:xfrm>
                <a:off x="576" y="1680"/>
                <a:ext cx="2160" cy="1584"/>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9" name="Rectangle 9"/>
              <p:cNvSpPr>
                <a:spLocks noChangeArrowheads="1"/>
              </p:cNvSpPr>
              <p:nvPr/>
            </p:nvSpPr>
            <p:spPr bwMode="auto">
              <a:xfrm>
                <a:off x="2304" y="1200"/>
                <a:ext cx="1344" cy="120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50" name="Line 11"/>
            <p:cNvSpPr>
              <a:spLocks noChangeShapeType="1"/>
            </p:cNvSpPr>
            <p:nvPr/>
          </p:nvSpPr>
          <p:spPr bwMode="auto">
            <a:xfrm flipH="1" flipV="1">
              <a:off x="4394" y="1070"/>
              <a:ext cx="70" cy="426"/>
            </a:xfrm>
            <a:prstGeom prst="line">
              <a:avLst/>
            </a:prstGeom>
            <a:noFill/>
            <a:ln w="19050">
              <a:solidFill>
                <a:schemeClr val="tx1"/>
              </a:solidFill>
              <a:round/>
              <a:tailEnd type="stealth" w="sm"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1" name="Rectangle 12"/>
            <p:cNvSpPr>
              <a:spLocks noChangeArrowheads="1"/>
            </p:cNvSpPr>
            <p:nvPr/>
          </p:nvSpPr>
          <p:spPr bwMode="auto">
            <a:xfrm>
              <a:off x="4404" y="996"/>
              <a:ext cx="197"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b="1">
                  <a:latin typeface="Times New Roman" panose="02020603050405020304" pitchFamily="18" charset="0"/>
                  <a:cs typeface="Times New Roman" panose="02020603050405020304" pitchFamily="18" charset="0"/>
                </a:rPr>
                <a:t>n</a:t>
              </a:r>
              <a:endParaRPr lang="en-US" altLang="zh-CN" b="1">
                <a:latin typeface="Times New Roman" panose="02020603050405020304" pitchFamily="18" charset="0"/>
                <a:cs typeface="Times New Roman" panose="02020603050405020304" pitchFamily="18" charset="0"/>
              </a:endParaRPr>
            </a:p>
          </p:txBody>
        </p:sp>
        <p:sp>
          <p:nvSpPr>
            <p:cNvPr id="52" name="Rectangle 13"/>
            <p:cNvSpPr>
              <a:spLocks noChangeArrowheads="1"/>
            </p:cNvSpPr>
            <p:nvPr/>
          </p:nvSpPr>
          <p:spPr bwMode="auto">
            <a:xfrm>
              <a:off x="4608" y="1069"/>
              <a:ext cx="720" cy="4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Region 1</a:t>
              </a:r>
              <a:endParaRPr lang="en-US" altLang="zh-CN" dirty="0">
                <a:latin typeface="Times New Roman" panose="02020603050405020304" pitchFamily="18" charset="0"/>
                <a:cs typeface="Times New Roman" panose="02020603050405020304" pitchFamily="18" charset="0"/>
              </a:endParaRPr>
            </a:p>
            <a:p>
              <a:r>
                <a:rPr lang="en-US" altLang="zh-CN" i="1" dirty="0">
                  <a:latin typeface="Times New Roman" panose="02020603050405020304" pitchFamily="18" charset="0"/>
                  <a:cs typeface="Times New Roman" panose="02020603050405020304" pitchFamily="18" charset="0"/>
                  <a:sym typeface="Symbol" panose="05050102010706020507" pitchFamily="1" charset="2"/>
                </a:rPr>
                <a:t></a:t>
              </a:r>
              <a:r>
                <a:rPr lang="en-US" altLang="zh-CN" baseline="-25000" dirty="0">
                  <a:latin typeface="Times New Roman" panose="02020603050405020304" pitchFamily="18" charset="0"/>
                  <a:cs typeface="Times New Roman" panose="02020603050405020304" pitchFamily="18" charset="0"/>
                </a:rPr>
                <a:t>1</a:t>
              </a:r>
              <a:endParaRPr lang="en-US" altLang="zh-CN" dirty="0">
                <a:latin typeface="Times New Roman" panose="02020603050405020304" pitchFamily="18" charset="0"/>
                <a:cs typeface="Times New Roman" panose="02020603050405020304" pitchFamily="18" charset="0"/>
              </a:endParaRPr>
            </a:p>
          </p:txBody>
        </p:sp>
        <p:sp>
          <p:nvSpPr>
            <p:cNvPr id="53" name="Rectangle 14"/>
            <p:cNvSpPr>
              <a:spLocks noChangeArrowheads="1"/>
            </p:cNvSpPr>
            <p:nvPr/>
          </p:nvSpPr>
          <p:spPr bwMode="auto">
            <a:xfrm>
              <a:off x="4560" y="1546"/>
              <a:ext cx="665" cy="4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Region 2</a:t>
              </a:r>
              <a:endParaRPr lang="en-US" altLang="zh-CN">
                <a:latin typeface="Times New Roman" panose="02020603050405020304" pitchFamily="18" charset="0"/>
                <a:cs typeface="Times New Roman" panose="02020603050405020304" pitchFamily="18" charset="0"/>
              </a:endParaRPr>
            </a:p>
            <a:p>
              <a:r>
                <a:rPr lang="en-US" altLang="zh-CN" i="1">
                  <a:latin typeface="Times New Roman" panose="02020603050405020304" pitchFamily="18" charset="0"/>
                  <a:cs typeface="Times New Roman" panose="02020603050405020304" pitchFamily="18" charset="0"/>
                  <a:sym typeface="Symbol" panose="05050102010706020507" pitchFamily="1" charset="2"/>
                </a:rPr>
                <a:t></a:t>
              </a:r>
              <a:r>
                <a:rPr lang="en-US" altLang="zh-CN" baseline="-25000">
                  <a:latin typeface="Times New Roman" panose="02020603050405020304" pitchFamily="18" charset="0"/>
                  <a:cs typeface="Times New Roman" panose="02020603050405020304" pitchFamily="18" charset="0"/>
                </a:rPr>
                <a:t>2</a:t>
              </a:r>
              <a:endParaRPr lang="en-US" altLang="zh-CN">
                <a:latin typeface="Times New Roman" panose="02020603050405020304" pitchFamily="18" charset="0"/>
                <a:cs typeface="Times New Roman" panose="02020603050405020304" pitchFamily="18" charset="0"/>
              </a:endParaRPr>
            </a:p>
          </p:txBody>
        </p:sp>
      </p:grpSp>
      <p:sp>
        <p:nvSpPr>
          <p:cNvPr id="36" name="Rectangle 18"/>
          <p:cNvSpPr>
            <a:spLocks noChangeArrowheads="1"/>
          </p:cNvSpPr>
          <p:nvPr/>
        </p:nvSpPr>
        <p:spPr bwMode="auto">
          <a:xfrm>
            <a:off x="400049" y="1639669"/>
            <a:ext cx="8148639"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We apply Gauss’ Law to the cylindrical volume shown here, in which cylinder height is allowed to approach zero, and there is charge density </a:t>
            </a:r>
            <a:r>
              <a:rPr lang="en-US" altLang="zh-CN" i="1" dirty="0">
                <a:latin typeface="Times New Roman" panose="02020603050405020304" pitchFamily="18" charset="0"/>
                <a:cs typeface="Times New Roman" panose="02020603050405020304" pitchFamily="18" charset="0"/>
                <a:sym typeface="Symbol" panose="05050102010706020507" pitchFamily="1" charset="2"/>
              </a:rPr>
              <a:t></a:t>
            </a:r>
            <a:r>
              <a:rPr lang="en-US" altLang="zh-CN" i="1" baseline="-25000" dirty="0">
                <a:latin typeface="Times New Roman" panose="02020603050405020304" pitchFamily="18" charset="0"/>
                <a:cs typeface="Times New Roman" panose="02020603050405020304" pitchFamily="18" charset="0"/>
              </a:rPr>
              <a:t>s</a:t>
            </a:r>
            <a:r>
              <a:rPr lang="en-US" altLang="zh-CN" i="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on the surface:  </a:t>
            </a:r>
            <a:endParaRPr lang="en-US" altLang="zh-CN" dirty="0">
              <a:latin typeface="Times New Roman" panose="02020603050405020304" pitchFamily="18" charset="0"/>
              <a:cs typeface="Times New Roman" panose="02020603050405020304" pitchFamily="18" charset="0"/>
            </a:endParaRPr>
          </a:p>
        </p:txBody>
      </p:sp>
      <p:pic>
        <p:nvPicPr>
          <p:cNvPr id="37" name="Picture 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0256" y="2736851"/>
            <a:ext cx="1690688" cy="706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8" name="Rectangle 21"/>
          <p:cNvSpPr>
            <a:spLocks noChangeArrowheads="1"/>
          </p:cNvSpPr>
          <p:nvPr/>
        </p:nvSpPr>
        <p:spPr bwMode="auto">
          <a:xfrm>
            <a:off x="457200" y="3886200"/>
            <a:ext cx="8332788"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The electric flux enters and exits only through the bottom and top surfaces, respectively.</a:t>
            </a:r>
            <a:endParaRPr lang="en-US" altLang="zh-CN" dirty="0">
              <a:latin typeface="Times New Roman" panose="02020603050405020304" pitchFamily="18" charset="0"/>
              <a:cs typeface="Times New Roman" panose="02020603050405020304" pitchFamily="18" charset="0"/>
            </a:endParaRPr>
          </a:p>
        </p:txBody>
      </p:sp>
      <p:pic>
        <p:nvPicPr>
          <p:cNvPr id="39" name="Picture 2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09713" y="4343401"/>
            <a:ext cx="3976688"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0" name="Rectangle 23"/>
          <p:cNvSpPr>
            <a:spLocks noChangeArrowheads="1"/>
          </p:cNvSpPr>
          <p:nvPr/>
        </p:nvSpPr>
        <p:spPr bwMode="auto">
          <a:xfrm>
            <a:off x="6400800" y="2736851"/>
            <a:ext cx="369888"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i="1">
                <a:latin typeface="Times New Roman" panose="02020603050405020304" pitchFamily="18" charset="0"/>
                <a:cs typeface="Times New Roman" panose="02020603050405020304" pitchFamily="18" charset="0"/>
                <a:sym typeface="Symbol" panose="05050102010706020507" pitchFamily="1" charset="2"/>
              </a:rPr>
              <a:t></a:t>
            </a:r>
            <a:r>
              <a:rPr lang="en-US" altLang="zh-CN" i="1" baseline="-25000">
                <a:latin typeface="Times New Roman" panose="02020603050405020304" pitchFamily="18" charset="0"/>
                <a:cs typeface="Times New Roman" panose="02020603050405020304" pitchFamily="18" charset="0"/>
              </a:rPr>
              <a:t>s</a:t>
            </a:r>
            <a:endParaRPr lang="en-US" altLang="zh-CN" i="1" baseline="-25000">
              <a:latin typeface="Times New Roman" panose="02020603050405020304" pitchFamily="18" charset="0"/>
              <a:cs typeface="Times New Roman" panose="02020603050405020304" pitchFamily="18" charset="0"/>
            </a:endParaRPr>
          </a:p>
        </p:txBody>
      </p:sp>
      <p:pic>
        <p:nvPicPr>
          <p:cNvPr id="41" name="Picture 2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04244" y="4881564"/>
            <a:ext cx="258762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2" name="Rectangle 25"/>
          <p:cNvSpPr>
            <a:spLocks noChangeArrowheads="1"/>
          </p:cNvSpPr>
          <p:nvPr/>
        </p:nvSpPr>
        <p:spPr bwMode="auto">
          <a:xfrm>
            <a:off x="678656" y="4999818"/>
            <a:ext cx="1371600"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From which:</a:t>
            </a:r>
            <a:endParaRPr lang="en-US" altLang="zh-CN" dirty="0">
              <a:latin typeface="Times New Roman" panose="02020603050405020304" pitchFamily="18" charset="0"/>
              <a:cs typeface="Times New Roman" panose="02020603050405020304" pitchFamily="18" charset="0"/>
            </a:endParaRPr>
          </a:p>
        </p:txBody>
      </p:sp>
      <p:pic>
        <p:nvPicPr>
          <p:cNvPr id="44" name="Picture 2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46500" y="5969885"/>
            <a:ext cx="1955800" cy="630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5" name="Rectangle 27"/>
          <p:cNvSpPr>
            <a:spLocks noChangeArrowheads="1"/>
          </p:cNvSpPr>
          <p:nvPr/>
        </p:nvSpPr>
        <p:spPr bwMode="auto">
          <a:xfrm>
            <a:off x="678656" y="5915116"/>
            <a:ext cx="3181350"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and if the charge density is zero:</a:t>
            </a:r>
            <a:endParaRPr lang="en-US" altLang="zh-CN" dirty="0">
              <a:latin typeface="Times New Roman" panose="02020603050405020304" pitchFamily="18" charset="0"/>
              <a:cs typeface="Times New Roman" panose="02020603050405020304" pitchFamily="18" charset="0"/>
            </a:endParaRPr>
          </a:p>
        </p:txBody>
      </p:sp>
      <p:sp>
        <p:nvSpPr>
          <p:cNvPr id="46" name="Rectangle 28"/>
          <p:cNvSpPr>
            <a:spLocks noChangeArrowheads="1"/>
          </p:cNvSpPr>
          <p:nvPr/>
        </p:nvSpPr>
        <p:spPr bwMode="auto">
          <a:xfrm>
            <a:off x="5218906" y="4989859"/>
            <a:ext cx="1601788"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More formally:</a:t>
            </a:r>
            <a:endParaRPr lang="en-US" altLang="zh-CN" dirty="0">
              <a:latin typeface="Times New Roman" panose="02020603050405020304" pitchFamily="18" charset="0"/>
              <a:cs typeface="Times New Roman" panose="02020603050405020304" pitchFamily="18" charset="0"/>
            </a:endParaRPr>
          </a:p>
        </p:txBody>
      </p:sp>
      <p:pic>
        <p:nvPicPr>
          <p:cNvPr id="47" name="Picture 2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050082" y="5597736"/>
            <a:ext cx="2376488"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8" name="Rectangle 30"/>
          <p:cNvSpPr>
            <a:spLocks noChangeArrowheads="1"/>
          </p:cNvSpPr>
          <p:nvPr/>
        </p:nvSpPr>
        <p:spPr bwMode="auto">
          <a:xfrm>
            <a:off x="6019800" y="5486401"/>
            <a:ext cx="2590800" cy="549485"/>
          </a:xfrm>
          <a:prstGeom prst="rect">
            <a:avLst/>
          </a:prstGeom>
          <a:noFill/>
          <a:ln w="19050">
            <a:solidFill>
              <a:srgbClr val="40B6EF"/>
            </a:solidFill>
            <a:miter lim="800000"/>
          </a:ln>
          <a:extLst>
            <a:ext uri="{909E8E84-426E-40DD-AFC4-6F175D3DCCD1}">
              <a14:hiddenFill xmlns:a14="http://schemas.microsoft.com/office/drawing/2010/main">
                <a:solidFill>
                  <a:schemeClr val="bg1"/>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46</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Example</a:t>
            </a:r>
            <a:endParaRPr lang="en-US" altLang="zh-CN" sz="2800" dirty="0">
              <a:solidFill>
                <a:srgbClr val="000099"/>
              </a:solidFill>
              <a:latin typeface="Times New Roman" panose="02020603050405020304" pitchFamily="18" charset="0"/>
            </a:endParaRPr>
          </a:p>
        </p:txBody>
      </p:sp>
      <p:pic>
        <p:nvPicPr>
          <p:cNvPr id="29" name="Picture 2" descr="Fig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667000"/>
            <a:ext cx="4648200" cy="3345696"/>
          </a:xfrm>
          <a:prstGeom prst="rect">
            <a:avLst/>
          </a:prstGeom>
          <a:noFill/>
          <a:extLst>
            <a:ext uri="{909E8E84-426E-40DD-AFC4-6F175D3DCCD1}">
              <a14:hiddenFill xmlns:a14="http://schemas.microsoft.com/office/drawing/2010/main">
                <a:solidFill>
                  <a:srgbClr val="FFFFFF"/>
                </a:solidFill>
              </a14:hiddenFill>
            </a:ext>
          </a:extLst>
        </p:spPr>
      </p:pic>
      <p:sp>
        <p:nvSpPr>
          <p:cNvPr id="30" name="Rectangle 4"/>
          <p:cNvSpPr>
            <a:spLocks noChangeArrowheads="1"/>
          </p:cNvSpPr>
          <p:nvPr/>
        </p:nvSpPr>
        <p:spPr bwMode="auto">
          <a:xfrm>
            <a:off x="525792" y="1666220"/>
            <a:ext cx="7586662"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We wish to find the relation between the angles </a:t>
            </a:r>
            <a:r>
              <a:rPr lang="en-US" altLang="zh-CN" i="1" dirty="0">
                <a:latin typeface="Times New Roman" panose="02020603050405020304" pitchFamily="18" charset="0"/>
                <a:cs typeface="Times New Roman" panose="02020603050405020304" pitchFamily="18" charset="0"/>
                <a:sym typeface="Symbol" panose="05050102010706020507" pitchFamily="1" charset="2"/>
              </a:rPr>
              <a:t></a:t>
            </a:r>
            <a:r>
              <a:rPr lang="en-US" altLang="zh-CN" baseline="-25000" dirty="0">
                <a:latin typeface="Times New Roman" panose="02020603050405020304" pitchFamily="18" charset="0"/>
                <a:cs typeface="Times New Roman" panose="02020603050405020304" pitchFamily="18" charset="0"/>
              </a:rPr>
              <a:t>1 </a:t>
            </a:r>
            <a:r>
              <a:rPr lang="en-US" altLang="zh-CN" dirty="0">
                <a:latin typeface="Times New Roman" panose="02020603050405020304" pitchFamily="18" charset="0"/>
                <a:cs typeface="Times New Roman" panose="02020603050405020304" pitchFamily="18" charset="0"/>
              </a:rPr>
              <a:t>and </a:t>
            </a:r>
            <a:r>
              <a:rPr lang="en-US" altLang="zh-CN" i="1" dirty="0">
                <a:latin typeface="Times New Roman" panose="02020603050405020304" pitchFamily="18" charset="0"/>
                <a:cs typeface="Times New Roman" panose="02020603050405020304" pitchFamily="18" charset="0"/>
                <a:sym typeface="Symbol" panose="05050102010706020507" pitchFamily="1" charset="2"/>
              </a:rPr>
              <a:t></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 </a:t>
            </a:r>
            <a:r>
              <a:rPr lang="en-US" altLang="zh-CN" dirty="0">
                <a:solidFill>
                  <a:srgbClr val="C00000"/>
                </a:solidFill>
                <a:latin typeface="Times New Roman" panose="02020603050405020304" pitchFamily="18" charset="0"/>
                <a:cs typeface="Times New Roman" panose="02020603050405020304" pitchFamily="18" charset="0"/>
              </a:rPr>
              <a:t>assuming no charge density on the surface</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46</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9: Conductors &amp; Dielectrics</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Example</a:t>
            </a:r>
            <a:endParaRPr lang="en-US" altLang="zh-CN" sz="2800" dirty="0">
              <a:solidFill>
                <a:srgbClr val="000099"/>
              </a:solidFill>
              <a:latin typeface="Times New Roman" panose="02020603050405020304" pitchFamily="18" charset="0"/>
            </a:endParaRPr>
          </a:p>
        </p:txBody>
      </p:sp>
      <p:pic>
        <p:nvPicPr>
          <p:cNvPr id="29" name="Picture 2" descr="Fig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4806" y="2446338"/>
            <a:ext cx="3217862" cy="2316163"/>
          </a:xfrm>
          <a:prstGeom prst="rect">
            <a:avLst/>
          </a:prstGeom>
          <a:noFill/>
          <a:extLst>
            <a:ext uri="{909E8E84-426E-40DD-AFC4-6F175D3DCCD1}">
              <a14:hiddenFill xmlns:a14="http://schemas.microsoft.com/office/drawing/2010/main">
                <a:solidFill>
                  <a:srgbClr val="FFFFFF"/>
                </a:solidFill>
              </a14:hiddenFill>
            </a:ext>
          </a:extLst>
        </p:spPr>
      </p:pic>
      <p:sp>
        <p:nvSpPr>
          <p:cNvPr id="30" name="Rectangle 4"/>
          <p:cNvSpPr>
            <a:spLocks noChangeArrowheads="1"/>
          </p:cNvSpPr>
          <p:nvPr/>
        </p:nvSpPr>
        <p:spPr bwMode="auto">
          <a:xfrm>
            <a:off x="525792" y="1666220"/>
            <a:ext cx="7586662"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We wish to find the relation between the angles </a:t>
            </a:r>
            <a:r>
              <a:rPr lang="en-US" altLang="zh-CN" i="1" dirty="0">
                <a:latin typeface="Times New Roman" panose="02020603050405020304" pitchFamily="18" charset="0"/>
                <a:cs typeface="Times New Roman" panose="02020603050405020304" pitchFamily="18" charset="0"/>
                <a:sym typeface="Symbol" panose="05050102010706020507" pitchFamily="1" charset="2"/>
              </a:rPr>
              <a:t></a:t>
            </a:r>
            <a:r>
              <a:rPr lang="en-US" altLang="zh-CN" baseline="-25000" dirty="0">
                <a:latin typeface="Times New Roman" panose="02020603050405020304" pitchFamily="18" charset="0"/>
                <a:cs typeface="Times New Roman" panose="02020603050405020304" pitchFamily="18" charset="0"/>
              </a:rPr>
              <a:t>1 </a:t>
            </a:r>
            <a:r>
              <a:rPr lang="en-US" altLang="zh-CN" dirty="0">
                <a:latin typeface="Times New Roman" panose="02020603050405020304" pitchFamily="18" charset="0"/>
                <a:cs typeface="Times New Roman" panose="02020603050405020304" pitchFamily="18" charset="0"/>
              </a:rPr>
              <a:t>and </a:t>
            </a:r>
            <a:r>
              <a:rPr lang="en-US" altLang="zh-CN" i="1" dirty="0">
                <a:latin typeface="Times New Roman" panose="02020603050405020304" pitchFamily="18" charset="0"/>
                <a:cs typeface="Times New Roman" panose="02020603050405020304" pitchFamily="18" charset="0"/>
                <a:sym typeface="Symbol" panose="05050102010706020507" pitchFamily="1" charset="2"/>
              </a:rPr>
              <a:t></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 </a:t>
            </a:r>
            <a:r>
              <a:rPr lang="en-US" altLang="zh-CN" dirty="0">
                <a:solidFill>
                  <a:srgbClr val="C00000"/>
                </a:solidFill>
                <a:latin typeface="Times New Roman" panose="02020603050405020304" pitchFamily="18" charset="0"/>
                <a:cs typeface="Times New Roman" panose="02020603050405020304" pitchFamily="18" charset="0"/>
              </a:rPr>
              <a:t>assuming no charge density on the surface</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p:txBody>
      </p:sp>
      <p:pic>
        <p:nvPicPr>
          <p:cNvPr id="31"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1988" y="3084512"/>
            <a:ext cx="3986212"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2" name="Rectangle 6"/>
          <p:cNvSpPr>
            <a:spLocks noChangeArrowheads="1"/>
          </p:cNvSpPr>
          <p:nvPr/>
        </p:nvSpPr>
        <p:spPr bwMode="auto">
          <a:xfrm>
            <a:off x="468313" y="2268538"/>
            <a:ext cx="5300662" cy="646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The normal components of </a:t>
            </a:r>
            <a:r>
              <a:rPr lang="en-US" altLang="zh-CN" b="1">
                <a:latin typeface="Times New Roman" panose="02020603050405020304" pitchFamily="18" charset="0"/>
                <a:cs typeface="Times New Roman" panose="02020603050405020304" pitchFamily="18" charset="0"/>
              </a:rPr>
              <a:t>D</a:t>
            </a:r>
            <a:r>
              <a:rPr lang="en-US" altLang="zh-CN">
                <a:latin typeface="Times New Roman" panose="02020603050405020304" pitchFamily="18" charset="0"/>
                <a:cs typeface="Times New Roman" panose="02020603050405020304" pitchFamily="18" charset="0"/>
              </a:rPr>
              <a:t> will be continuous across</a:t>
            </a:r>
            <a:endParaRPr lang="en-US" altLang="zh-CN">
              <a:latin typeface="Times New Roman" panose="02020603050405020304" pitchFamily="18" charset="0"/>
              <a:cs typeface="Times New Roman" panose="02020603050405020304" pitchFamily="18" charset="0"/>
            </a:endParaRPr>
          </a:p>
          <a:p>
            <a:r>
              <a:rPr lang="en-US" altLang="zh-CN">
                <a:latin typeface="Times New Roman" panose="02020603050405020304" pitchFamily="18" charset="0"/>
                <a:cs typeface="Times New Roman" panose="02020603050405020304" pitchFamily="18" charset="0"/>
              </a:rPr>
              <a:t>the boundary, so that:</a:t>
            </a:r>
            <a:endParaRPr lang="en-US" altLang="zh-CN">
              <a:latin typeface="Times New Roman" panose="02020603050405020304" pitchFamily="18" charset="0"/>
              <a:cs typeface="Times New Roman" panose="02020603050405020304" pitchFamily="18" charset="0"/>
            </a:endParaRPr>
          </a:p>
        </p:txBody>
      </p:sp>
      <p:sp>
        <p:nvSpPr>
          <p:cNvPr id="33" name="Rectangle 7"/>
          <p:cNvSpPr>
            <a:spLocks noChangeArrowheads="1"/>
          </p:cNvSpPr>
          <p:nvPr/>
        </p:nvSpPr>
        <p:spPr bwMode="auto">
          <a:xfrm>
            <a:off x="468313" y="3725176"/>
            <a:ext cx="4410075" cy="646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Then, with tangential </a:t>
            </a:r>
            <a:r>
              <a:rPr lang="en-US" altLang="zh-CN" b="1" dirty="0">
                <a:latin typeface="Times New Roman" panose="02020603050405020304" pitchFamily="18" charset="0"/>
                <a:cs typeface="Times New Roman" panose="02020603050405020304" pitchFamily="18" charset="0"/>
              </a:rPr>
              <a:t>E</a:t>
            </a:r>
            <a:r>
              <a:rPr lang="en-US" altLang="zh-CN" dirty="0">
                <a:latin typeface="Times New Roman" panose="02020603050405020304" pitchFamily="18" charset="0"/>
                <a:cs typeface="Times New Roman" panose="02020603050405020304" pitchFamily="18" charset="0"/>
              </a:rPr>
              <a:t> continuous across the</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boundary, it follows that:</a:t>
            </a:r>
            <a:endParaRPr lang="en-US" altLang="zh-CN" dirty="0">
              <a:latin typeface="Times New Roman" panose="02020603050405020304" pitchFamily="18" charset="0"/>
              <a:cs typeface="Times New Roman" panose="02020603050405020304" pitchFamily="18" charset="0"/>
            </a:endParaRPr>
          </a:p>
        </p:txBody>
      </p:sp>
      <p:pic>
        <p:nvPicPr>
          <p:cNvPr id="34"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7075" y="4503738"/>
            <a:ext cx="2751137" cy="766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4" name="Picture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84275" y="5722938"/>
            <a:ext cx="2770187"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5" name="Rectangle 10"/>
          <p:cNvSpPr>
            <a:spLocks noChangeArrowheads="1"/>
          </p:cNvSpPr>
          <p:nvPr/>
        </p:nvSpPr>
        <p:spPr bwMode="auto">
          <a:xfrm>
            <a:off x="674688" y="5715000"/>
            <a:ext cx="608012"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or…</a:t>
            </a:r>
            <a:endParaRPr lang="en-US" altLang="zh-CN" dirty="0">
              <a:latin typeface="Times New Roman" panose="02020603050405020304" pitchFamily="18" charset="0"/>
              <a:cs typeface="Times New Roman" panose="02020603050405020304" pitchFamily="18" charset="0"/>
            </a:endParaRPr>
          </a:p>
        </p:txBody>
      </p:sp>
      <p:sp>
        <p:nvSpPr>
          <p:cNvPr id="56" name="Line 11"/>
          <p:cNvSpPr>
            <a:spLocks noChangeShapeType="1"/>
          </p:cNvSpPr>
          <p:nvPr/>
        </p:nvSpPr>
        <p:spPr bwMode="auto">
          <a:xfrm>
            <a:off x="685800" y="3505199"/>
            <a:ext cx="3962400" cy="0"/>
          </a:xfrm>
          <a:prstGeom prst="line">
            <a:avLst/>
          </a:prstGeom>
          <a:noFill/>
          <a:ln w="9525">
            <a:solidFill>
              <a:srgbClr val="CD0B6E"/>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0" name="Line 12"/>
          <p:cNvSpPr>
            <a:spLocks noChangeShapeType="1"/>
          </p:cNvSpPr>
          <p:nvPr/>
        </p:nvSpPr>
        <p:spPr bwMode="auto">
          <a:xfrm>
            <a:off x="1184275" y="6103938"/>
            <a:ext cx="2743200" cy="0"/>
          </a:xfrm>
          <a:prstGeom prst="line">
            <a:avLst/>
          </a:prstGeom>
          <a:noFill/>
          <a:ln w="9525">
            <a:solidFill>
              <a:srgbClr val="CD0B6E"/>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1" name="Rectangle 13"/>
          <p:cNvSpPr>
            <a:spLocks noChangeArrowheads="1"/>
          </p:cNvSpPr>
          <p:nvPr/>
        </p:nvSpPr>
        <p:spPr bwMode="auto">
          <a:xfrm>
            <a:off x="4156075" y="4840348"/>
            <a:ext cx="4229100" cy="646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Now, taking the ratio of the two underlined </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equations, we finally obtain:</a:t>
            </a:r>
            <a:endParaRPr lang="en-US" altLang="zh-CN" dirty="0">
              <a:latin typeface="Times New Roman" panose="02020603050405020304" pitchFamily="18" charset="0"/>
              <a:cs typeface="Times New Roman" panose="02020603050405020304" pitchFamily="18" charset="0"/>
            </a:endParaRPr>
          </a:p>
        </p:txBody>
      </p:sp>
      <p:pic>
        <p:nvPicPr>
          <p:cNvPr id="62" name="Picture 1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299075" y="5659438"/>
            <a:ext cx="1398587"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3" name="Rectangle 15"/>
          <p:cNvSpPr>
            <a:spLocks noChangeArrowheads="1"/>
          </p:cNvSpPr>
          <p:nvPr/>
        </p:nvSpPr>
        <p:spPr bwMode="auto">
          <a:xfrm>
            <a:off x="5146675" y="5562600"/>
            <a:ext cx="1676400" cy="914400"/>
          </a:xfrm>
          <a:prstGeom prst="rect">
            <a:avLst/>
          </a:prstGeom>
          <a:noFill/>
          <a:ln w="19050">
            <a:solidFill>
              <a:srgbClr val="40B6EF"/>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4582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47</a:t>
            </a:r>
            <a:endParaRPr lang="zh-CN" altLang="en-US" dirty="0"/>
          </a:p>
        </p:txBody>
      </p:sp>
      <p:sp>
        <p:nvSpPr>
          <p:cNvPr id="43" name="Rectangle 2"/>
          <p:cNvSpPr>
            <a:spLocks noGrp="1" noChangeArrowheads="1"/>
          </p:cNvSpPr>
          <p:nvPr>
            <p:ph type="title"/>
          </p:nvPr>
        </p:nvSpPr>
        <p:spPr>
          <a:xfrm>
            <a:off x="228600" y="63500"/>
            <a:ext cx="8229600" cy="1143000"/>
          </a:xfrm>
        </p:spPr>
        <p:txBody>
          <a:bodyPr/>
          <a:lstStyle/>
          <a:p>
            <a:pPr algn="l" eaLnBrk="1" hangingPunct="1"/>
            <a:r>
              <a:rPr lang="en-US" altLang="zh-CN"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HW-5</a:t>
            </a:r>
            <a:endParaRPr lang="zh-CN" altLang="en-US" sz="42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9881" y="1110672"/>
            <a:ext cx="7048719" cy="15563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6399" y="2743200"/>
            <a:ext cx="7081787" cy="13278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4147236"/>
            <a:ext cx="7239000" cy="25807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tags/tag1.xml><?xml version="1.0" encoding="utf-8"?>
<p:tagLst xmlns:p="http://schemas.openxmlformats.org/presentationml/2006/main">
  <p:tag name="KSO_WPP_MARK_KEY" val="7aace78d-088f-4238-ae8c-63eb3b58ed30"/>
  <p:tag name="COMMONDATA" val="eyJoZGlkIjoiODI0ZjJiMmIyODM0NTc5MzEyN2IzOWYzNjgwNDFiNTY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7906</Words>
  <Application>WPS 演示</Application>
  <PresentationFormat>On-screen Show (4:3)</PresentationFormat>
  <Paragraphs>379</Paragraphs>
  <Slides>26</Slides>
  <Notes>25</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26</vt:i4>
      </vt:variant>
    </vt:vector>
  </HeadingPairs>
  <TitlesOfParts>
    <vt:vector size="36" baseType="lpstr">
      <vt:lpstr>Arial</vt:lpstr>
      <vt:lpstr>宋体</vt:lpstr>
      <vt:lpstr>Wingdings</vt:lpstr>
      <vt:lpstr>Times New Roman</vt:lpstr>
      <vt:lpstr>华文行楷</vt:lpstr>
      <vt:lpstr>微软雅黑</vt:lpstr>
      <vt:lpstr>Arial Unicode MS</vt:lpstr>
      <vt:lpstr>Calibri</vt:lpstr>
      <vt:lpstr>Symbol</vt:lpstr>
      <vt:lpstr>默认设计模板</vt:lpstr>
      <vt:lpstr>Engineering Electromagnetics 工程电磁场</vt:lpstr>
      <vt:lpstr>9: Conductors &amp; Dielectrics</vt:lpstr>
      <vt:lpstr>9: Conductors &amp; Dielectrics</vt:lpstr>
      <vt:lpstr>9: Conductors &amp; Dielectrics</vt:lpstr>
      <vt:lpstr>9: Conductors &amp; Dielectrics</vt:lpstr>
      <vt:lpstr>9: Conductors &amp; Dielectrics</vt:lpstr>
      <vt:lpstr>9: Conductors &amp; Dielectrics</vt:lpstr>
      <vt:lpstr>9: Conductors &amp; Dielectrics</vt:lpstr>
      <vt:lpstr>9: Conductors &amp; Dielectrics</vt:lpstr>
      <vt:lpstr>9: Conductors &amp; Dielectrics</vt:lpstr>
      <vt:lpstr>9: Conductors &amp; Dielectrics</vt:lpstr>
      <vt:lpstr>9: Conductors &amp; Dielectrics</vt:lpstr>
      <vt:lpstr>9: Conductors &amp; Dielectrics</vt:lpstr>
      <vt:lpstr>9: Conductors &amp; Dielectrics</vt:lpstr>
      <vt:lpstr>9: Conductors &amp; Dielectrics</vt:lpstr>
      <vt:lpstr>9: Conductors &amp; Dielectrics</vt:lpstr>
      <vt:lpstr>9: Conductors &amp; Dielectrics</vt:lpstr>
      <vt:lpstr>9: Conductors &amp; Dielectrics</vt:lpstr>
      <vt:lpstr>9: Conductors &amp; Dielectrics</vt:lpstr>
      <vt:lpstr>9: Conductors &amp; Dielectrics</vt:lpstr>
      <vt:lpstr>9: Conductors &amp; Dielectrics</vt:lpstr>
      <vt:lpstr>9: Conductors &amp; Dielectrics</vt:lpstr>
      <vt:lpstr>9: Conductors &amp; Dielectrics</vt:lpstr>
      <vt:lpstr>9: Conductors &amp; Dielectrics</vt:lpstr>
      <vt:lpstr>9: Conductors &amp; Dielectrics</vt:lpstr>
      <vt:lpstr>HW-5</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dpcuser</dc:creator>
  <cp:lastModifiedBy>林碧容</cp:lastModifiedBy>
  <cp:revision>514</cp:revision>
  <cp:lastPrinted>2014-03-03T09:16:00Z</cp:lastPrinted>
  <dcterms:created xsi:type="dcterms:W3CDTF">2113-01-01T00:00:00Z</dcterms:created>
  <dcterms:modified xsi:type="dcterms:W3CDTF">2024-11-13T00:51:10Z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624BB639858148368E7785B80B4E9E7C</vt:lpwstr>
  </property>
  <property fmtid="{D5CDD505-2E9C-101B-9397-08002B2CF9AE}" pid="4" name="KSOProductBuildVer">
    <vt:lpwstr>2052-11.1.0.12165</vt:lpwstr>
  </property>
</Properties>
</file>