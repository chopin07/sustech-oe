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63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9AC6F4-F636-556D-90FE-9D94823E0F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EE09435-9BA8-B35F-CF70-42AA6C6813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219F4E-BDE4-7E2E-A41B-C833009E6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BCB3DA-C6B7-6734-020F-655D4AA4B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25F3D8-8367-6706-9A4E-B72FFC14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319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FC88D3-BA2F-932F-000A-110745FC0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60F7E1-AFBA-3107-C010-4C6522BC3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74C562-975B-5AD9-63AD-8E0CE85BC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64C0D4-0D2C-712B-A0B1-5775019A0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9BE815-279E-D534-4BBD-876CE39A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10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B691DC-4E50-D935-6F08-CC96A6931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0CC531F-36EF-42E9-8DFF-264305CEC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C3DFEA-F3CF-CFAE-D212-2FC63C01E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BCCEB6-4214-D0D9-F3CC-DC9C83137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2DEEC0-DC4E-720F-40EA-B4C1C2F0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552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5DE33B-56AF-089E-73F7-B81007185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D5F7B37-9F90-10EE-EF15-215630E71D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878EBDB-1F7C-F082-15FA-EC9F2092E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8BBED3-BEBC-8148-7749-1985E2391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3BD77E-03B5-D637-8BB0-D79FF2BA5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541840-ED46-762A-91F4-AAAD184B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211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70D69-D0B4-7571-699B-54C36B15F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6F8A543-5303-58AB-65AE-C9B85004C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CA26CE1-EEDE-F02B-E286-6BDE54C64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F62D7E9-2AF8-6E61-5FEF-01956EB366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ED51226-5705-9BC2-980F-7FE60686D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E0DF98-0189-AA45-F2D3-D7B561DE6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5A9B27B-4768-AD8D-3891-E0D95313B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0D71C15-50FA-916F-17D3-72C5B61CD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74789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480A0D-A537-181E-FDEA-FE722B96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B9437AA-15F6-285E-227B-4CCFD9352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0354403-8EC8-647C-0A8A-2AD4130C5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BA3D628-F6AF-D035-E0D3-8A405A62F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680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62AE581-D480-0CBC-9D3B-891A5FE3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B373DD9-B227-E305-5B36-34C19BB1E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8052E98-F3B7-AFD5-1E55-462ACB855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5647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AFD8A7-CCC6-CCCF-8B35-F861059F8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D596D2-CB63-B701-45EB-3CF99BF16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866BB7B-1FAA-404F-10E2-A94CA4103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93BD0A-AD7F-0FA2-C345-D45DBF8B5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FFE836-E107-0539-57C7-E8B89CC95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FB7E8E-547D-5EAD-BC84-517D5CB37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389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5F86C0-8174-835A-D91F-4A847B77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B9E94C8-4884-3852-3C8E-2C0C0BDB6C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17204B-AC54-2D61-FB88-CA09EF0A6D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B904C9-E8CD-5909-A1E4-08444D418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ABEE2A-1006-FF02-11B8-C69E4654F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2232CC1-0081-9875-FF5B-2C34D4E64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0339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6BC63-D11D-29A8-F5A7-7F67CBB2B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722DD9-5DC7-5254-7214-EE1EE7B16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ECAADF-2EE3-A7D1-A32E-262311DC4F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D888D2-A826-FF87-630C-42CD8F99D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9F29B9-E3F9-D3AF-E9A3-ACD62EB8B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363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FCE2A8F-4141-8144-758C-A150DA04ED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F831981-33ED-F50D-DEC7-CC7E2A75A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978287-256F-E652-0BD1-58AEB8B0D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0FC380A-BC95-C924-2AD4-71012EA7A4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2949C4-BF14-A972-E0B4-E7EC43C5C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59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A5AD874-C4C0-F805-1A11-508E3E468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6A3510-7889-A487-C0BF-E862E41CB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2BF56C-3D35-7E67-8611-3414F4587A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F677F-DD56-4EF1-A561-6B9CE6BF5F33}" type="datetimeFigureOut">
              <a:rPr lang="zh-CN" altLang="en-US" smtClean="0"/>
              <a:t>2025/11/16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6A58A-3F49-AFB4-EC55-80FD53E7B0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67864B-3CE2-232A-97A9-A15CA620C0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2A2F3-B7CE-47F2-A5A9-2FECC59AF2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639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D79C23D-0319-0FCF-4420-18966BFCF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8" y="7885"/>
            <a:ext cx="4372585" cy="60015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954D40B-6645-433A-B7DF-CEB60EB86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8" y="599680"/>
            <a:ext cx="3210373" cy="2667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FBE25AE-7E85-9FAB-C5C2-B4A7EFDCDE20}"/>
              </a:ext>
            </a:extLst>
          </p:cNvPr>
          <p:cNvPicPr>
            <a:picLocks/>
          </p:cNvPicPr>
          <p:nvPr/>
        </p:nvPicPr>
        <p:blipFill>
          <a:blip r:embed="rId4"/>
          <a:srcRect b="23158"/>
          <a:stretch>
            <a:fillRect/>
          </a:stretch>
        </p:blipFill>
        <p:spPr>
          <a:xfrm>
            <a:off x="42868" y="866417"/>
            <a:ext cx="2143424" cy="196914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BA648E4-388C-E70D-D638-CC5E5B5CC8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022" y="949351"/>
            <a:ext cx="2528432" cy="1886213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39D1FA1-769B-3721-584B-CB8B1EE19D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18456" y="56156"/>
            <a:ext cx="1269569" cy="33470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75B29AB-8E50-7137-8801-5D49DE850CCD}"/>
              </a:ext>
            </a:extLst>
          </p:cNvPr>
          <p:cNvPicPr>
            <a:picLocks/>
          </p:cNvPicPr>
          <p:nvPr/>
        </p:nvPicPr>
        <p:blipFill>
          <a:blip r:embed="rId7"/>
          <a:srcRect b="85504"/>
          <a:stretch>
            <a:fillRect/>
          </a:stretch>
        </p:blipFill>
        <p:spPr>
          <a:xfrm>
            <a:off x="0" y="3008597"/>
            <a:ext cx="4229245" cy="420404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EF59C66-C3F3-628B-18A3-0680B6160C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868" y="3428999"/>
            <a:ext cx="1697182" cy="1115291"/>
          </a:xfrm>
          <a:prstGeom prst="rect">
            <a:avLst/>
          </a:prstGeom>
        </p:spPr>
      </p:pic>
      <p:pic>
        <p:nvPicPr>
          <p:cNvPr id="2" name="图片 1" descr="文本, 信件&#10;&#10;AI 生成的内容可能不正确。">
            <a:extLst>
              <a:ext uri="{FF2B5EF4-FFF2-40B4-BE49-F238E27FC236}">
                <a16:creationId xmlns:a16="http://schemas.microsoft.com/office/drawing/2014/main" id="{99DEE8E8-136D-E866-09DC-4E09F30A340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4561" y="1193769"/>
            <a:ext cx="7050548" cy="3525274"/>
          </a:xfrm>
          <a:prstGeom prst="rect">
            <a:avLst/>
          </a:prstGeom>
        </p:spPr>
      </p:pic>
      <p:pic>
        <p:nvPicPr>
          <p:cNvPr id="3" name="图片 2" descr="手机屏幕的截图&#10;&#10;AI 生成的内容可能不正确。">
            <a:extLst>
              <a:ext uri="{FF2B5EF4-FFF2-40B4-BE49-F238E27FC236}">
                <a16:creationId xmlns:a16="http://schemas.microsoft.com/office/drawing/2014/main" id="{33699226-7FD9-3F38-5497-7864A82ED9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03585" y="2594460"/>
            <a:ext cx="3488077" cy="82827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4E51794-947A-598B-4D03-B1C1057D166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15193" y="3429000"/>
            <a:ext cx="2172832" cy="1291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6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F82A29-C9AD-1DB9-8124-E3CCA0319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C6B628-1C18-40F4-81EC-9D16D41C5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8384" y="0"/>
            <a:ext cx="4019761" cy="308768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30BCC8C-41B5-0D58-0476-483A0AF0E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384" y="3087681"/>
            <a:ext cx="4067477" cy="30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864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BEE0B-E478-7EC3-0A85-675F2FA4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8C1229A-DAD5-8C68-AD99-559DA16FEC64}"/>
              </a:ext>
            </a:extLst>
          </p:cNvPr>
          <p:cNvPicPr>
            <a:picLocks/>
          </p:cNvPicPr>
          <p:nvPr/>
        </p:nvPicPr>
        <p:blipFill>
          <a:blip r:embed="rId2"/>
          <a:srcRect b="85504"/>
          <a:stretch>
            <a:fillRect/>
          </a:stretch>
        </p:blipFill>
        <p:spPr>
          <a:xfrm>
            <a:off x="147782" y="1034472"/>
            <a:ext cx="9762836" cy="78740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BA631D2-0E75-AC53-5CDD-03EA48FF0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76" y="1747981"/>
            <a:ext cx="3805483" cy="250074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61EE9F-F245-05C2-E215-560F7A2C9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059" y="1747980"/>
            <a:ext cx="5000086" cy="2972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7623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8A16B-5CBD-B22B-A579-6107D2F4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2137E4B-86B7-CFD4-8412-150B1D2A0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527" y="276036"/>
            <a:ext cx="4309097" cy="9459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5A4441-6FA7-5321-ED60-76E79993E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0527" y="1222004"/>
            <a:ext cx="4304333" cy="3874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6342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523DA-EBE2-7A76-EA03-F152116A6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3BD8C73-94A7-CDCC-0941-62FD906B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7389" y="971207"/>
            <a:ext cx="7497221" cy="4915586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A8F358B4-8C9E-5C14-3434-92D13FD5766F}"/>
              </a:ext>
            </a:extLst>
          </p:cNvPr>
          <p:cNvSpPr txBox="1"/>
          <p:nvPr/>
        </p:nvSpPr>
        <p:spPr>
          <a:xfrm>
            <a:off x="6816436" y="4387273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内置</a:t>
            </a:r>
            <a:r>
              <a:rPr lang="en-US" altLang="zh-CN" dirty="0">
                <a:solidFill>
                  <a:srgbClr val="FF0000"/>
                </a:solidFill>
              </a:rPr>
              <a:t>shell</a:t>
            </a:r>
            <a:r>
              <a:rPr lang="zh-CN" altLang="en-US" dirty="0">
                <a:solidFill>
                  <a:srgbClr val="FF0000"/>
                </a:solidFill>
              </a:rPr>
              <a:t>命令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F98C342-BD44-F333-2309-6F549A0B6DD3}"/>
              </a:ext>
            </a:extLst>
          </p:cNvPr>
          <p:cNvSpPr txBox="1"/>
          <p:nvPr/>
        </p:nvSpPr>
        <p:spPr>
          <a:xfrm>
            <a:off x="5788891" y="4909005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解释执行的脚本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17A96FA-7B24-AD24-2AF6-1070D9733D5A}"/>
              </a:ext>
            </a:extLst>
          </p:cNvPr>
          <p:cNvSpPr txBox="1"/>
          <p:nvPr/>
        </p:nvSpPr>
        <p:spPr>
          <a:xfrm>
            <a:off x="6892636" y="5435172"/>
            <a:ext cx="256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编译后的目标代码文件</a:t>
            </a:r>
          </a:p>
        </p:txBody>
      </p:sp>
    </p:spTree>
    <p:extLst>
      <p:ext uri="{BB962C8B-B14F-4D97-AF65-F5344CB8AC3E}">
        <p14:creationId xmlns:p14="http://schemas.microsoft.com/office/powerpoint/2010/main" val="3211546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2E16E-614B-5DAA-D391-297635241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C839CC1-1405-B0E2-788C-1CFCBEEB49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284" y="956917"/>
            <a:ext cx="7935432" cy="4944165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5E25636-E5DF-720A-0616-005CF04265BD}"/>
              </a:ext>
            </a:extLst>
          </p:cNvPr>
          <p:cNvSpPr txBox="1"/>
          <p:nvPr/>
        </p:nvSpPr>
        <p:spPr>
          <a:xfrm>
            <a:off x="3768436" y="2881746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命令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4B24C7C-069C-485A-C884-06FCC4E5AF98}"/>
              </a:ext>
            </a:extLst>
          </p:cNvPr>
          <p:cNvSpPr txBox="1"/>
          <p:nvPr/>
        </p:nvSpPr>
        <p:spPr>
          <a:xfrm>
            <a:off x="5324763" y="2881746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选项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ED2EF8-9E62-F723-0FA9-7BEDB33A9F7F}"/>
              </a:ext>
            </a:extLst>
          </p:cNvPr>
          <p:cNvSpPr txBox="1"/>
          <p:nvPr/>
        </p:nvSpPr>
        <p:spPr>
          <a:xfrm>
            <a:off x="7061200" y="2881746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参数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5976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6C5B2-A7E1-6BF8-22C2-44ABF6177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479A94E-797C-D4E4-1889-6DACE209D8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547" y="1457050"/>
            <a:ext cx="7382905" cy="394390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43F5CA6-54A1-9F7B-9133-4BAE26B38F8F}"/>
              </a:ext>
            </a:extLst>
          </p:cNvPr>
          <p:cNvSpPr txBox="1"/>
          <p:nvPr/>
        </p:nvSpPr>
        <p:spPr>
          <a:xfrm>
            <a:off x="5213928" y="3703782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^ ctrl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1FB92A1-F760-2F11-8276-0F7167BC1F7E}"/>
              </a:ext>
            </a:extLst>
          </p:cNvPr>
          <p:cNvSpPr txBox="1"/>
          <p:nvPr/>
        </p:nvSpPr>
        <p:spPr>
          <a:xfrm>
            <a:off x="4821383" y="4626257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中断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FB46646-344C-8DE6-CB98-B8A92299D27F}"/>
              </a:ext>
            </a:extLst>
          </p:cNvPr>
          <p:cNvSpPr txBox="1"/>
          <p:nvPr/>
        </p:nvSpPr>
        <p:spPr>
          <a:xfrm>
            <a:off x="8341964" y="4995589"/>
            <a:ext cx="2207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文件结束</a:t>
            </a:r>
            <a:endParaRPr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274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DB07D-EA4B-279B-CABA-0C732CE8F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984BE28-FBFB-DB0D-9B6F-E7C47BFCC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11" y="1147444"/>
            <a:ext cx="6287377" cy="4563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326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CCA2B-9AB2-CDDC-FD54-49A6050C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28633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85DE8-0ECB-F73C-D9E6-DC94C79A6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4201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E7EE8-4C29-3E6E-29A6-7264EA1BE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6740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3D52E-0CCE-11E4-BBB6-EA12AE4F0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12904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433C9-0371-6D74-735B-D7CCBE61B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0384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76608-B899-7460-376D-1872BB79E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479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4C873-BA76-5F70-E9F7-CAB4B304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29444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7E64-562B-2BD7-C934-17B6BCD41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001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C3163-29E7-BDCE-63B5-78A376AE1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65061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1F232-15E1-0A42-A2D7-5117920B5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88980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8AF28-3885-B978-4DC6-53D3C3008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1100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C1BC7-DF4F-6AD6-27E1-28D4C9AB1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0317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8DF95-EE36-1534-D429-179549EA2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171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24883-5D11-ED71-347C-B2BA6647C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6169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FAFA8-74FE-77CE-E181-9EF2F7F1B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785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C1D0-40EF-45F8-8227-A6CC1F905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3512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19</Words>
  <Application>Microsoft Office PowerPoint</Application>
  <PresentationFormat>宽屏</PresentationFormat>
  <Paragraphs>9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衍宁 何</dc:creator>
  <cp:lastModifiedBy>衍宁 何</cp:lastModifiedBy>
  <cp:revision>3</cp:revision>
  <dcterms:created xsi:type="dcterms:W3CDTF">2025-11-15T12:19:15Z</dcterms:created>
  <dcterms:modified xsi:type="dcterms:W3CDTF">2025-11-16T14:44:18Z</dcterms:modified>
</cp:coreProperties>
</file>