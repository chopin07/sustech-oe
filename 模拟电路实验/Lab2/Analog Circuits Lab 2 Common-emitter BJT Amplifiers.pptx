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11"/>
  </p:notesMasterIdLst>
  <p:handoutMasterIdLst>
    <p:handoutMasterId r:id="rId12"/>
  </p:handoutMasterIdLst>
  <p:sldIdLst>
    <p:sldId id="275" r:id="rId4"/>
    <p:sldId id="366" r:id="rId5"/>
    <p:sldId id="321" r:id="rId6"/>
    <p:sldId id="414" r:id="rId7"/>
    <p:sldId id="415" r:id="rId8"/>
    <p:sldId id="330" r:id="rId9"/>
    <p:sldId id="336" r:id="rId10"/>
  </p:sldIdLst>
  <p:sldSz cx="9144000" cy="6858000" type="screen4x3"/>
  <p:notesSz cx="6807200" cy="9939655"/>
  <p:custDataLst>
    <p:tags r:id="rId16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1D41D5"/>
    <a:srgbClr val="000066"/>
    <a:srgbClr val="8585FF"/>
    <a:srgbClr val="15433E"/>
    <a:srgbClr val="FF9999"/>
    <a:srgbClr val="258086"/>
    <a:srgbClr val="2F9487"/>
    <a:srgbClr val="298378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425"/>
    <p:restoredTop sz="89440"/>
  </p:normalViewPr>
  <p:slideViewPr>
    <p:cSldViewPr showGuides="1">
      <p:cViewPr>
        <p:scale>
          <a:sx n="90" d="100"/>
          <a:sy n="90" d="100"/>
        </p:scale>
        <p:origin x="-2448" y="-360"/>
      </p:cViewPr>
      <p:guideLst>
        <p:guide orient="horz" pos="2304"/>
        <p:guide pos="30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5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r" defTabSz="952500">
              <a:defRPr sz="1300">
                <a:ea typeface="+mn-ea"/>
              </a:defRPr>
            </a:lvl1pPr>
          </a:lstStyle>
          <a:p>
            <a:pPr marL="0" marR="0" lvl="0" indent="0" algn="r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45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p>
            <a:pPr lvl="0" algn="r" defTabSz="951230" eaLnBrk="1" fontAlgn="base" hangingPunct="1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3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r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r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53DCBC-2FFE-446C-97C8-6D7BACF5DB19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0" y="746125"/>
            <a:ext cx="4967288" cy="3727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p>
            <a:pPr lvl="0" algn="r" defTabSz="955675" fontAlgn="base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3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/>
          </p:cNvPicPr>
          <p:nvPr userDrawn="1"/>
        </p:nvPicPr>
        <p:blipFill>
          <a:blip r:embed="rId2"/>
          <a:srcRect t="14993"/>
          <a:stretch>
            <a:fillRect/>
          </a:stretch>
        </p:blipFill>
        <p:spPr>
          <a:xfrm>
            <a:off x="0" y="0"/>
            <a:ext cx="9144000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1"/>
          <p:cNvPicPr>
            <a:picLocks noChangeAspect="1"/>
          </p:cNvPicPr>
          <p:nvPr userDrawn="1"/>
        </p:nvPicPr>
        <p:blipFill>
          <a:blip r:embed="rId3"/>
          <a:srcRect b="25183"/>
          <a:stretch>
            <a:fillRect/>
          </a:stretch>
        </p:blipFill>
        <p:spPr>
          <a:xfrm>
            <a:off x="0" y="5373688"/>
            <a:ext cx="9144000" cy="148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>
            <a:lvl1pPr>
              <a:defRPr sz="44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97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en-US" strike="noStrike" noProof="1" dirty="0" smtClean="0"/>
              <a:t>Click to edit Master subtitle style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 txBox="1">
            <a:spLocks noChangeArrowheads="1"/>
          </p:cNvSpPr>
          <p:nvPr/>
        </p:nvSpPr>
        <p:spPr bwMode="auto">
          <a:xfrm>
            <a:off x="3517900" y="6457950"/>
            <a:ext cx="47117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 sz="1400">
                <a:solidFill>
                  <a:schemeClr val="accent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zh-CN" altLang="en-US" sz="1500" strike="noStrike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模拟电路实验讲义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2F94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Rectangle 18"/>
          <p:cNvSpPr txBox="1"/>
          <p:nvPr/>
        </p:nvSpPr>
        <p:spPr>
          <a:xfrm>
            <a:off x="8120063" y="6516688"/>
            <a:ext cx="8382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0" algn="r" eaLnBrk="0" hangingPunct="0"/>
            <a:fld id="{9A0DB2DC-4C9A-4742-B13C-FB6460FD3503}" type="slidenum">
              <a:rPr lang="zh-CN" altLang="en-US" sz="1200" dirty="0">
                <a:solidFill>
                  <a:srgbClr val="2F948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</a:fld>
            <a:endParaRPr lang="zh-CN" altLang="en-US" sz="1200" dirty="0">
              <a:solidFill>
                <a:srgbClr val="2F94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 flipV="1">
            <a:off x="3171825" y="6372225"/>
            <a:ext cx="5943600" cy="46038"/>
          </a:xfrm>
          <a:prstGeom prst="rect">
            <a:avLst/>
          </a:prstGeom>
          <a:gradFill rotWithShape="0">
            <a:gsLst>
              <a:gs pos="0">
                <a:srgbClr val="2F9487"/>
              </a:gs>
              <a:gs pos="100000">
                <a:srgbClr val="15433E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" descr="C:\Users\SUSTC_RUI\Desktop\课题组人员面试流程及评议表格\SUSTech LOGO\1.png"/>
          <p:cNvPicPr>
            <a:picLocks noChangeAspect="1"/>
          </p:cNvPicPr>
          <p:nvPr userDrawn="1"/>
        </p:nvPicPr>
        <p:blipFill>
          <a:blip r:embed="rId2"/>
          <a:srcRect l="24544" t="40517" r="24025" b="40440"/>
          <a:stretch>
            <a:fillRect/>
          </a:stretch>
        </p:blipFill>
        <p:spPr>
          <a:xfrm>
            <a:off x="128588" y="6107113"/>
            <a:ext cx="2667000" cy="69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096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18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 fontAlgn="base"/>
            <a:r>
              <a:rPr lang="en-US" strike="noStrike" noProof="1" dirty="0" smtClean="0"/>
              <a:t>Click to edit Master text styles</a:t>
            </a:r>
            <a:endParaRPr lang="en-US" strike="noStrike" noProof="1" dirty="0" smtClean="0"/>
          </a:p>
          <a:p>
            <a:pPr lvl="1" fontAlgn="base"/>
            <a:r>
              <a:rPr lang="en-US" strike="noStrike" noProof="1" dirty="0" smtClean="0"/>
              <a:t>Second level</a:t>
            </a:r>
            <a:endParaRPr lang="en-US" strike="noStrike" noProof="1" dirty="0" smtClean="0"/>
          </a:p>
          <a:p>
            <a:pPr lvl="2" fontAlgn="base"/>
            <a:r>
              <a:rPr lang="en-US" strike="noStrike" noProof="1" dirty="0" smtClean="0"/>
              <a:t>Third level</a:t>
            </a:r>
            <a:endParaRPr lang="en-US" strike="noStrike" noProof="1" dirty="0" smtClean="0"/>
          </a:p>
          <a:p>
            <a:pPr lvl="3" fontAlgn="base"/>
            <a:r>
              <a:rPr lang="en-US" strike="noStrike" noProof="1" dirty="0" smtClean="0"/>
              <a:t>Fourth level</a:t>
            </a:r>
            <a:endParaRPr lang="en-US" strike="noStrike" noProof="1" dirty="0" smtClean="0"/>
          </a:p>
          <a:p>
            <a:pPr lvl="4" fontAlgn="base"/>
            <a:r>
              <a:rPr lang="en-US" strike="noStrike" noProof="1" dirty="0" smtClean="0"/>
              <a:t>Fifth level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fontAlgn="base"/>
            <a:fld id="{82F288E0-7875-42C4-84C8-98DBBD3BF4D2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base"/>
            <a:fld id="{7D9BB5D0-35E4-459D-AEF3-FE4D7C45CC19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 userDrawn="1"/>
        </p:nvPicPr>
        <p:blipFill>
          <a:blip r:embed="rId2"/>
          <a:srcRect t="14993"/>
          <a:stretch>
            <a:fillRect/>
          </a:stretch>
        </p:blipFill>
        <p:spPr>
          <a:xfrm>
            <a:off x="0" y="0"/>
            <a:ext cx="9144000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7" name="Picture 1"/>
          <p:cNvPicPr>
            <a:picLocks noChangeAspect="1"/>
          </p:cNvPicPr>
          <p:nvPr userDrawn="1"/>
        </p:nvPicPr>
        <p:blipFill>
          <a:blip r:embed="rId3"/>
          <a:srcRect b="25183"/>
          <a:stretch>
            <a:fillRect/>
          </a:stretch>
        </p:blipFill>
        <p:spPr>
          <a:xfrm>
            <a:off x="0" y="5373688"/>
            <a:ext cx="9144000" cy="148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>
            <a:lvl1pPr>
              <a:defRPr sz="44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97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en-US" strike="noStrike" noProof="1" dirty="0" smtClean="0"/>
              <a:t>Click to edit Master subtitle style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 txBox="1">
            <a:spLocks noChangeArrowheads="1"/>
          </p:cNvSpPr>
          <p:nvPr/>
        </p:nvSpPr>
        <p:spPr bwMode="auto">
          <a:xfrm>
            <a:off x="3517900" y="6457950"/>
            <a:ext cx="47117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 sz="1400">
                <a:solidFill>
                  <a:schemeClr val="accent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 </a:t>
            </a:r>
            <a:r>
              <a:rPr lang="zh-CN" altLang="en-US" sz="1500" strike="noStrike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模拟电路实验讲义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2F94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1" name="Rectangle 18"/>
          <p:cNvSpPr txBox="1"/>
          <p:nvPr/>
        </p:nvSpPr>
        <p:spPr>
          <a:xfrm>
            <a:off x="8120063" y="6516688"/>
            <a:ext cx="8382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0" algn="r" eaLnBrk="0" hangingPunct="0"/>
            <a:fld id="{9A0DB2DC-4C9A-4742-B13C-FB6460FD3503}" type="slidenum">
              <a:rPr lang="zh-CN" altLang="en-US" sz="1200" dirty="0">
                <a:solidFill>
                  <a:srgbClr val="2F948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</a:fld>
            <a:endParaRPr lang="zh-CN" altLang="en-US" sz="1200" dirty="0">
              <a:solidFill>
                <a:srgbClr val="2F94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 flipV="1">
            <a:off x="3171825" y="6372225"/>
            <a:ext cx="5943600" cy="46038"/>
          </a:xfrm>
          <a:prstGeom prst="rect">
            <a:avLst/>
          </a:prstGeom>
          <a:gradFill rotWithShape="0">
            <a:gsLst>
              <a:gs pos="0">
                <a:srgbClr val="2F9487"/>
              </a:gs>
              <a:gs pos="100000">
                <a:srgbClr val="15433E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3" name="Picture 4" descr="C:\Users\SUSTC_RUI\Desktop\课题组人员面试流程及评议表格\SUSTech LOGO\1.png"/>
          <p:cNvPicPr>
            <a:picLocks noChangeAspect="1"/>
          </p:cNvPicPr>
          <p:nvPr userDrawn="1"/>
        </p:nvPicPr>
        <p:blipFill>
          <a:blip r:embed="rId2"/>
          <a:srcRect l="24544" t="40517" r="24025" b="40440"/>
          <a:stretch>
            <a:fillRect/>
          </a:stretch>
        </p:blipFill>
        <p:spPr>
          <a:xfrm>
            <a:off x="128588" y="6107113"/>
            <a:ext cx="2667000" cy="69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096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18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 fontAlgn="base"/>
            <a:r>
              <a:rPr lang="en-US" strike="noStrike" noProof="1" dirty="0" smtClean="0"/>
              <a:t>Click to edit Master text styles</a:t>
            </a:r>
            <a:endParaRPr lang="en-US" strike="noStrike" noProof="1" dirty="0" smtClean="0"/>
          </a:p>
          <a:p>
            <a:pPr lvl="1" fontAlgn="base"/>
            <a:r>
              <a:rPr lang="en-US" strike="noStrike" noProof="1" dirty="0" smtClean="0"/>
              <a:t>Second level</a:t>
            </a:r>
            <a:endParaRPr lang="en-US" strike="noStrike" noProof="1" dirty="0" smtClean="0"/>
          </a:p>
          <a:p>
            <a:pPr lvl="2" fontAlgn="base"/>
            <a:r>
              <a:rPr lang="en-US" strike="noStrike" noProof="1" dirty="0" smtClean="0"/>
              <a:t>Third level</a:t>
            </a:r>
            <a:endParaRPr lang="en-US" strike="noStrike" noProof="1" dirty="0" smtClean="0"/>
          </a:p>
          <a:p>
            <a:pPr lvl="3" fontAlgn="base"/>
            <a:r>
              <a:rPr lang="en-US" strike="noStrike" noProof="1" dirty="0" smtClean="0"/>
              <a:t>Fourth level</a:t>
            </a:r>
            <a:endParaRPr lang="en-US" strike="noStrike" noProof="1" dirty="0" smtClean="0"/>
          </a:p>
          <a:p>
            <a:pPr lvl="4" fontAlgn="base"/>
            <a:r>
              <a:rPr lang="en-US" strike="noStrike" noProof="1" dirty="0" smtClean="0"/>
              <a:t>Fifth level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fontAlgn="base"/>
            <a:fld id="{82F288E0-7875-42C4-84C8-98DBBD3BF4D2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base"/>
            <a:fld id="{7D9BB5D0-35E4-459D-AEF3-FE4D7C45CC19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85788" y="4000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0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585788" y="4000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0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tags" Target="../tags/tag101.xml"/><Relationship Id="rId98" Type="http://schemas.openxmlformats.org/officeDocument/2006/relationships/tags" Target="../tags/tag100.xml"/><Relationship Id="rId97" Type="http://schemas.openxmlformats.org/officeDocument/2006/relationships/tags" Target="../tags/tag99.xml"/><Relationship Id="rId96" Type="http://schemas.openxmlformats.org/officeDocument/2006/relationships/tags" Target="../tags/tag98.xml"/><Relationship Id="rId95" Type="http://schemas.openxmlformats.org/officeDocument/2006/relationships/tags" Target="../tags/tag97.xml"/><Relationship Id="rId94" Type="http://schemas.openxmlformats.org/officeDocument/2006/relationships/tags" Target="../tags/tag96.xml"/><Relationship Id="rId93" Type="http://schemas.openxmlformats.org/officeDocument/2006/relationships/tags" Target="../tags/tag95.xml"/><Relationship Id="rId92" Type="http://schemas.openxmlformats.org/officeDocument/2006/relationships/tags" Target="../tags/tag94.xml"/><Relationship Id="rId91" Type="http://schemas.openxmlformats.org/officeDocument/2006/relationships/tags" Target="../tags/tag93.xml"/><Relationship Id="rId90" Type="http://schemas.openxmlformats.org/officeDocument/2006/relationships/tags" Target="../tags/tag92.xml"/><Relationship Id="rId9" Type="http://schemas.openxmlformats.org/officeDocument/2006/relationships/tags" Target="../tags/tag11.xml"/><Relationship Id="rId89" Type="http://schemas.openxmlformats.org/officeDocument/2006/relationships/tags" Target="../tags/tag91.xml"/><Relationship Id="rId88" Type="http://schemas.openxmlformats.org/officeDocument/2006/relationships/tags" Target="../tags/tag90.xml"/><Relationship Id="rId87" Type="http://schemas.openxmlformats.org/officeDocument/2006/relationships/tags" Target="../tags/tag89.xml"/><Relationship Id="rId86" Type="http://schemas.openxmlformats.org/officeDocument/2006/relationships/tags" Target="../tags/tag88.xml"/><Relationship Id="rId85" Type="http://schemas.openxmlformats.org/officeDocument/2006/relationships/tags" Target="../tags/tag87.xml"/><Relationship Id="rId84" Type="http://schemas.openxmlformats.org/officeDocument/2006/relationships/tags" Target="../tags/tag86.xml"/><Relationship Id="rId83" Type="http://schemas.openxmlformats.org/officeDocument/2006/relationships/tags" Target="../tags/tag85.xml"/><Relationship Id="rId82" Type="http://schemas.openxmlformats.org/officeDocument/2006/relationships/tags" Target="../tags/tag84.xml"/><Relationship Id="rId81" Type="http://schemas.openxmlformats.org/officeDocument/2006/relationships/tags" Target="../tags/tag83.xml"/><Relationship Id="rId80" Type="http://schemas.openxmlformats.org/officeDocument/2006/relationships/tags" Target="../tags/tag82.xml"/><Relationship Id="rId8" Type="http://schemas.openxmlformats.org/officeDocument/2006/relationships/tags" Target="../tags/tag10.xml"/><Relationship Id="rId79" Type="http://schemas.openxmlformats.org/officeDocument/2006/relationships/tags" Target="../tags/tag81.xml"/><Relationship Id="rId78" Type="http://schemas.openxmlformats.org/officeDocument/2006/relationships/tags" Target="../tags/tag80.xml"/><Relationship Id="rId77" Type="http://schemas.openxmlformats.org/officeDocument/2006/relationships/tags" Target="../tags/tag79.xml"/><Relationship Id="rId76" Type="http://schemas.openxmlformats.org/officeDocument/2006/relationships/tags" Target="../tags/tag78.xml"/><Relationship Id="rId75" Type="http://schemas.openxmlformats.org/officeDocument/2006/relationships/tags" Target="../tags/tag77.xml"/><Relationship Id="rId74" Type="http://schemas.openxmlformats.org/officeDocument/2006/relationships/tags" Target="../tags/tag76.xml"/><Relationship Id="rId73" Type="http://schemas.openxmlformats.org/officeDocument/2006/relationships/tags" Target="../tags/tag75.xml"/><Relationship Id="rId72" Type="http://schemas.openxmlformats.org/officeDocument/2006/relationships/tags" Target="../tags/tag74.xml"/><Relationship Id="rId71" Type="http://schemas.openxmlformats.org/officeDocument/2006/relationships/tags" Target="../tags/tag73.xml"/><Relationship Id="rId70" Type="http://schemas.openxmlformats.org/officeDocument/2006/relationships/tags" Target="../tags/tag72.xml"/><Relationship Id="rId7" Type="http://schemas.openxmlformats.org/officeDocument/2006/relationships/tags" Target="../tags/tag9.xml"/><Relationship Id="rId69" Type="http://schemas.openxmlformats.org/officeDocument/2006/relationships/tags" Target="../tags/tag71.xml"/><Relationship Id="rId68" Type="http://schemas.openxmlformats.org/officeDocument/2006/relationships/tags" Target="../tags/tag70.xml"/><Relationship Id="rId67" Type="http://schemas.openxmlformats.org/officeDocument/2006/relationships/tags" Target="../tags/tag69.xml"/><Relationship Id="rId66" Type="http://schemas.openxmlformats.org/officeDocument/2006/relationships/tags" Target="../tags/tag68.xml"/><Relationship Id="rId65" Type="http://schemas.openxmlformats.org/officeDocument/2006/relationships/tags" Target="../tags/tag67.xml"/><Relationship Id="rId64" Type="http://schemas.openxmlformats.org/officeDocument/2006/relationships/tags" Target="../tags/tag66.xml"/><Relationship Id="rId63" Type="http://schemas.openxmlformats.org/officeDocument/2006/relationships/tags" Target="../tags/tag65.xml"/><Relationship Id="rId62" Type="http://schemas.openxmlformats.org/officeDocument/2006/relationships/tags" Target="../tags/tag64.xml"/><Relationship Id="rId61" Type="http://schemas.openxmlformats.org/officeDocument/2006/relationships/tags" Target="../tags/tag63.xml"/><Relationship Id="rId60" Type="http://schemas.openxmlformats.org/officeDocument/2006/relationships/tags" Target="../tags/tag62.xml"/><Relationship Id="rId6" Type="http://schemas.openxmlformats.org/officeDocument/2006/relationships/tags" Target="../tags/tag8.xml"/><Relationship Id="rId59" Type="http://schemas.openxmlformats.org/officeDocument/2006/relationships/tags" Target="../tags/tag61.xml"/><Relationship Id="rId58" Type="http://schemas.openxmlformats.org/officeDocument/2006/relationships/tags" Target="../tags/tag60.xml"/><Relationship Id="rId57" Type="http://schemas.openxmlformats.org/officeDocument/2006/relationships/tags" Target="../tags/tag59.xml"/><Relationship Id="rId56" Type="http://schemas.openxmlformats.org/officeDocument/2006/relationships/tags" Target="../tags/tag58.xml"/><Relationship Id="rId55" Type="http://schemas.openxmlformats.org/officeDocument/2006/relationships/tags" Target="../tags/tag57.xml"/><Relationship Id="rId54" Type="http://schemas.openxmlformats.org/officeDocument/2006/relationships/tags" Target="../tags/tag56.xml"/><Relationship Id="rId53" Type="http://schemas.openxmlformats.org/officeDocument/2006/relationships/tags" Target="../tags/tag55.xml"/><Relationship Id="rId52" Type="http://schemas.openxmlformats.org/officeDocument/2006/relationships/tags" Target="../tags/tag54.xml"/><Relationship Id="rId51" Type="http://schemas.openxmlformats.org/officeDocument/2006/relationships/tags" Target="../tags/tag53.xml"/><Relationship Id="rId50" Type="http://schemas.openxmlformats.org/officeDocument/2006/relationships/tags" Target="../tags/tag52.xml"/><Relationship Id="rId5" Type="http://schemas.openxmlformats.org/officeDocument/2006/relationships/tags" Target="../tags/tag7.xml"/><Relationship Id="rId49" Type="http://schemas.openxmlformats.org/officeDocument/2006/relationships/tags" Target="../tags/tag51.xml"/><Relationship Id="rId48" Type="http://schemas.openxmlformats.org/officeDocument/2006/relationships/tags" Target="../tags/tag50.xml"/><Relationship Id="rId47" Type="http://schemas.openxmlformats.org/officeDocument/2006/relationships/tags" Target="../tags/tag49.xml"/><Relationship Id="rId46" Type="http://schemas.openxmlformats.org/officeDocument/2006/relationships/tags" Target="../tags/tag48.xml"/><Relationship Id="rId45" Type="http://schemas.openxmlformats.org/officeDocument/2006/relationships/tags" Target="../tags/tag47.xml"/><Relationship Id="rId44" Type="http://schemas.openxmlformats.org/officeDocument/2006/relationships/tags" Target="../tags/tag46.xml"/><Relationship Id="rId43" Type="http://schemas.openxmlformats.org/officeDocument/2006/relationships/tags" Target="../tags/tag45.xml"/><Relationship Id="rId42" Type="http://schemas.openxmlformats.org/officeDocument/2006/relationships/tags" Target="../tags/tag44.xml"/><Relationship Id="rId41" Type="http://schemas.openxmlformats.org/officeDocument/2006/relationships/tags" Target="../tags/tag43.xml"/><Relationship Id="rId40" Type="http://schemas.openxmlformats.org/officeDocument/2006/relationships/tags" Target="../tags/tag42.xml"/><Relationship Id="rId4" Type="http://schemas.openxmlformats.org/officeDocument/2006/relationships/tags" Target="../tags/tag6.xml"/><Relationship Id="rId39" Type="http://schemas.openxmlformats.org/officeDocument/2006/relationships/tags" Target="../tags/tag41.xml"/><Relationship Id="rId38" Type="http://schemas.openxmlformats.org/officeDocument/2006/relationships/tags" Target="../tags/tag40.xml"/><Relationship Id="rId37" Type="http://schemas.openxmlformats.org/officeDocument/2006/relationships/tags" Target="../tags/tag39.xml"/><Relationship Id="rId36" Type="http://schemas.openxmlformats.org/officeDocument/2006/relationships/tags" Target="../tags/tag38.xml"/><Relationship Id="rId35" Type="http://schemas.openxmlformats.org/officeDocument/2006/relationships/tags" Target="../tags/tag37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5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3" Type="http://schemas.openxmlformats.org/officeDocument/2006/relationships/slideLayout" Target="../slideLayouts/slideLayout2.xml"/><Relationship Id="rId142" Type="http://schemas.openxmlformats.org/officeDocument/2006/relationships/tags" Target="../tags/tag144.xml"/><Relationship Id="rId141" Type="http://schemas.openxmlformats.org/officeDocument/2006/relationships/tags" Target="../tags/tag143.xml"/><Relationship Id="rId140" Type="http://schemas.openxmlformats.org/officeDocument/2006/relationships/tags" Target="../tags/tag142.xml"/><Relationship Id="rId14" Type="http://schemas.openxmlformats.org/officeDocument/2006/relationships/tags" Target="../tags/tag16.xml"/><Relationship Id="rId139" Type="http://schemas.openxmlformats.org/officeDocument/2006/relationships/tags" Target="../tags/tag141.xml"/><Relationship Id="rId138" Type="http://schemas.openxmlformats.org/officeDocument/2006/relationships/tags" Target="../tags/tag140.xml"/><Relationship Id="rId137" Type="http://schemas.openxmlformats.org/officeDocument/2006/relationships/tags" Target="../tags/tag139.xml"/><Relationship Id="rId136" Type="http://schemas.openxmlformats.org/officeDocument/2006/relationships/tags" Target="../tags/tag138.xml"/><Relationship Id="rId135" Type="http://schemas.openxmlformats.org/officeDocument/2006/relationships/tags" Target="../tags/tag137.xml"/><Relationship Id="rId134" Type="http://schemas.openxmlformats.org/officeDocument/2006/relationships/tags" Target="../tags/tag136.xml"/><Relationship Id="rId133" Type="http://schemas.openxmlformats.org/officeDocument/2006/relationships/tags" Target="../tags/tag135.xml"/><Relationship Id="rId132" Type="http://schemas.openxmlformats.org/officeDocument/2006/relationships/tags" Target="../tags/tag134.xml"/><Relationship Id="rId131" Type="http://schemas.openxmlformats.org/officeDocument/2006/relationships/tags" Target="../tags/tag133.xml"/><Relationship Id="rId130" Type="http://schemas.openxmlformats.org/officeDocument/2006/relationships/tags" Target="../tags/tag132.xml"/><Relationship Id="rId13" Type="http://schemas.openxmlformats.org/officeDocument/2006/relationships/tags" Target="../tags/tag15.xml"/><Relationship Id="rId129" Type="http://schemas.openxmlformats.org/officeDocument/2006/relationships/tags" Target="../tags/tag131.xml"/><Relationship Id="rId128" Type="http://schemas.openxmlformats.org/officeDocument/2006/relationships/tags" Target="../tags/tag130.xml"/><Relationship Id="rId127" Type="http://schemas.openxmlformats.org/officeDocument/2006/relationships/tags" Target="../tags/tag129.xml"/><Relationship Id="rId126" Type="http://schemas.openxmlformats.org/officeDocument/2006/relationships/tags" Target="../tags/tag128.xml"/><Relationship Id="rId125" Type="http://schemas.openxmlformats.org/officeDocument/2006/relationships/tags" Target="../tags/tag127.xml"/><Relationship Id="rId124" Type="http://schemas.openxmlformats.org/officeDocument/2006/relationships/tags" Target="../tags/tag126.xml"/><Relationship Id="rId123" Type="http://schemas.openxmlformats.org/officeDocument/2006/relationships/tags" Target="../tags/tag125.xml"/><Relationship Id="rId122" Type="http://schemas.openxmlformats.org/officeDocument/2006/relationships/tags" Target="../tags/tag124.xml"/><Relationship Id="rId121" Type="http://schemas.openxmlformats.org/officeDocument/2006/relationships/tags" Target="../tags/tag123.xml"/><Relationship Id="rId120" Type="http://schemas.openxmlformats.org/officeDocument/2006/relationships/tags" Target="../tags/tag122.xml"/><Relationship Id="rId12" Type="http://schemas.openxmlformats.org/officeDocument/2006/relationships/tags" Target="../tags/tag14.xml"/><Relationship Id="rId119" Type="http://schemas.openxmlformats.org/officeDocument/2006/relationships/tags" Target="../tags/tag121.xml"/><Relationship Id="rId118" Type="http://schemas.openxmlformats.org/officeDocument/2006/relationships/tags" Target="../tags/tag120.xml"/><Relationship Id="rId117" Type="http://schemas.openxmlformats.org/officeDocument/2006/relationships/tags" Target="../tags/tag119.xml"/><Relationship Id="rId116" Type="http://schemas.openxmlformats.org/officeDocument/2006/relationships/tags" Target="../tags/tag118.xml"/><Relationship Id="rId115" Type="http://schemas.openxmlformats.org/officeDocument/2006/relationships/tags" Target="../tags/tag117.xml"/><Relationship Id="rId114" Type="http://schemas.openxmlformats.org/officeDocument/2006/relationships/tags" Target="../tags/tag116.xml"/><Relationship Id="rId113" Type="http://schemas.openxmlformats.org/officeDocument/2006/relationships/tags" Target="../tags/tag115.xml"/><Relationship Id="rId112" Type="http://schemas.openxmlformats.org/officeDocument/2006/relationships/tags" Target="../tags/tag114.xml"/><Relationship Id="rId111" Type="http://schemas.openxmlformats.org/officeDocument/2006/relationships/tags" Target="../tags/tag113.xml"/><Relationship Id="rId110" Type="http://schemas.openxmlformats.org/officeDocument/2006/relationships/tags" Target="../tags/tag112.xml"/><Relationship Id="rId11" Type="http://schemas.openxmlformats.org/officeDocument/2006/relationships/tags" Target="../tags/tag13.xml"/><Relationship Id="rId109" Type="http://schemas.openxmlformats.org/officeDocument/2006/relationships/tags" Target="../tags/tag111.xml"/><Relationship Id="rId108" Type="http://schemas.openxmlformats.org/officeDocument/2006/relationships/tags" Target="../tags/tag110.xml"/><Relationship Id="rId107" Type="http://schemas.openxmlformats.org/officeDocument/2006/relationships/tags" Target="../tags/tag109.xml"/><Relationship Id="rId106" Type="http://schemas.openxmlformats.org/officeDocument/2006/relationships/tags" Target="../tags/tag108.xml"/><Relationship Id="rId105" Type="http://schemas.openxmlformats.org/officeDocument/2006/relationships/tags" Target="../tags/tag107.xml"/><Relationship Id="rId104" Type="http://schemas.openxmlformats.org/officeDocument/2006/relationships/tags" Target="../tags/tag106.xml"/><Relationship Id="rId103" Type="http://schemas.openxmlformats.org/officeDocument/2006/relationships/tags" Target="../tags/tag105.xml"/><Relationship Id="rId102" Type="http://schemas.openxmlformats.org/officeDocument/2006/relationships/tags" Target="../tags/tag104.xml"/><Relationship Id="rId101" Type="http://schemas.openxmlformats.org/officeDocument/2006/relationships/tags" Target="../tags/tag103.xml"/><Relationship Id="rId100" Type="http://schemas.openxmlformats.org/officeDocument/2006/relationships/tags" Target="../tags/tag102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image" Target="../media/image6.wmf"/><Relationship Id="rId6" Type="http://schemas.openxmlformats.org/officeDocument/2006/relationships/oleObject" Target="../embeddings/oleObject2.bin"/><Relationship Id="rId5" Type="http://schemas.openxmlformats.org/officeDocument/2006/relationships/tags" Target="../tags/tag146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2" Type="http://schemas.openxmlformats.org/officeDocument/2006/relationships/tags" Target="../tags/tag145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ctrTitle"/>
          </p:nvPr>
        </p:nvSpPr>
        <p:spPr>
          <a:xfrm>
            <a:off x="-177800" y="1524000"/>
            <a:ext cx="9408160" cy="1470025"/>
          </a:xfrm>
        </p:spPr>
        <p:txBody>
          <a:bodyPr anchor="ctr" anchorCtr="0"/>
          <a:p>
            <a:pPr algn="ctr">
              <a:buClrTx/>
              <a:buSzTx/>
              <a:buFontTx/>
            </a:pPr>
            <a:r>
              <a:rPr sz="4000" dirty="0">
                <a:solidFill>
                  <a:srgbClr val="595959"/>
                </a:solidFill>
                <a:latin typeface="方正小标宋简体" pitchFamily="2" charset="-122"/>
                <a:ea typeface="方正小标宋简体" pitchFamily="2" charset="-122"/>
                <a:sym typeface="方正小标宋简体" pitchFamily="2" charset="-122"/>
              </a:rPr>
              <a:t>Analog Circuits Lab </a:t>
            </a:r>
            <a:r>
              <a:rPr lang="en-US" sz="4000" dirty="0">
                <a:solidFill>
                  <a:srgbClr val="595959"/>
                </a:solidFill>
                <a:latin typeface="方正小标宋简体" pitchFamily="2" charset="-122"/>
                <a:ea typeface="方正小标宋简体" pitchFamily="2" charset="-122"/>
                <a:sym typeface="方正小标宋简体" pitchFamily="2" charset="-122"/>
              </a:rPr>
              <a:t>2</a:t>
            </a:r>
            <a:br>
              <a:rPr sz="4000" dirty="0">
                <a:solidFill>
                  <a:srgbClr val="595959"/>
                </a:solidFill>
                <a:latin typeface="方正小标宋简体" pitchFamily="2" charset="-122"/>
                <a:ea typeface="方正小标宋简体" pitchFamily="2" charset="-122"/>
                <a:sym typeface="方正小标宋简体" pitchFamily="2" charset="-122"/>
              </a:rPr>
            </a:br>
            <a:r>
              <a:rPr sz="4000" dirty="0">
                <a:solidFill>
                  <a:srgbClr val="595959"/>
                </a:solidFill>
                <a:latin typeface="方正小标宋简体" pitchFamily="2" charset="-122"/>
                <a:ea typeface="方正小标宋简体" pitchFamily="2" charset="-122"/>
                <a:sym typeface="方正小标宋简体" pitchFamily="2" charset="-122"/>
              </a:rPr>
              <a:t>Common-emitter BJT Amplifiers</a:t>
            </a:r>
            <a:endParaRPr sz="4000" dirty="0">
              <a:solidFill>
                <a:srgbClr val="595959"/>
              </a:solidFill>
              <a:latin typeface="方正小标宋简体" pitchFamily="2" charset="-122"/>
              <a:ea typeface="方正小标宋简体" pitchFamily="2" charset="-122"/>
              <a:sym typeface="方正小标宋简体" pitchFamily="2" charset="-122"/>
            </a:endParaRPr>
          </a:p>
        </p:txBody>
      </p:sp>
      <p:sp>
        <p:nvSpPr>
          <p:cNvPr id="11266" name="副标题 2"/>
          <p:cNvSpPr>
            <a:spLocks noGrp="1"/>
          </p:cNvSpPr>
          <p:nvPr>
            <p:ph type="subTitle" idx="1"/>
          </p:nvPr>
        </p:nvSpPr>
        <p:spPr>
          <a:xfrm>
            <a:off x="1371600" y="3307080"/>
            <a:ext cx="6400800" cy="849630"/>
          </a:xfrm>
        </p:spPr>
        <p:txBody>
          <a:bodyPr anchor="t" anchorCtr="0"/>
          <a:p>
            <a:pPr algn="ctr">
              <a:buClrTx/>
              <a:buSzTx/>
              <a:buFontTx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Teacher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Xu Linlin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0" name="TextBox 42"/>
          <p:cNvSpPr/>
          <p:nvPr/>
        </p:nvSpPr>
        <p:spPr>
          <a:xfrm>
            <a:off x="3770630" y="685800"/>
            <a:ext cx="1511300" cy="9239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dist"/>
            <a:r>
              <a:rPr lang="en-US" altLang="zh-CN" sz="5400" b="1" dirty="0">
                <a:solidFill>
                  <a:srgbClr val="05AFC8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en-US" altLang="zh-CN" sz="5400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5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en-US" altLang="zh-CN" sz="5400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5400" b="1" dirty="0">
                <a:solidFill>
                  <a:srgbClr val="FA4453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·</a:t>
            </a:r>
            <a:endParaRPr lang="zh-CN" altLang="en-US" sz="5400" b="1" dirty="0">
              <a:solidFill>
                <a:srgbClr val="FA4453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矩形 58"/>
          <p:cNvSpPr/>
          <p:nvPr/>
        </p:nvSpPr>
        <p:spPr>
          <a:xfrm>
            <a:off x="0" y="5949950"/>
            <a:ext cx="9144000" cy="14287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5400">
            <a:noFill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0" name="直接连接符 5"/>
          <p:cNvSpPr/>
          <p:nvPr/>
        </p:nvSpPr>
        <p:spPr>
          <a:xfrm>
            <a:off x="755650" y="1628775"/>
            <a:ext cx="7705725" cy="0"/>
          </a:xfrm>
          <a:prstGeom prst="line">
            <a:avLst/>
          </a:prstGeom>
          <a:ln w="9525" cap="flat" cmpd="sng">
            <a:solidFill>
              <a:srgbClr val="A5A5A5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1" name="直接连接符 7"/>
          <p:cNvSpPr/>
          <p:nvPr/>
        </p:nvSpPr>
        <p:spPr>
          <a:xfrm flipV="1">
            <a:off x="1646238" y="1196975"/>
            <a:ext cx="0" cy="288925"/>
          </a:xfrm>
          <a:prstGeom prst="line">
            <a:avLst/>
          </a:prstGeom>
          <a:ln w="19050" cap="flat" cmpd="sng">
            <a:solidFill>
              <a:srgbClr val="595959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2" name="TextBox 10"/>
          <p:cNvSpPr/>
          <p:nvPr/>
        </p:nvSpPr>
        <p:spPr>
          <a:xfrm>
            <a:off x="909638" y="1139825"/>
            <a:ext cx="782637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目录</a:t>
            </a:r>
            <a:endParaRPr lang="zh-CN" altLang="en-US" sz="2000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03" name="TextBox 11"/>
          <p:cNvSpPr/>
          <p:nvPr/>
        </p:nvSpPr>
        <p:spPr>
          <a:xfrm>
            <a:off x="1692275" y="1111885"/>
            <a:ext cx="2880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Contents</a:t>
            </a:r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07" name="TextBox 15"/>
          <p:cNvSpPr/>
          <p:nvPr/>
        </p:nvSpPr>
        <p:spPr>
          <a:xfrm>
            <a:off x="1371600" y="2090420"/>
            <a:ext cx="652462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01 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实验目的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Objectives</a:t>
            </a:r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02 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实验要点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Key points 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99"/>
          <p:cNvSpPr txBox="1"/>
          <p:nvPr/>
        </p:nvSpPr>
        <p:spPr>
          <a:xfrm>
            <a:off x="90170" y="838200"/>
            <a:ext cx="8837295" cy="46615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just">
              <a:lnSpc>
                <a:spcPct val="150000"/>
              </a:lnSpc>
              <a:buFont typeface="+mj-lt"/>
            </a:pPr>
            <a:r>
              <a:rPr lang="en-US" altLang="zh-CN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分析共射极</a:t>
            </a:r>
            <a:r>
              <a:rPr lang="zh-CN" altLang="en-US" sz="1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放大电路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的性能，加深对共射极放大电路放大特性的理解；</a:t>
            </a:r>
            <a:endParaRPr lang="zh-CN" altLang="en-US" sz="18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Font typeface="+mj-lt"/>
            </a:pPr>
            <a:r>
              <a:rPr lang="zh-CN" altLang="en-US" sz="1800">
                <a:sym typeface="+mn-ea"/>
              </a:rPr>
              <a:t>Analyze the performance of the common emitter amplifier circuit and deepen the understanding of the amplification characteristics of the common emitter amplifier circuit;</a:t>
            </a:r>
            <a:endParaRPr lang="zh-CN" altLang="en-US" sz="18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Font typeface="+mj-lt"/>
            </a:pPr>
            <a:r>
              <a:rPr lang="en-US" altLang="zh-CN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学习共射极放大电路</a:t>
            </a:r>
            <a:r>
              <a:rPr lang="zh-CN" altLang="en-US" sz="1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静态工作点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的调试方法，分析静态工作点对放大器性能的影响；</a:t>
            </a:r>
            <a:endParaRPr lang="zh-CN" altLang="en-US" sz="18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Font typeface="+mj-lt"/>
            </a:pPr>
            <a:r>
              <a:rPr lang="zh-CN" altLang="en-US" sz="1800">
                <a:sym typeface="+mn-ea"/>
              </a:rPr>
              <a:t>Learn the debugging method of the static operating point of the common emitter amplifier circuit and analyze the impact of the static operating point on the amplifier performance;</a:t>
            </a:r>
            <a:endParaRPr lang="zh-CN" altLang="en-US" sz="18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Font typeface="+mj-lt"/>
            </a:pPr>
            <a:r>
              <a:rPr lang="en-US" altLang="zh-CN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掌握放大器电压</a:t>
            </a:r>
            <a:r>
              <a:rPr lang="zh-CN" altLang="en-US" sz="1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放大倍数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输入电阻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输出电阻、通频带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r>
              <a:rPr lang="zh-CN" altLang="en-US" sz="1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最大不失真输出电压</a:t>
            </a:r>
            <a:r>
              <a:rPr lang="zh-CN" altLang="en-US" sz="1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的测试方法。</a:t>
            </a:r>
            <a:endParaRPr lang="zh-CN" altLang="en-US" sz="18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Font typeface="+mj-lt"/>
            </a:pPr>
            <a:r>
              <a:rPr lang="zh-CN" altLang="en-US" sz="1800">
                <a:sym typeface="+mn-ea"/>
              </a:rPr>
              <a:t>Master the testing methods for amplifier voltage amplification factor, input resistance, output resistance, passband, and maximum undistorted output voltage.</a:t>
            </a:r>
            <a:endParaRPr lang="zh-CN" altLang="en-US" sz="180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zh-CN" altLang="en-US" sz="1800" b="1" noProof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1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113665"/>
            <a:ext cx="8534400" cy="609600"/>
          </a:xfrm>
        </p:spPr>
        <p:txBody>
          <a:bodyPr anchor="ctr" anchorCtr="0"/>
          <a:p>
            <a:r>
              <a:rPr lang="en-US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实验目的</a:t>
            </a:r>
            <a:r>
              <a:rPr lang="en-US" altLang="zh-CN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Objectives</a:t>
            </a:r>
            <a:endParaRPr lang="en-US" altLang="zh-CN" sz="28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02" name="直接连接符 101"/>
          <p:cNvCxnSpPr/>
          <p:nvPr>
            <p:custDataLst>
              <p:tags r:id="rId1"/>
            </p:custDataLst>
          </p:nvPr>
        </p:nvCxnSpPr>
        <p:spPr>
          <a:xfrm>
            <a:off x="6195422" y="4288790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898360" y="1022350"/>
            <a:ext cx="1618066" cy="2009775"/>
            <a:chOff x="4747" y="1061"/>
            <a:chExt cx="2352" cy="3179"/>
          </a:xfrm>
        </p:grpSpPr>
        <p:grpSp>
          <p:nvGrpSpPr>
            <p:cNvPr id="41" name="组合 4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35" name="直接箭头连接符 34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>
                <p:custDataLst>
                  <p:tags r:id="rId3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4747" y="2659"/>
                <a:ext cx="942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9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0"/>
              </p:custDataLst>
            </p:nvPr>
          </p:nvSpPr>
          <p:spPr>
            <a:xfrm>
              <a:off x="5655" y="1820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6" name="直接连接符 5"/>
          <p:cNvCxnSpPr/>
          <p:nvPr>
            <p:custDataLst>
              <p:tags r:id="rId11"/>
            </p:custDataLst>
          </p:nvPr>
        </p:nvCxnSpPr>
        <p:spPr>
          <a:xfrm flipV="1">
            <a:off x="1855197" y="1022350"/>
            <a:ext cx="1529715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12"/>
            </p:custDataLst>
          </p:nvPr>
        </p:nvCxnSpPr>
        <p:spPr>
          <a:xfrm>
            <a:off x="3373482" y="102108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 flipV="1">
            <a:off x="900157" y="3025775"/>
            <a:ext cx="2484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14"/>
            </p:custDataLst>
          </p:nvPr>
        </p:nvCxnSpPr>
        <p:spPr>
          <a:xfrm>
            <a:off x="3376022" y="216027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5"/>
            </p:custDataLst>
          </p:nvPr>
        </p:nvCxnSpPr>
        <p:spPr>
          <a:xfrm>
            <a:off x="895712" y="2023745"/>
            <a:ext cx="635" cy="468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6"/>
            </p:custDataLst>
          </p:nvPr>
        </p:nvCxnSpPr>
        <p:spPr>
          <a:xfrm flipH="1">
            <a:off x="888727" y="2607310"/>
            <a:ext cx="635" cy="43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7"/>
            </p:custDataLst>
          </p:nvPr>
        </p:nvSpPr>
        <p:spPr>
          <a:xfrm>
            <a:off x="2400662" y="944880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8"/>
            </p:custDataLst>
          </p:nvPr>
        </p:nvSpPr>
        <p:spPr>
          <a:xfrm>
            <a:off x="1005567" y="1960880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>
            <p:custDataLst>
              <p:tags r:id="rId19"/>
            </p:custDataLst>
          </p:nvPr>
        </p:nvCxnSpPr>
        <p:spPr>
          <a:xfrm>
            <a:off x="654412" y="250380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20"/>
            </p:custDataLst>
          </p:nvPr>
        </p:nvCxnSpPr>
        <p:spPr>
          <a:xfrm>
            <a:off x="754742" y="260413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21"/>
            </p:custDataLst>
          </p:nvPr>
        </p:nvCxnSpPr>
        <p:spPr>
          <a:xfrm>
            <a:off x="3160122" y="189547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22"/>
            </p:custDataLst>
          </p:nvPr>
        </p:nvCxnSpPr>
        <p:spPr>
          <a:xfrm>
            <a:off x="3232512" y="197866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23"/>
            </p:custDataLst>
          </p:nvPr>
        </p:nvCxnSpPr>
        <p:spPr>
          <a:xfrm>
            <a:off x="3158217" y="207708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24"/>
            </p:custDataLst>
          </p:nvPr>
        </p:nvCxnSpPr>
        <p:spPr>
          <a:xfrm>
            <a:off x="3230607" y="216027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25"/>
            </p:custDataLst>
          </p:nvPr>
        </p:nvCxnSpPr>
        <p:spPr>
          <a:xfrm>
            <a:off x="1989817" y="2392045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26"/>
            </p:custDataLst>
          </p:nvPr>
        </p:nvSpPr>
        <p:spPr>
          <a:xfrm>
            <a:off x="2053317" y="239204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cxnSp>
        <p:nvCxnSpPr>
          <p:cNvPr id="26" name="直接箭头连接符 25"/>
          <p:cNvCxnSpPr/>
          <p:nvPr>
            <p:custDataLst>
              <p:tags r:id="rId27"/>
            </p:custDataLst>
          </p:nvPr>
        </p:nvCxnSpPr>
        <p:spPr>
          <a:xfrm>
            <a:off x="882377" y="1843405"/>
            <a:ext cx="396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909682" y="1362710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28" name="直接箭头连接符 27"/>
          <p:cNvCxnSpPr/>
          <p:nvPr>
            <p:custDataLst>
              <p:tags r:id="rId29"/>
            </p:custDataLst>
          </p:nvPr>
        </p:nvCxnSpPr>
        <p:spPr>
          <a:xfrm flipH="1">
            <a:off x="1918062" y="934085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1869167" y="485140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679275" y="1087755"/>
            <a:ext cx="1588484" cy="2009775"/>
            <a:chOff x="4747" y="1061"/>
            <a:chExt cx="2309" cy="3179"/>
          </a:xfrm>
        </p:grpSpPr>
        <p:grpSp>
          <p:nvGrpSpPr>
            <p:cNvPr id="5" name="组合 4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8" name="直接箭头连接符 7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/>
              <p:nvPr>
                <p:custDataLst>
                  <p:tags r:id="rId32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>
                <p:custDataLst>
                  <p:tags r:id="rId33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>
                <p:custDataLst>
                  <p:tags r:id="rId34"/>
                </p:custDataLst>
              </p:nvPr>
            </p:nvCxnSpPr>
            <p:spPr>
              <a:xfrm>
                <a:off x="4747" y="2659"/>
                <a:ext cx="942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>
                <p:custDataLst>
                  <p:tags r:id="rId35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>
                <p:custDataLst>
                  <p:tags r:id="rId36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/>
            <p:cNvSpPr txBox="1"/>
            <p:nvPr>
              <p:custDataLst>
                <p:tags r:id="rId37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38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39"/>
              </p:custDataLst>
            </p:nvPr>
          </p:nvSpPr>
          <p:spPr>
            <a:xfrm>
              <a:off x="5612" y="1894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46" name="直接连接符 45"/>
          <p:cNvCxnSpPr/>
          <p:nvPr>
            <p:custDataLst>
              <p:tags r:id="rId40"/>
            </p:custDataLst>
          </p:nvPr>
        </p:nvCxnSpPr>
        <p:spPr>
          <a:xfrm flipV="1">
            <a:off x="6636112" y="1087755"/>
            <a:ext cx="1529715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41"/>
            </p:custDataLst>
          </p:nvPr>
        </p:nvCxnSpPr>
        <p:spPr>
          <a:xfrm>
            <a:off x="8154397" y="108648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42"/>
            </p:custDataLst>
          </p:nvPr>
        </p:nvCxnSpPr>
        <p:spPr>
          <a:xfrm flipV="1">
            <a:off x="5681072" y="3091180"/>
            <a:ext cx="2484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43"/>
            </p:custDataLst>
          </p:nvPr>
        </p:nvCxnSpPr>
        <p:spPr>
          <a:xfrm>
            <a:off x="8156937" y="222567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>
            <p:custDataLst>
              <p:tags r:id="rId44"/>
            </p:custDataLst>
          </p:nvPr>
        </p:nvCxnSpPr>
        <p:spPr>
          <a:xfrm>
            <a:off x="5676627" y="2089150"/>
            <a:ext cx="635" cy="6330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45"/>
            </p:custDataLst>
          </p:nvPr>
        </p:nvCxnSpPr>
        <p:spPr>
          <a:xfrm>
            <a:off x="5669642" y="2798445"/>
            <a:ext cx="0" cy="30607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>
            <p:custDataLst>
              <p:tags r:id="rId46"/>
            </p:custDataLst>
          </p:nvPr>
        </p:nvSpPr>
        <p:spPr>
          <a:xfrm>
            <a:off x="7181577" y="1010285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>
            <p:custDataLst>
              <p:tags r:id="rId47"/>
            </p:custDataLst>
          </p:nvPr>
        </p:nvSpPr>
        <p:spPr>
          <a:xfrm>
            <a:off x="5786482" y="2026285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连接符 53"/>
          <p:cNvCxnSpPr/>
          <p:nvPr>
            <p:custDataLst>
              <p:tags r:id="rId48"/>
            </p:custDataLst>
          </p:nvPr>
        </p:nvCxnSpPr>
        <p:spPr>
          <a:xfrm>
            <a:off x="5435327" y="272034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49"/>
            </p:custDataLst>
          </p:nvPr>
        </p:nvCxnSpPr>
        <p:spPr>
          <a:xfrm>
            <a:off x="5535657" y="282067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>
            <p:custDataLst>
              <p:tags r:id="rId50"/>
            </p:custDataLst>
          </p:nvPr>
        </p:nvCxnSpPr>
        <p:spPr>
          <a:xfrm>
            <a:off x="7941037" y="196088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>
            <p:custDataLst>
              <p:tags r:id="rId51"/>
            </p:custDataLst>
          </p:nvPr>
        </p:nvCxnSpPr>
        <p:spPr>
          <a:xfrm>
            <a:off x="8013427" y="204406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>
            <p:custDataLst>
              <p:tags r:id="rId52"/>
            </p:custDataLst>
          </p:nvPr>
        </p:nvCxnSpPr>
        <p:spPr>
          <a:xfrm>
            <a:off x="7939132" y="214249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53"/>
            </p:custDataLst>
          </p:nvPr>
        </p:nvCxnSpPr>
        <p:spPr>
          <a:xfrm>
            <a:off x="8011522" y="222567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>
            <p:custDataLst>
              <p:tags r:id="rId54"/>
            </p:custDataLst>
          </p:nvPr>
        </p:nvCxnSpPr>
        <p:spPr>
          <a:xfrm>
            <a:off x="6770732" y="2457450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>
            <p:custDataLst>
              <p:tags r:id="rId55"/>
            </p:custDataLst>
          </p:nvPr>
        </p:nvSpPr>
        <p:spPr>
          <a:xfrm>
            <a:off x="6834232" y="2457450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cxnSp>
        <p:nvCxnSpPr>
          <p:cNvPr id="62" name="直接箭头连接符 61"/>
          <p:cNvCxnSpPr/>
          <p:nvPr>
            <p:custDataLst>
              <p:tags r:id="rId56"/>
            </p:custDataLst>
          </p:nvPr>
        </p:nvCxnSpPr>
        <p:spPr>
          <a:xfrm>
            <a:off x="5663292" y="1908810"/>
            <a:ext cx="396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>
            <p:custDataLst>
              <p:tags r:id="rId57"/>
            </p:custDataLst>
          </p:nvPr>
        </p:nvSpPr>
        <p:spPr>
          <a:xfrm>
            <a:off x="5690597" y="142811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64" name="直接箭头连接符 63"/>
          <p:cNvCxnSpPr/>
          <p:nvPr>
            <p:custDataLst>
              <p:tags r:id="rId58"/>
            </p:custDataLst>
          </p:nvPr>
        </p:nvCxnSpPr>
        <p:spPr>
          <a:xfrm flipH="1">
            <a:off x="6698977" y="999490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>
            <p:custDataLst>
              <p:tags r:id="rId59"/>
            </p:custDataLst>
          </p:nvPr>
        </p:nvSpPr>
        <p:spPr>
          <a:xfrm>
            <a:off x="6650082" y="550545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5518150" y="2265045"/>
            <a:ext cx="324000" cy="324000"/>
          </a:xfrm>
          <a:prstGeom prst="ellipse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7" name="文本框 66"/>
          <p:cNvSpPr txBox="1"/>
          <p:nvPr>
            <p:custDataLst>
              <p:tags r:id="rId60"/>
            </p:custDataLst>
          </p:nvPr>
        </p:nvSpPr>
        <p:spPr>
          <a:xfrm>
            <a:off x="5123913" y="2264863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5985606" y="4278630"/>
            <a:ext cx="1826273" cy="2009775"/>
            <a:chOff x="4438" y="1061"/>
            <a:chExt cx="2678" cy="3179"/>
          </a:xfrm>
        </p:grpSpPr>
        <p:grpSp>
          <p:nvGrpSpPr>
            <p:cNvPr id="69" name="组合 68"/>
            <p:cNvGrpSpPr/>
            <p:nvPr/>
          </p:nvGrpSpPr>
          <p:grpSpPr>
            <a:xfrm>
              <a:off x="4438" y="1061"/>
              <a:ext cx="1705" cy="3179"/>
              <a:chOff x="4438" y="1061"/>
              <a:chExt cx="1705" cy="3179"/>
            </a:xfrm>
          </p:grpSpPr>
          <p:cxnSp>
            <p:nvCxnSpPr>
              <p:cNvPr id="70" name="直接箭头连接符 69"/>
              <p:cNvCxnSpPr/>
              <p:nvPr>
                <p:custDataLst>
                  <p:tags r:id="rId61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/>
              <p:cNvCxnSpPr/>
              <p:nvPr>
                <p:custDataLst>
                  <p:tags r:id="rId62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>
                <p:custDataLst>
                  <p:tags r:id="rId63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>
                <p:custDataLst>
                  <p:tags r:id="rId64"/>
                </p:custDataLst>
              </p:nvPr>
            </p:nvCxnSpPr>
            <p:spPr>
              <a:xfrm>
                <a:off x="4438" y="2659"/>
                <a:ext cx="1251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>
                <p:custDataLst>
                  <p:tags r:id="rId65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>
                <p:custDataLst>
                  <p:tags r:id="rId66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文本框 75"/>
            <p:cNvSpPr txBox="1"/>
            <p:nvPr>
              <p:custDataLst>
                <p:tags r:id="rId67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68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69"/>
              </p:custDataLst>
            </p:nvPr>
          </p:nvSpPr>
          <p:spPr>
            <a:xfrm>
              <a:off x="5672" y="1840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79" name="直接连接符 78"/>
          <p:cNvCxnSpPr/>
          <p:nvPr>
            <p:custDataLst>
              <p:tags r:id="rId70"/>
            </p:custDataLst>
          </p:nvPr>
        </p:nvCxnSpPr>
        <p:spPr>
          <a:xfrm flipV="1">
            <a:off x="7132682" y="4278630"/>
            <a:ext cx="1532890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>
            <p:custDataLst>
              <p:tags r:id="rId71"/>
            </p:custDataLst>
          </p:nvPr>
        </p:nvCxnSpPr>
        <p:spPr>
          <a:xfrm>
            <a:off x="8654142" y="427736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>
            <p:custDataLst>
              <p:tags r:id="rId72"/>
            </p:custDataLst>
          </p:nvPr>
        </p:nvCxnSpPr>
        <p:spPr>
          <a:xfrm>
            <a:off x="5294992" y="6282055"/>
            <a:ext cx="336994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73"/>
            </p:custDataLst>
          </p:nvPr>
        </p:nvCxnSpPr>
        <p:spPr>
          <a:xfrm>
            <a:off x="8656682" y="541655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>
            <p:custDataLst>
              <p:tags r:id="rId74"/>
            </p:custDataLst>
          </p:nvPr>
        </p:nvCxnSpPr>
        <p:spPr>
          <a:xfrm>
            <a:off x="6185897" y="4806950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>
            <p:custDataLst>
              <p:tags r:id="rId75"/>
            </p:custDataLst>
          </p:nvPr>
        </p:nvSpPr>
        <p:spPr>
          <a:xfrm>
            <a:off x="7681322" y="4201160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>
            <p:custDataLst>
              <p:tags r:id="rId76"/>
            </p:custDataLst>
          </p:nvPr>
        </p:nvCxnSpPr>
        <p:spPr>
          <a:xfrm>
            <a:off x="8440782" y="515175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>
            <p:custDataLst>
              <p:tags r:id="rId77"/>
            </p:custDataLst>
          </p:nvPr>
        </p:nvCxnSpPr>
        <p:spPr>
          <a:xfrm>
            <a:off x="8513172" y="523494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>
            <p:custDataLst>
              <p:tags r:id="rId78"/>
            </p:custDataLst>
          </p:nvPr>
        </p:nvCxnSpPr>
        <p:spPr>
          <a:xfrm>
            <a:off x="8438877" y="533336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79"/>
            </p:custDataLst>
          </p:nvPr>
        </p:nvCxnSpPr>
        <p:spPr>
          <a:xfrm>
            <a:off x="8511267" y="541655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>
            <p:custDataLst>
              <p:tags r:id="rId80"/>
            </p:custDataLst>
          </p:nvPr>
        </p:nvCxnSpPr>
        <p:spPr>
          <a:xfrm>
            <a:off x="7270477" y="5648325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>
            <p:custDataLst>
              <p:tags r:id="rId81"/>
            </p:custDataLst>
          </p:nvPr>
        </p:nvSpPr>
        <p:spPr>
          <a:xfrm>
            <a:off x="7333977" y="564832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sp>
        <p:nvSpPr>
          <p:cNvPr id="96" name="文本框 95"/>
          <p:cNvSpPr txBox="1"/>
          <p:nvPr>
            <p:custDataLst>
              <p:tags r:id="rId82"/>
            </p:custDataLst>
          </p:nvPr>
        </p:nvSpPr>
        <p:spPr>
          <a:xfrm>
            <a:off x="6271895" y="5210810"/>
            <a:ext cx="450850" cy="51816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97" name="直接箭头连接符 96"/>
          <p:cNvCxnSpPr/>
          <p:nvPr>
            <p:custDataLst>
              <p:tags r:id="rId83"/>
            </p:custDataLst>
          </p:nvPr>
        </p:nvCxnSpPr>
        <p:spPr>
          <a:xfrm flipH="1">
            <a:off x="7198722" y="4190365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>
            <p:custDataLst>
              <p:tags r:id="rId84"/>
            </p:custDataLst>
          </p:nvPr>
        </p:nvSpPr>
        <p:spPr>
          <a:xfrm>
            <a:off x="7149827" y="3741420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01" name="矩形 100"/>
          <p:cNvSpPr/>
          <p:nvPr>
            <p:custDataLst>
              <p:tags r:id="rId85"/>
            </p:custDataLst>
          </p:nvPr>
        </p:nvSpPr>
        <p:spPr>
          <a:xfrm rot="5400000">
            <a:off x="5971902" y="4721860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4" name="直接连接符 103"/>
          <p:cNvCxnSpPr/>
          <p:nvPr>
            <p:custDataLst>
              <p:tags r:id="rId86"/>
            </p:custDataLst>
          </p:nvPr>
        </p:nvCxnSpPr>
        <p:spPr>
          <a:xfrm flipV="1">
            <a:off x="6636767" y="1577316"/>
            <a:ext cx="421640" cy="1905"/>
          </a:xfrm>
          <a:prstGeom prst="line">
            <a:avLst/>
          </a:prstGeom>
          <a:ln w="22225" cap="rnd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>
            <p:custDataLst>
              <p:tags r:id="rId87"/>
            </p:custDataLst>
          </p:nvPr>
        </p:nvSpPr>
        <p:spPr>
          <a:xfrm>
            <a:off x="7134958" y="1410153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6" name="椭圆 105"/>
          <p:cNvSpPr/>
          <p:nvPr/>
        </p:nvSpPr>
        <p:spPr>
          <a:xfrm>
            <a:off x="7063105" y="154305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7" name="文本框 106"/>
          <p:cNvSpPr txBox="1"/>
          <p:nvPr>
            <p:custDataLst>
              <p:tags r:id="rId88"/>
            </p:custDataLst>
          </p:nvPr>
        </p:nvSpPr>
        <p:spPr>
          <a:xfrm>
            <a:off x="4909283" y="5554798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椭圆 107"/>
          <p:cNvSpPr/>
          <p:nvPr>
            <p:custDataLst>
              <p:tags r:id="rId89"/>
            </p:custDataLst>
          </p:nvPr>
        </p:nvSpPr>
        <p:spPr>
          <a:xfrm>
            <a:off x="5196840" y="5252085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9" name="椭圆 108"/>
          <p:cNvSpPr/>
          <p:nvPr>
            <p:custDataLst>
              <p:tags r:id="rId90"/>
            </p:custDataLst>
          </p:nvPr>
        </p:nvSpPr>
        <p:spPr>
          <a:xfrm>
            <a:off x="5208270" y="6241415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10" name="矩形 109"/>
          <p:cNvSpPr/>
          <p:nvPr>
            <p:custDataLst>
              <p:tags r:id="rId91"/>
            </p:custDataLst>
          </p:nvPr>
        </p:nvSpPr>
        <p:spPr>
          <a:xfrm rot="5400000">
            <a:off x="7023735" y="5845810"/>
            <a:ext cx="229870" cy="76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1" name="直接连接符 110"/>
          <p:cNvCxnSpPr/>
          <p:nvPr>
            <p:custDataLst>
              <p:tags r:id="rId92"/>
            </p:custDataLst>
          </p:nvPr>
        </p:nvCxnSpPr>
        <p:spPr>
          <a:xfrm flipV="1">
            <a:off x="7163182" y="4667226"/>
            <a:ext cx="421640" cy="1905"/>
          </a:xfrm>
          <a:prstGeom prst="line">
            <a:avLst/>
          </a:prstGeom>
          <a:ln w="22225" cap="rnd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>
            <p:custDataLst>
              <p:tags r:id="rId93"/>
            </p:custDataLst>
          </p:nvPr>
        </p:nvSpPr>
        <p:spPr>
          <a:xfrm>
            <a:off x="7661373" y="4500063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3" name="椭圆 112"/>
          <p:cNvSpPr/>
          <p:nvPr>
            <p:custDataLst>
              <p:tags r:id="rId94"/>
            </p:custDataLst>
          </p:nvPr>
        </p:nvSpPr>
        <p:spPr>
          <a:xfrm>
            <a:off x="7589520" y="463296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15" name="直接连接符 114"/>
          <p:cNvCxnSpPr/>
          <p:nvPr>
            <p:custDataLst>
              <p:tags r:id="rId95"/>
            </p:custDataLst>
          </p:nvPr>
        </p:nvCxnSpPr>
        <p:spPr>
          <a:xfrm>
            <a:off x="5965552" y="427736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>
            <p:custDataLst>
              <p:tags r:id="rId96"/>
            </p:custDataLst>
          </p:nvPr>
        </p:nvCxnSpPr>
        <p:spPr>
          <a:xfrm>
            <a:off x="6065882" y="415099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任意多边形 117"/>
          <p:cNvSpPr/>
          <p:nvPr/>
        </p:nvSpPr>
        <p:spPr>
          <a:xfrm>
            <a:off x="6339840" y="4499610"/>
            <a:ext cx="306070" cy="707390"/>
          </a:xfrm>
          <a:custGeom>
            <a:avLst/>
            <a:gdLst>
              <a:gd name="connisteX0" fmla="*/ 13958 w 306058"/>
              <a:gd name="connsiteY0" fmla="*/ 0 h 589753"/>
              <a:gd name="connisteX1" fmla="*/ 32373 w 306058"/>
              <a:gd name="connsiteY1" fmla="*/ 509270 h 589753"/>
              <a:gd name="connisteX2" fmla="*/ 306058 w 306058"/>
              <a:gd name="connsiteY2" fmla="*/ 584835 h 58975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06059" h="589753">
                <a:moveTo>
                  <a:pt x="13959" y="0"/>
                </a:moveTo>
                <a:cubicBezTo>
                  <a:pt x="12054" y="100330"/>
                  <a:pt x="-26046" y="392430"/>
                  <a:pt x="32374" y="509270"/>
                </a:cubicBezTo>
                <a:cubicBezTo>
                  <a:pt x="90794" y="626110"/>
                  <a:pt x="251449" y="579755"/>
                  <a:pt x="306059" y="58483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19" name="直接连接符 118"/>
          <p:cNvCxnSpPr/>
          <p:nvPr>
            <p:custDataLst>
              <p:tags r:id="rId97"/>
            </p:custDataLst>
          </p:nvPr>
        </p:nvCxnSpPr>
        <p:spPr>
          <a:xfrm>
            <a:off x="1486262" y="4046855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/>
          <p:cNvGrpSpPr/>
          <p:nvPr/>
        </p:nvGrpSpPr>
        <p:grpSpPr>
          <a:xfrm>
            <a:off x="1269626" y="4036695"/>
            <a:ext cx="1833093" cy="2009775"/>
            <a:chOff x="4428" y="1061"/>
            <a:chExt cx="2688" cy="3179"/>
          </a:xfrm>
        </p:grpSpPr>
        <p:grpSp>
          <p:nvGrpSpPr>
            <p:cNvPr id="121" name="组合 120"/>
            <p:cNvGrpSpPr/>
            <p:nvPr/>
          </p:nvGrpSpPr>
          <p:grpSpPr>
            <a:xfrm>
              <a:off x="4428" y="1061"/>
              <a:ext cx="1715" cy="3179"/>
              <a:chOff x="4428" y="1061"/>
              <a:chExt cx="1715" cy="3179"/>
            </a:xfrm>
          </p:grpSpPr>
          <p:cxnSp>
            <p:nvCxnSpPr>
              <p:cNvPr id="122" name="直接箭头连接符 121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箭头连接符 122"/>
              <p:cNvCxnSpPr/>
              <p:nvPr>
                <p:custDataLst>
                  <p:tags r:id="rId99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>
                <p:custDataLst>
                  <p:tags r:id="rId100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>
                <p:custDataLst>
                  <p:tags r:id="rId101"/>
                </p:custDataLst>
              </p:nvPr>
            </p:nvCxnSpPr>
            <p:spPr>
              <a:xfrm>
                <a:off x="4428" y="2659"/>
                <a:ext cx="1261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>
                <p:custDataLst>
                  <p:tags r:id="rId102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>
                <p:custDataLst>
                  <p:tags r:id="rId103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/>
            <p:cNvSpPr txBox="1"/>
            <p:nvPr>
              <p:custDataLst>
                <p:tags r:id="rId104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9" name="文本框 128"/>
            <p:cNvSpPr txBox="1"/>
            <p:nvPr>
              <p:custDataLst>
                <p:tags r:id="rId105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106"/>
              </p:custDataLst>
            </p:nvPr>
          </p:nvSpPr>
          <p:spPr>
            <a:xfrm>
              <a:off x="5672" y="1840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31" name="直接连接符 130"/>
          <p:cNvCxnSpPr/>
          <p:nvPr>
            <p:custDataLst>
              <p:tags r:id="rId107"/>
            </p:custDataLst>
          </p:nvPr>
        </p:nvCxnSpPr>
        <p:spPr>
          <a:xfrm flipV="1">
            <a:off x="2423522" y="4036695"/>
            <a:ext cx="1532890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>
            <p:custDataLst>
              <p:tags r:id="rId108"/>
            </p:custDataLst>
          </p:nvPr>
        </p:nvCxnSpPr>
        <p:spPr>
          <a:xfrm>
            <a:off x="3944982" y="403542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>
            <p:custDataLst>
              <p:tags r:id="rId109"/>
            </p:custDataLst>
          </p:nvPr>
        </p:nvCxnSpPr>
        <p:spPr>
          <a:xfrm>
            <a:off x="585832" y="6040120"/>
            <a:ext cx="336994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>
            <p:custDataLst>
              <p:tags r:id="rId110"/>
            </p:custDataLst>
          </p:nvPr>
        </p:nvCxnSpPr>
        <p:spPr>
          <a:xfrm>
            <a:off x="3947522" y="517461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endCxn id="160" idx="1"/>
          </p:cNvCxnSpPr>
          <p:nvPr>
            <p:custDataLst>
              <p:tags r:id="rId111"/>
            </p:custDataLst>
          </p:nvPr>
        </p:nvCxnSpPr>
        <p:spPr>
          <a:xfrm flipH="1">
            <a:off x="1472292" y="4565015"/>
            <a:ext cx="4445" cy="72961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>
            <p:custDataLst>
              <p:tags r:id="rId112"/>
            </p:custDataLst>
          </p:nvPr>
        </p:nvSpPr>
        <p:spPr>
          <a:xfrm>
            <a:off x="2972162" y="3959225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8" name="直接连接符 137"/>
          <p:cNvCxnSpPr/>
          <p:nvPr>
            <p:custDataLst>
              <p:tags r:id="rId113"/>
            </p:custDataLst>
          </p:nvPr>
        </p:nvCxnSpPr>
        <p:spPr>
          <a:xfrm>
            <a:off x="3731622" y="490982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>
            <p:custDataLst>
              <p:tags r:id="rId114"/>
            </p:custDataLst>
          </p:nvPr>
        </p:nvCxnSpPr>
        <p:spPr>
          <a:xfrm>
            <a:off x="3804012" y="499300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>
            <p:custDataLst>
              <p:tags r:id="rId115"/>
            </p:custDataLst>
          </p:nvPr>
        </p:nvCxnSpPr>
        <p:spPr>
          <a:xfrm>
            <a:off x="3729717" y="509143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>
            <p:custDataLst>
              <p:tags r:id="rId116"/>
            </p:custDataLst>
          </p:nvPr>
        </p:nvCxnSpPr>
        <p:spPr>
          <a:xfrm>
            <a:off x="3802107" y="517461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>
            <p:custDataLst>
              <p:tags r:id="rId117"/>
            </p:custDataLst>
          </p:nvPr>
        </p:nvCxnSpPr>
        <p:spPr>
          <a:xfrm>
            <a:off x="2561317" y="5406390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/>
          <p:cNvSpPr txBox="1"/>
          <p:nvPr>
            <p:custDataLst>
              <p:tags r:id="rId118"/>
            </p:custDataLst>
          </p:nvPr>
        </p:nvSpPr>
        <p:spPr>
          <a:xfrm>
            <a:off x="2624817" y="5406390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sp>
        <p:nvSpPr>
          <p:cNvPr id="144" name="文本框 143"/>
          <p:cNvSpPr txBox="1"/>
          <p:nvPr>
            <p:custDataLst>
              <p:tags r:id="rId119"/>
            </p:custDataLst>
          </p:nvPr>
        </p:nvSpPr>
        <p:spPr>
          <a:xfrm>
            <a:off x="1562735" y="4968875"/>
            <a:ext cx="450850" cy="51816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145" name="直接箭头连接符 144"/>
          <p:cNvCxnSpPr/>
          <p:nvPr>
            <p:custDataLst>
              <p:tags r:id="rId120"/>
            </p:custDataLst>
          </p:nvPr>
        </p:nvCxnSpPr>
        <p:spPr>
          <a:xfrm flipH="1">
            <a:off x="2489562" y="3948430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/>
          <p:cNvSpPr txBox="1"/>
          <p:nvPr>
            <p:custDataLst>
              <p:tags r:id="rId121"/>
            </p:custDataLst>
          </p:nvPr>
        </p:nvSpPr>
        <p:spPr>
          <a:xfrm>
            <a:off x="2440667" y="3499485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47" name="矩形 146"/>
          <p:cNvSpPr/>
          <p:nvPr>
            <p:custDataLst>
              <p:tags r:id="rId122"/>
            </p:custDataLst>
          </p:nvPr>
        </p:nvSpPr>
        <p:spPr>
          <a:xfrm rot="5400000">
            <a:off x="1262742" y="4479925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文本框 147"/>
          <p:cNvSpPr txBox="1"/>
          <p:nvPr>
            <p:custDataLst>
              <p:tags r:id="rId123"/>
            </p:custDataLst>
          </p:nvPr>
        </p:nvSpPr>
        <p:spPr>
          <a:xfrm>
            <a:off x="200123" y="5312863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椭圆 148"/>
          <p:cNvSpPr/>
          <p:nvPr>
            <p:custDataLst>
              <p:tags r:id="rId124"/>
            </p:custDataLst>
          </p:nvPr>
        </p:nvSpPr>
        <p:spPr>
          <a:xfrm>
            <a:off x="487680" y="501015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0" name="椭圆 149"/>
          <p:cNvSpPr/>
          <p:nvPr>
            <p:custDataLst>
              <p:tags r:id="rId125"/>
            </p:custDataLst>
          </p:nvPr>
        </p:nvSpPr>
        <p:spPr>
          <a:xfrm>
            <a:off x="499110" y="599948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1" name="矩形 150"/>
          <p:cNvSpPr/>
          <p:nvPr>
            <p:custDataLst>
              <p:tags r:id="rId126"/>
            </p:custDataLst>
          </p:nvPr>
        </p:nvSpPr>
        <p:spPr>
          <a:xfrm rot="5400000">
            <a:off x="2314575" y="5603875"/>
            <a:ext cx="229870" cy="76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2" name="直接连接符 151"/>
          <p:cNvCxnSpPr/>
          <p:nvPr>
            <p:custDataLst>
              <p:tags r:id="rId127"/>
            </p:custDataLst>
          </p:nvPr>
        </p:nvCxnSpPr>
        <p:spPr>
          <a:xfrm flipV="1">
            <a:off x="2454022" y="4425291"/>
            <a:ext cx="421640" cy="1905"/>
          </a:xfrm>
          <a:prstGeom prst="line">
            <a:avLst/>
          </a:prstGeom>
          <a:ln w="22225" cap="rnd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/>
          <p:cNvSpPr txBox="1"/>
          <p:nvPr>
            <p:custDataLst>
              <p:tags r:id="rId128"/>
            </p:custDataLst>
          </p:nvPr>
        </p:nvSpPr>
        <p:spPr>
          <a:xfrm>
            <a:off x="2952213" y="4258128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4" name="椭圆 153"/>
          <p:cNvSpPr/>
          <p:nvPr>
            <p:custDataLst>
              <p:tags r:id="rId129"/>
            </p:custDataLst>
          </p:nvPr>
        </p:nvSpPr>
        <p:spPr>
          <a:xfrm>
            <a:off x="2880360" y="4391025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55" name="直接连接符 154"/>
          <p:cNvCxnSpPr/>
          <p:nvPr>
            <p:custDataLst>
              <p:tags r:id="rId130"/>
            </p:custDataLst>
          </p:nvPr>
        </p:nvCxnSpPr>
        <p:spPr>
          <a:xfrm>
            <a:off x="1256392" y="403542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>
            <p:custDataLst>
              <p:tags r:id="rId131"/>
            </p:custDataLst>
          </p:nvPr>
        </p:nvCxnSpPr>
        <p:spPr>
          <a:xfrm>
            <a:off x="1356722" y="390906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任意多边形 156"/>
          <p:cNvSpPr/>
          <p:nvPr>
            <p:custDataLst>
              <p:tags r:id="rId132"/>
            </p:custDataLst>
          </p:nvPr>
        </p:nvSpPr>
        <p:spPr>
          <a:xfrm>
            <a:off x="1630680" y="4257675"/>
            <a:ext cx="306070" cy="707390"/>
          </a:xfrm>
          <a:custGeom>
            <a:avLst/>
            <a:gdLst>
              <a:gd name="connisteX0" fmla="*/ 13958 w 306058"/>
              <a:gd name="connsiteY0" fmla="*/ 0 h 589753"/>
              <a:gd name="connisteX1" fmla="*/ 32373 w 306058"/>
              <a:gd name="connsiteY1" fmla="*/ 509270 h 589753"/>
              <a:gd name="connisteX2" fmla="*/ 306058 w 306058"/>
              <a:gd name="connsiteY2" fmla="*/ 584835 h 58975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06059" h="589753">
                <a:moveTo>
                  <a:pt x="13959" y="0"/>
                </a:moveTo>
                <a:cubicBezTo>
                  <a:pt x="12054" y="100330"/>
                  <a:pt x="-26046" y="392430"/>
                  <a:pt x="32374" y="509270"/>
                </a:cubicBezTo>
                <a:cubicBezTo>
                  <a:pt x="90794" y="626110"/>
                  <a:pt x="251449" y="579755"/>
                  <a:pt x="306059" y="58483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59" name="直接连接符 158"/>
          <p:cNvCxnSpPr/>
          <p:nvPr>
            <p:custDataLst>
              <p:tags r:id="rId133"/>
            </p:custDataLst>
          </p:nvPr>
        </p:nvCxnSpPr>
        <p:spPr>
          <a:xfrm>
            <a:off x="1470387" y="5558790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/>
          <p:cNvSpPr/>
          <p:nvPr>
            <p:custDataLst>
              <p:tags r:id="rId134"/>
            </p:custDataLst>
          </p:nvPr>
        </p:nvSpPr>
        <p:spPr>
          <a:xfrm rot="5400000">
            <a:off x="1256392" y="5438140"/>
            <a:ext cx="431800" cy="14414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右箭头 160"/>
          <p:cNvSpPr/>
          <p:nvPr/>
        </p:nvSpPr>
        <p:spPr>
          <a:xfrm>
            <a:off x="3963670" y="1697355"/>
            <a:ext cx="1216660" cy="709295"/>
          </a:xfrm>
          <a:prstGeom prst="rightArrow">
            <a:avLst>
              <a:gd name="adj1" fmla="val 50000"/>
              <a:gd name="adj2" fmla="val 51388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2" name="右箭头 161"/>
          <p:cNvSpPr/>
          <p:nvPr>
            <p:custDataLst>
              <p:tags r:id="rId135"/>
            </p:custDataLst>
          </p:nvPr>
        </p:nvSpPr>
        <p:spPr>
          <a:xfrm rot="5400000">
            <a:off x="6628130" y="2985135"/>
            <a:ext cx="438150" cy="1301750"/>
          </a:xfrm>
          <a:prstGeom prst="rightArrow">
            <a:avLst>
              <a:gd name="adj1" fmla="val 50000"/>
              <a:gd name="adj2" fmla="val 51388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3" name="右箭头 162"/>
          <p:cNvSpPr/>
          <p:nvPr>
            <p:custDataLst>
              <p:tags r:id="rId136"/>
            </p:custDataLst>
          </p:nvPr>
        </p:nvSpPr>
        <p:spPr>
          <a:xfrm rot="10800000">
            <a:off x="4340860" y="4384675"/>
            <a:ext cx="599440" cy="1191895"/>
          </a:xfrm>
          <a:prstGeom prst="rightArrow">
            <a:avLst>
              <a:gd name="adj1" fmla="val 50000"/>
              <a:gd name="adj2" fmla="val 51388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70" name="直接连接符 169"/>
          <p:cNvCxnSpPr/>
          <p:nvPr>
            <p:custDataLst>
              <p:tags r:id="rId137"/>
            </p:custDataLst>
          </p:nvPr>
        </p:nvCxnSpPr>
        <p:spPr>
          <a:xfrm flipH="1">
            <a:off x="5856332" y="5142230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>
            <p:custDataLst>
              <p:tags r:id="rId138"/>
            </p:custDataLst>
          </p:nvPr>
        </p:nvCxnSpPr>
        <p:spPr>
          <a:xfrm flipH="1">
            <a:off x="5983332" y="5147945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>
            <p:custDataLst>
              <p:tags r:id="rId139"/>
            </p:custDataLst>
          </p:nvPr>
        </p:nvCxnSpPr>
        <p:spPr>
          <a:xfrm>
            <a:off x="5277581" y="5294606"/>
            <a:ext cx="59499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>
            <p:custDataLst>
              <p:tags r:id="rId140"/>
            </p:custDataLst>
          </p:nvPr>
        </p:nvCxnSpPr>
        <p:spPr>
          <a:xfrm flipH="1">
            <a:off x="1138282" y="4894580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>
            <p:custDataLst>
              <p:tags r:id="rId141"/>
            </p:custDataLst>
          </p:nvPr>
        </p:nvCxnSpPr>
        <p:spPr>
          <a:xfrm flipH="1">
            <a:off x="1265282" y="4900295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>
            <p:custDataLst>
              <p:tags r:id="rId142"/>
            </p:custDataLst>
          </p:nvPr>
        </p:nvCxnSpPr>
        <p:spPr>
          <a:xfrm>
            <a:off x="559531" y="5046956"/>
            <a:ext cx="59499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503545" y="2188210"/>
            <a:ext cx="582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~</a:t>
            </a:r>
            <a:endParaRPr lang="en-US" altLang="zh-CN" b="1"/>
          </a:p>
        </p:txBody>
      </p:sp>
      <p:sp>
        <p:nvSpPr>
          <p:cNvPr id="86" name="文本框 85"/>
          <p:cNvSpPr txBox="1"/>
          <p:nvPr/>
        </p:nvSpPr>
        <p:spPr>
          <a:xfrm>
            <a:off x="143510" y="7620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02 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实验要点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Key points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内容占位符 -214748248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3000" y="381000"/>
            <a:ext cx="6340475" cy="5204460"/>
          </a:xfrm>
        </p:spPr>
      </p:pic>
      <p:sp>
        <p:nvSpPr>
          <p:cNvPr id="2" name="文本框 1"/>
          <p:cNvSpPr txBox="1"/>
          <p:nvPr/>
        </p:nvSpPr>
        <p:spPr>
          <a:xfrm>
            <a:off x="1143635" y="5638800"/>
            <a:ext cx="7205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Common-emitter BJT Amplifier</a:t>
            </a:r>
            <a:r>
              <a:rPr lang="en-US" alt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 circuit for this experiment.</a:t>
            </a:r>
            <a:endParaRPr lang="en-US" altLang="zh-CN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61" name="右箭头 160"/>
          <p:cNvSpPr/>
          <p:nvPr/>
        </p:nvSpPr>
        <p:spPr>
          <a:xfrm rot="1500000">
            <a:off x="960755" y="275590"/>
            <a:ext cx="915035" cy="1501775"/>
          </a:xfrm>
          <a:prstGeom prst="rightArrow">
            <a:avLst>
              <a:gd name="adj1" fmla="val 50000"/>
              <a:gd name="adj2" fmla="val 51388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609600"/>
          </a:xfrm>
        </p:spPr>
        <p:txBody>
          <a:bodyPr anchor="ctr" anchorCtr="0"/>
          <a:p>
            <a:pPr marL="342900" indent="-342900">
              <a:buFont typeface="Wingdings" panose="05000000000000000000" charset="0"/>
              <a:buChar char="p"/>
            </a:pPr>
            <a:r>
              <a:rPr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Calculation method for </a:t>
            </a:r>
            <a:r>
              <a:rPr sz="2000">
                <a:solidFill>
                  <a:srgbClr val="C00000"/>
                </a:solidFill>
                <a:highlight>
                  <a:srgbClr val="00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static operating point</a:t>
            </a:r>
            <a:r>
              <a:rPr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of transistor</a:t>
            </a:r>
            <a:endParaRPr sz="2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554" name="内容占位符 -214748248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2775" y="913130"/>
            <a:ext cx="5433060" cy="4458970"/>
          </a:xfrm>
        </p:spPr>
      </p:pic>
      <p:sp>
        <p:nvSpPr>
          <p:cNvPr id="23555" name="矩形 5"/>
          <p:cNvSpPr/>
          <p:nvPr/>
        </p:nvSpPr>
        <p:spPr>
          <a:xfrm>
            <a:off x="8862695" y="455295"/>
            <a:ext cx="76200" cy="76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 anchorCtr="0"/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00800" y="4114483"/>
            <a:ext cx="204343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 b="1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Note : V</a:t>
            </a:r>
            <a:r>
              <a:rPr lang="zh-CN" altLang="en-US" sz="1800" b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1800" b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1800" b="1">
                <a:solidFill>
                  <a:srgbClr val="C00000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</a:rPr>
              <a:t>≈</a:t>
            </a:r>
            <a:r>
              <a:rPr lang="en-US" altLang="zh-CN" sz="1800" b="1">
                <a:solidFill>
                  <a:srgbClr val="C00000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</a:rPr>
              <a:t>0.7V</a:t>
            </a:r>
            <a:r>
              <a:rPr lang="zh-CN" altLang="en-US" sz="1800" b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 sz="1800" b="1" baseline="-25000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59050" y="836295"/>
            <a:ext cx="1689735" cy="4571365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3" name="对象 -2147482608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108700" y="1089025"/>
          <a:ext cx="2025015" cy="66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397000" imgH="457200" progId="Equation.DSMT4">
                  <p:embed/>
                </p:oleObj>
              </mc:Choice>
              <mc:Fallback>
                <p:oleObj name="" r:id="rId3" imgW="1397000" imgH="457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08700" y="1089025"/>
                        <a:ext cx="2025015" cy="662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607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6108700" y="1751965"/>
          <a:ext cx="2981325" cy="37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6" imgW="2017395" imgH="254000" progId="Equation.DSMT4">
                  <p:embed/>
                </p:oleObj>
              </mc:Choice>
              <mc:Fallback>
                <p:oleObj name="" r:id="rId6" imgW="2017395" imgH="2540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8700" y="1751965"/>
                        <a:ext cx="2981325" cy="3752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062980" y="2233295"/>
            <a:ext cx="33629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00" i="1"/>
              <a:t>V</a:t>
            </a:r>
            <a:r>
              <a:rPr lang="en-US" altLang="zh-CN" sz="1900" baseline="-25000"/>
              <a:t>CQ</a:t>
            </a:r>
            <a:r>
              <a:rPr lang="en-US" altLang="zh-CN" sz="1900"/>
              <a:t>=</a:t>
            </a:r>
            <a:r>
              <a:rPr lang="en-US" altLang="zh-CN" sz="1900" i="1"/>
              <a:t>V</a:t>
            </a:r>
            <a:r>
              <a:rPr lang="en-US" altLang="zh-CN" sz="1900" baseline="-25000"/>
              <a:t>CC</a:t>
            </a:r>
            <a:r>
              <a:rPr lang="zh-CN" altLang="en-US" sz="1900"/>
              <a:t>－</a:t>
            </a:r>
            <a:r>
              <a:rPr lang="en-US" altLang="zh-CN" sz="1900" i="1"/>
              <a:t>I</a:t>
            </a:r>
            <a:r>
              <a:rPr lang="en-US" altLang="zh-CN" sz="1900" baseline="-25000"/>
              <a:t>CQ</a:t>
            </a:r>
            <a:r>
              <a:rPr lang="en-US" altLang="zh-CN" sz="1900"/>
              <a:t>*</a:t>
            </a:r>
            <a:r>
              <a:rPr lang="en-US" altLang="zh-CN" sz="1900" i="1"/>
              <a:t>R</a:t>
            </a:r>
            <a:r>
              <a:rPr lang="en-US" altLang="zh-CN" sz="1900" baseline="-25000"/>
              <a:t>C</a:t>
            </a:r>
            <a:endParaRPr lang="en-US" altLang="zh-CN" sz="1900" baseline="-25000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6062980" y="2766695"/>
            <a:ext cx="33629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00" i="1"/>
              <a:t>V</a:t>
            </a:r>
            <a:r>
              <a:rPr lang="en-US" altLang="zh-CN" sz="1900" baseline="-25000"/>
              <a:t>BQ</a:t>
            </a:r>
            <a:r>
              <a:rPr lang="en-US" altLang="zh-CN" sz="1900"/>
              <a:t>≈</a:t>
            </a:r>
            <a:r>
              <a:rPr lang="en-US" altLang="zh-CN" sz="1900" i="1"/>
              <a:t>V</a:t>
            </a:r>
            <a:r>
              <a:rPr lang="en-US" altLang="zh-CN" sz="1900" baseline="-25000"/>
              <a:t>BEQ</a:t>
            </a:r>
            <a:r>
              <a:rPr lang="zh-CN" altLang="en-US" sz="1900"/>
              <a:t>＋</a:t>
            </a:r>
            <a:r>
              <a:rPr lang="en-US" altLang="zh-CN" sz="1900" i="1"/>
              <a:t>I</a:t>
            </a:r>
            <a:r>
              <a:rPr lang="en-US" altLang="zh-CN" sz="1900" baseline="-25000"/>
              <a:t>EQ</a:t>
            </a:r>
            <a:r>
              <a:rPr lang="en-US" altLang="zh-CN" sz="1900"/>
              <a:t>*</a:t>
            </a:r>
            <a:r>
              <a:rPr lang="zh-CN" altLang="en-US" sz="1900"/>
              <a:t>（</a:t>
            </a:r>
            <a:r>
              <a:rPr lang="en-US" altLang="zh-CN" sz="1900" i="1"/>
              <a:t>R</a:t>
            </a:r>
            <a:r>
              <a:rPr lang="en-US" altLang="zh-CN" sz="1900" baseline="-25000"/>
              <a:t>E1</a:t>
            </a:r>
            <a:r>
              <a:rPr lang="zh-CN" altLang="en-US" sz="1900">
                <a:sym typeface="+mn-ea"/>
              </a:rPr>
              <a:t>＋</a:t>
            </a:r>
            <a:r>
              <a:rPr lang="en-US" altLang="zh-CN" sz="1900" i="1">
                <a:sym typeface="+mn-ea"/>
              </a:rPr>
              <a:t>R</a:t>
            </a:r>
            <a:r>
              <a:rPr lang="en-US" altLang="zh-CN" sz="1900" baseline="-25000">
                <a:sym typeface="+mn-ea"/>
              </a:rPr>
              <a:t>E1</a:t>
            </a:r>
            <a:r>
              <a:rPr lang="zh-CN" altLang="en-US" sz="1900">
                <a:sym typeface="+mn-ea"/>
              </a:rPr>
              <a:t>）</a:t>
            </a:r>
            <a:endParaRPr lang="zh-CN" altLang="en-US" sz="1900"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062980" y="3276600"/>
            <a:ext cx="33629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00" i="1"/>
              <a:t>V</a:t>
            </a:r>
            <a:r>
              <a:rPr lang="en-US" altLang="zh-CN" sz="1900" baseline="-25000"/>
              <a:t>EQ</a:t>
            </a:r>
            <a:r>
              <a:rPr lang="en-US" altLang="zh-CN" sz="1900">
                <a:sym typeface="+mn-ea"/>
              </a:rPr>
              <a:t>≈</a:t>
            </a:r>
            <a:r>
              <a:rPr lang="en-US" altLang="zh-CN" sz="1900" i="1">
                <a:sym typeface="+mn-ea"/>
              </a:rPr>
              <a:t>I</a:t>
            </a:r>
            <a:r>
              <a:rPr lang="en-US" altLang="zh-CN" sz="1900" baseline="-25000">
                <a:sym typeface="+mn-ea"/>
              </a:rPr>
              <a:t>EQ</a:t>
            </a:r>
            <a:r>
              <a:rPr lang="en-US" altLang="zh-CN" sz="1900">
                <a:sym typeface="+mn-ea"/>
              </a:rPr>
              <a:t>*</a:t>
            </a:r>
            <a:r>
              <a:rPr lang="zh-CN" altLang="en-US" sz="1900">
                <a:sym typeface="+mn-ea"/>
              </a:rPr>
              <a:t>（</a:t>
            </a:r>
            <a:r>
              <a:rPr lang="en-US" altLang="zh-CN" sz="1900" i="1">
                <a:sym typeface="+mn-ea"/>
              </a:rPr>
              <a:t>R</a:t>
            </a:r>
            <a:r>
              <a:rPr lang="en-US" altLang="zh-CN" sz="1900" baseline="-25000">
                <a:sym typeface="+mn-ea"/>
              </a:rPr>
              <a:t>E1</a:t>
            </a:r>
            <a:r>
              <a:rPr lang="zh-CN" altLang="en-US" sz="1900">
                <a:sym typeface="+mn-ea"/>
              </a:rPr>
              <a:t>＋</a:t>
            </a:r>
            <a:r>
              <a:rPr lang="en-US" altLang="zh-CN" sz="1900" i="1">
                <a:sym typeface="+mn-ea"/>
              </a:rPr>
              <a:t>R</a:t>
            </a:r>
            <a:r>
              <a:rPr lang="en-US" altLang="zh-CN" sz="1900" baseline="-25000">
                <a:sym typeface="+mn-ea"/>
              </a:rPr>
              <a:t>E1</a:t>
            </a:r>
            <a:r>
              <a:rPr lang="zh-CN" altLang="en-US" sz="1900">
                <a:sym typeface="+mn-ea"/>
              </a:rPr>
              <a:t>）</a:t>
            </a:r>
            <a:endParaRPr lang="en-US" altLang="zh-CN" sz="1900" baseline="-25000"/>
          </a:p>
        </p:txBody>
      </p:sp>
      <p:sp>
        <p:nvSpPr>
          <p:cNvPr id="16" name="文本框 15"/>
          <p:cNvSpPr txBox="1"/>
          <p:nvPr/>
        </p:nvSpPr>
        <p:spPr>
          <a:xfrm>
            <a:off x="73025" y="5638800"/>
            <a:ext cx="88658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8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The amplification circuit should have a suitable static operating point！</a:t>
            </a:r>
            <a:endParaRPr lang="zh-CN" altLang="en-US" sz="1800" b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400" cy="609600"/>
          </a:xfrm>
        </p:spPr>
        <p:txBody>
          <a:bodyPr anchor="ctr" anchorCtr="0"/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Attention</a:t>
            </a:r>
            <a:endParaRPr lang="en-US" altLang="zh-CN"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5035" y="1295400"/>
            <a:ext cx="2952750" cy="2781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763770" y="1789430"/>
            <a:ext cx="3644900" cy="25044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95800" y="3276600"/>
            <a:ext cx="2680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negative terminal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</a:rPr>
              <a:t>(shorter one)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9800" y="4265930"/>
            <a:ext cx="28924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positive terminal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sym typeface="+mn-ea"/>
              </a:rPr>
              <a:t>(longer one)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77035" y="4533900"/>
            <a:ext cx="694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BJT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6400800" y="5121275"/>
            <a:ext cx="694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BJT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PP_MARK_KEY" val="fedb54e7-9501-42bb-94b9-3970fe5bbfb4"/>
  <p:tag name="COMMONDATA" val="eyJoZGlkIjoiOWY0MjcyYTk3ZTNmZDEyODJkNzk2M2Q2MDU5YWY4MzEifQ=="/>
  <p:tag name="commondata" val="eyJoZGlkIjoiNjVjNTlmNWI1NDg3NDVhNTI1N2RmMDViMGYzOWM4NGIifQ=="/>
</p:tagLst>
</file>

<file path=ppt/theme/theme1.xml><?xml version="1.0" encoding="utf-8"?>
<a:theme xmlns:a="http://schemas.openxmlformats.org/drawingml/2006/main" name="mass-group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ass-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ass-grou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s-grou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ass-group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ass-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ass-grou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s-grou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</Words>
  <Application>WPS 演示</Application>
  <PresentationFormat>全屏显示(4:3)</PresentationFormat>
  <Paragraphs>114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Times New Roman</vt:lpstr>
      <vt:lpstr>黑体</vt:lpstr>
      <vt:lpstr>华文楷体</vt:lpstr>
      <vt:lpstr>微软雅黑</vt:lpstr>
      <vt:lpstr>华文宋体</vt:lpstr>
      <vt:lpstr>Calibri</vt:lpstr>
      <vt:lpstr>方正小标宋简体</vt:lpstr>
      <vt:lpstr>Wingdings</vt:lpstr>
      <vt:lpstr>Arial Unicode MS</vt:lpstr>
      <vt:lpstr>mass-group</vt:lpstr>
      <vt:lpstr>1_mass-group</vt:lpstr>
      <vt:lpstr>Equation.DSMT4</vt:lpstr>
      <vt:lpstr>Equation.DSMT4</vt:lpstr>
      <vt:lpstr>Analog Circuits Lab 2 Common-emitter BJT Amplifiers</vt:lpstr>
      <vt:lpstr>PowerPoint 演示文稿</vt:lpstr>
      <vt:lpstr>01 实验目的 Objectives</vt:lpstr>
      <vt:lpstr>PowerPoint 演示文稿</vt:lpstr>
      <vt:lpstr>PowerPoint 演示文稿</vt:lpstr>
      <vt:lpstr>Calculation method for static operating point of transistor</vt:lpstr>
      <vt:lpstr>Attention</vt:lpstr>
    </vt:vector>
  </TitlesOfParts>
  <Company>SUSTC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徐琳琳</cp:lastModifiedBy>
  <cp:revision>1462</cp:revision>
  <dcterms:created xsi:type="dcterms:W3CDTF">2003-06-08T17:32:00Z</dcterms:created>
  <dcterms:modified xsi:type="dcterms:W3CDTF">2024-12-23T08:11:22Z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A915F474CBB443BDBE4AE4583EA659C9_13</vt:lpwstr>
  </property>
</Properties>
</file>