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2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350" r:id="rId2"/>
    <p:sldId id="340" r:id="rId3"/>
    <p:sldId id="325" r:id="rId4"/>
    <p:sldId id="383" r:id="rId5"/>
    <p:sldId id="386" r:id="rId6"/>
    <p:sldId id="378" r:id="rId7"/>
    <p:sldId id="330" r:id="rId8"/>
    <p:sldId id="376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49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2500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E07D"/>
    <a:srgbClr val="80A43E"/>
    <a:srgbClr val="2D37C6"/>
    <a:srgbClr val="003F43"/>
    <a:srgbClr val="ED6C00"/>
    <a:srgbClr val="54D1E6"/>
    <a:srgbClr val="B3EAF4"/>
    <a:srgbClr val="29909B"/>
    <a:srgbClr val="1038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01" autoAdjust="0"/>
    <p:restoredTop sz="96238" autoAdjust="0"/>
  </p:normalViewPr>
  <p:slideViewPr>
    <p:cSldViewPr snapToGrid="0" showGuides="1">
      <p:cViewPr>
        <p:scale>
          <a:sx n="75" d="100"/>
          <a:sy n="75" d="100"/>
        </p:scale>
        <p:origin x="2412" y="762"/>
      </p:cViewPr>
      <p:guideLst>
        <p:guide orient="horz" pos="1049"/>
        <p:guide pos="3840"/>
        <p:guide orient="horz" pos="346"/>
        <p:guide orient="horz" pos="2500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880292-D0AB-4893-8458-232C2A1610C1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EE592D-1E90-4118-BBB3-226543EB4D9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688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E592D-1E90-4118-BBB3-226543EB4D9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96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EE592D-1E90-4118-BBB3-226543EB4D9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108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校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14596" y="-152400"/>
            <a:ext cx="7162808" cy="7162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学校建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4307887"/>
            <a:ext cx="12191999" cy="25433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进阶设计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F73B5B6-FF8F-85A8-F4D3-F851C7FD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98B9D-C61E-4DBB-A3F1-F4E3594D7594}" type="datetimeFigureOut">
              <a:rPr lang="zh-CN" altLang="en-US" smtClean="0"/>
              <a:t>2025/10/10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659B0E-1F79-5F88-3879-8D31E72F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D3755A-C885-7C3C-AC8C-FA4D6972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F93A1-78AD-4550-B14C-5DBF6475D17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355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1.jpeg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jpe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9.png"/><Relationship Id="rId10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image" Target="../media/image24.png"/><Relationship Id="rId18" Type="http://schemas.openxmlformats.org/officeDocument/2006/relationships/image" Target="../media/image27.png"/><Relationship Id="rId3" Type="http://schemas.openxmlformats.org/officeDocument/2006/relationships/slideLayout" Target="../slideLayouts/slideLayout4.xml"/><Relationship Id="rId7" Type="http://schemas.openxmlformats.org/officeDocument/2006/relationships/oleObject" Target="../embeddings/oleObject1.bin"/><Relationship Id="rId12" Type="http://schemas.microsoft.com/office/2007/relationships/hdphoto" Target="../media/hdphoto1.wdp"/><Relationship Id="rId17" Type="http://schemas.openxmlformats.org/officeDocument/2006/relationships/image" Target="../media/image26.wmf"/><Relationship Id="rId2" Type="http://schemas.openxmlformats.org/officeDocument/2006/relationships/tags" Target="../tags/tag7.xml"/><Relationship Id="rId16" Type="http://schemas.openxmlformats.org/officeDocument/2006/relationships/oleObject" Target="../embeddings/oleObject4.bin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11" Type="http://schemas.openxmlformats.org/officeDocument/2006/relationships/image" Target="../media/image23.png"/><Relationship Id="rId5" Type="http://schemas.openxmlformats.org/officeDocument/2006/relationships/image" Target="../media/image10.png"/><Relationship Id="rId15" Type="http://schemas.openxmlformats.org/officeDocument/2006/relationships/image" Target="../media/image25.wmf"/><Relationship Id="rId10" Type="http://schemas.openxmlformats.org/officeDocument/2006/relationships/image" Target="../media/image22.wmf"/><Relationship Id="rId19" Type="http://schemas.openxmlformats.org/officeDocument/2006/relationships/image" Target="../media/image28.png"/><Relationship Id="rId4" Type="http://schemas.openxmlformats.org/officeDocument/2006/relationships/notesSlide" Target="../notesSlides/notesSlide1.xml"/><Relationship Id="rId9" Type="http://schemas.openxmlformats.org/officeDocument/2006/relationships/oleObject" Target="../embeddings/oleObject2.bin"/><Relationship Id="rId1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0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32.jpe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0.png"/><Relationship Id="rId3" Type="http://schemas.openxmlformats.org/officeDocument/2006/relationships/tags" Target="../tags/tag14.xml"/><Relationship Id="rId7" Type="http://schemas.openxmlformats.org/officeDocument/2006/relationships/image" Target="../media/image36.png"/><Relationship Id="rId12" Type="http://schemas.openxmlformats.org/officeDocument/2006/relationships/image" Target="../media/image39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35.png"/><Relationship Id="rId11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42.png"/><Relationship Id="rId10" Type="http://schemas.openxmlformats.org/officeDocument/2006/relationships/image" Target="../media/image9.png"/><Relationship Id="rId4" Type="http://schemas.openxmlformats.org/officeDocument/2006/relationships/tags" Target="../tags/tag15.xml"/><Relationship Id="rId9" Type="http://schemas.openxmlformats.org/officeDocument/2006/relationships/image" Target="../media/image38.png"/><Relationship Id="rId1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形 2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390390"/>
            <a:ext cx="12191365" cy="2467610"/>
          </a:xfrm>
          <a:prstGeom prst="rect">
            <a:avLst/>
          </a:prstGeom>
        </p:spPr>
      </p:pic>
      <p:pic>
        <p:nvPicPr>
          <p:cNvPr id="5" name="图片 4" descr="EEE logo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335" y="151765"/>
            <a:ext cx="2076450" cy="540385"/>
          </a:xfrm>
          <a:prstGeom prst="rect">
            <a:avLst/>
          </a:prstGeom>
        </p:spPr>
      </p:pic>
      <p:pic>
        <p:nvPicPr>
          <p:cNvPr id="6" name="图片 5" descr="校徽+中英文校名-左右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145" y="27305"/>
            <a:ext cx="2168525" cy="709930"/>
          </a:xfrm>
          <a:prstGeom prst="rect">
            <a:avLst/>
          </a:prstGeom>
        </p:spPr>
      </p:pic>
      <p:pic>
        <p:nvPicPr>
          <p:cNvPr id="7" name="图片 6" descr="OIL_logo_orange_L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0450" y="177800"/>
            <a:ext cx="2080895" cy="40894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5CE2468-13BC-0036-FF90-4C8C5F1017F4}"/>
              </a:ext>
            </a:extLst>
          </p:cNvPr>
          <p:cNvSpPr txBox="1"/>
          <p:nvPr/>
        </p:nvSpPr>
        <p:spPr>
          <a:xfrm>
            <a:off x="4415769" y="5993368"/>
            <a:ext cx="3360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2025.10.11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99A76F9-C25E-EF77-D06F-583A9B2652DB}"/>
              </a:ext>
            </a:extLst>
          </p:cNvPr>
          <p:cNvSpPr txBox="1"/>
          <p:nvPr/>
        </p:nvSpPr>
        <p:spPr>
          <a:xfrm>
            <a:off x="4415451" y="5165447"/>
            <a:ext cx="3360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Sixiang Ran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8F0BC2-6D17-F86B-ADEE-A2597B678111}"/>
              </a:ext>
            </a:extLst>
          </p:cNvPr>
          <p:cNvGrpSpPr/>
          <p:nvPr/>
        </p:nvGrpSpPr>
        <p:grpSpPr>
          <a:xfrm>
            <a:off x="0" y="1953853"/>
            <a:ext cx="12296775" cy="2741972"/>
            <a:chOff x="0" y="1953853"/>
            <a:chExt cx="12296775" cy="274197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881CB42-B81E-A842-884D-5D97AF1897CC}"/>
                </a:ext>
              </a:extLst>
            </p:cNvPr>
            <p:cNvSpPr/>
            <p:nvPr/>
          </p:nvSpPr>
          <p:spPr>
            <a:xfrm>
              <a:off x="0" y="1953853"/>
              <a:ext cx="12192000" cy="274197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EBEB2C6A-C93B-DF25-0FEF-42727716F682}"/>
                </a:ext>
              </a:extLst>
            </p:cNvPr>
            <p:cNvSpPr txBox="1"/>
            <p:nvPr/>
          </p:nvSpPr>
          <p:spPr>
            <a:xfrm>
              <a:off x="104775" y="2040932"/>
              <a:ext cx="12192000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eaLnBrk="0"/>
              <a:r>
                <a:rPr lang="en-US" altLang="zh-CN" sz="5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Specialty Fiber </a:t>
              </a:r>
            </a:p>
            <a:p>
              <a:pPr algn="ctr" eaLnBrk="0"/>
              <a:r>
                <a:rPr lang="en-US" altLang="zh-CN" sz="5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Photothermal Spectroscopy </a:t>
              </a:r>
            </a:p>
            <a:p>
              <a:pPr algn="ctr" eaLnBrk="0"/>
              <a:r>
                <a:rPr lang="en-US" altLang="zh-CN" sz="5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for Trace Gas Detection</a:t>
              </a:r>
              <a:endPara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8" name="图片 7" descr="色条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7" name="图片 6" descr="OIL_logo_orange_LR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C48BF34-A859-CF9F-F5D2-68B51A956623}"/>
              </a:ext>
            </a:extLst>
          </p:cNvPr>
          <p:cNvSpPr txBox="1"/>
          <p:nvPr/>
        </p:nvSpPr>
        <p:spPr>
          <a:xfrm>
            <a:off x="4266883" y="417"/>
            <a:ext cx="36582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Content</a:t>
            </a:r>
            <a:endParaRPr lang="zh-CN" altLang="en-US" sz="4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D7EADC3-E83A-41AD-20A9-E076CBEF0BBD}"/>
              </a:ext>
            </a:extLst>
          </p:cNvPr>
          <p:cNvSpPr txBox="1"/>
          <p:nvPr/>
        </p:nvSpPr>
        <p:spPr>
          <a:xfrm>
            <a:off x="6334003" y="2137605"/>
            <a:ext cx="5392329" cy="2959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Methodology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Recent progress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B27AADF-28B7-7607-3275-2BD3B5CF8DA3}"/>
              </a:ext>
            </a:extLst>
          </p:cNvPr>
          <p:cNvSpPr/>
          <p:nvPr/>
        </p:nvSpPr>
        <p:spPr>
          <a:xfrm>
            <a:off x="5644166" y="2327697"/>
            <a:ext cx="511759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FAECF4-1532-42E8-F357-4BAC13BF5E25}"/>
              </a:ext>
            </a:extLst>
          </p:cNvPr>
          <p:cNvSpPr/>
          <p:nvPr/>
        </p:nvSpPr>
        <p:spPr>
          <a:xfrm>
            <a:off x="5644166" y="3060195"/>
            <a:ext cx="511759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CB29DC5-4BCE-ACA3-ACE7-888043CE84A8}"/>
              </a:ext>
            </a:extLst>
          </p:cNvPr>
          <p:cNvSpPr/>
          <p:nvPr/>
        </p:nvSpPr>
        <p:spPr>
          <a:xfrm>
            <a:off x="5637873" y="3792694"/>
            <a:ext cx="511758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61526B-E889-0C8E-CAAA-2254065DDB20}"/>
              </a:ext>
            </a:extLst>
          </p:cNvPr>
          <p:cNvSpPr/>
          <p:nvPr/>
        </p:nvSpPr>
        <p:spPr>
          <a:xfrm>
            <a:off x="5637873" y="4493845"/>
            <a:ext cx="511758" cy="532567"/>
          </a:xfrm>
          <a:prstGeom prst="rect">
            <a:avLst/>
          </a:prstGeom>
          <a:solidFill>
            <a:srgbClr val="10383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灯片编号占位符 8">
            <a:extLst>
              <a:ext uri="{FF2B5EF4-FFF2-40B4-BE49-F238E27FC236}">
                <a16:creationId xmlns:a16="http://schemas.microsoft.com/office/drawing/2014/main" id="{2C60763D-21E5-B8CE-41E5-A374D39C77D3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2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8B0CDF9-5489-2A56-146C-0F894796CFCD}"/>
              </a:ext>
            </a:extLst>
          </p:cNvPr>
          <p:cNvGrpSpPr/>
          <p:nvPr/>
        </p:nvGrpSpPr>
        <p:grpSpPr>
          <a:xfrm>
            <a:off x="-1200322" y="835224"/>
            <a:ext cx="6602468" cy="6053955"/>
            <a:chOff x="-1891173" y="1273949"/>
            <a:chExt cx="6602468" cy="6084335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28E6CF88-4422-3C32-4669-A07895338AA9}"/>
                </a:ext>
              </a:extLst>
            </p:cNvPr>
            <p:cNvSpPr/>
            <p:nvPr/>
          </p:nvSpPr>
          <p:spPr bwMode="auto">
            <a:xfrm>
              <a:off x="-776856" y="1313402"/>
              <a:ext cx="3738239" cy="6010062"/>
            </a:xfrm>
            <a:prstGeom prst="rect">
              <a:avLst/>
            </a:prstGeom>
            <a:solidFill>
              <a:srgbClr val="1447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B984C6A-0558-476D-5E6A-B02AE2D8E571}"/>
                </a:ext>
              </a:extLst>
            </p:cNvPr>
            <p:cNvSpPr/>
            <p:nvPr/>
          </p:nvSpPr>
          <p:spPr bwMode="auto">
            <a:xfrm rot="5400000" flipV="1">
              <a:off x="609794" y="-68302"/>
              <a:ext cx="964938" cy="3738234"/>
            </a:xfrm>
            <a:prstGeom prst="rect">
              <a:avLst/>
            </a:prstGeom>
            <a:solidFill>
              <a:srgbClr val="003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DED4E7BF-A69D-4313-40D8-7F1DA6FF47C4}"/>
                </a:ext>
              </a:extLst>
            </p:cNvPr>
            <p:cNvSpPr/>
            <p:nvPr/>
          </p:nvSpPr>
          <p:spPr bwMode="auto">
            <a:xfrm rot="5400000">
              <a:off x="272770" y="4658660"/>
              <a:ext cx="1624987" cy="3738238"/>
            </a:xfrm>
            <a:prstGeom prst="rect">
              <a:avLst/>
            </a:prstGeom>
            <a:solidFill>
              <a:srgbClr val="003F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514AE721-B98A-0A14-B9EA-D51A822F911A}"/>
                </a:ext>
              </a:extLst>
            </p:cNvPr>
            <p:cNvGrpSpPr/>
            <p:nvPr/>
          </p:nvGrpSpPr>
          <p:grpSpPr>
            <a:xfrm>
              <a:off x="-1891173" y="1526125"/>
              <a:ext cx="2754050" cy="4646991"/>
              <a:chOff x="0" y="1111187"/>
              <a:chExt cx="2754050" cy="4646991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FC51389A-C98B-00EE-20DE-AB07F38175A6}"/>
                  </a:ext>
                </a:extLst>
              </p:cNvPr>
              <p:cNvSpPr/>
              <p:nvPr/>
            </p:nvSpPr>
            <p:spPr>
              <a:xfrm>
                <a:off x="2450246" y="4863799"/>
                <a:ext cx="200570" cy="200570"/>
              </a:xfrm>
              <a:prstGeom prst="ellipse">
                <a:avLst/>
              </a:prstGeom>
              <a:solidFill>
                <a:schemeClr val="bg1">
                  <a:alpha val="2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E7FF44F8-D65A-BA6E-1994-F2C697867D6A}"/>
                  </a:ext>
                </a:extLst>
              </p:cNvPr>
              <p:cNvSpPr/>
              <p:nvPr/>
            </p:nvSpPr>
            <p:spPr>
              <a:xfrm>
                <a:off x="0" y="1111187"/>
                <a:ext cx="312134" cy="312134"/>
              </a:xfrm>
              <a:prstGeom prst="ellipse">
                <a:avLst/>
              </a:prstGeom>
              <a:solidFill>
                <a:schemeClr val="bg1">
                  <a:alpha val="13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CD7F0E67-6245-76AC-2617-112059EBCCE0}"/>
                  </a:ext>
                </a:extLst>
              </p:cNvPr>
              <p:cNvSpPr/>
              <p:nvPr/>
            </p:nvSpPr>
            <p:spPr>
              <a:xfrm>
                <a:off x="1114320" y="1611397"/>
                <a:ext cx="904679" cy="904679"/>
              </a:xfrm>
              <a:prstGeom prst="ellipse">
                <a:avLst/>
              </a:prstGeom>
              <a:solidFill>
                <a:schemeClr val="bg1">
                  <a:alpha val="7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54C13DFC-030B-20BB-E860-E7B10248885A}"/>
                  </a:ext>
                </a:extLst>
              </p:cNvPr>
              <p:cNvSpPr/>
              <p:nvPr/>
            </p:nvSpPr>
            <p:spPr>
              <a:xfrm>
                <a:off x="854236" y="5460064"/>
                <a:ext cx="298114" cy="298114"/>
              </a:xfrm>
              <a:prstGeom prst="ellipse">
                <a:avLst/>
              </a:prstGeom>
              <a:solidFill>
                <a:schemeClr val="bg1">
                  <a:alpha val="2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27975823-761D-B1C4-7888-371FD1683267}"/>
                  </a:ext>
                </a:extLst>
              </p:cNvPr>
              <p:cNvSpPr/>
              <p:nvPr/>
            </p:nvSpPr>
            <p:spPr>
              <a:xfrm>
                <a:off x="2313236" y="1194804"/>
                <a:ext cx="440814" cy="440814"/>
              </a:xfrm>
              <a:prstGeom prst="ellipse">
                <a:avLst/>
              </a:prstGeom>
              <a:solidFill>
                <a:schemeClr val="bg1">
                  <a:alpha val="2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C6D3DE16-37E3-6849-D1A5-94B23DFEA9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888" r="2150"/>
            <a:stretch/>
          </p:blipFill>
          <p:spPr>
            <a:xfrm>
              <a:off x="-776857" y="2688561"/>
              <a:ext cx="4205077" cy="2667001"/>
            </a:xfrm>
            <a:prstGeom prst="rect">
              <a:avLst/>
            </a:prstGeom>
          </p:spPr>
        </p:pic>
        <p:sp>
          <p:nvSpPr>
            <p:cNvPr id="23" name="任意多边形 38">
              <a:extLst>
                <a:ext uri="{FF2B5EF4-FFF2-40B4-BE49-F238E27FC236}">
                  <a16:creationId xmlns:a16="http://schemas.microsoft.com/office/drawing/2014/main" id="{47E34913-D79A-0981-3803-7E7AFEE15678}"/>
                </a:ext>
              </a:extLst>
            </p:cNvPr>
            <p:cNvSpPr/>
            <p:nvPr/>
          </p:nvSpPr>
          <p:spPr>
            <a:xfrm rot="16200000">
              <a:off x="150555" y="2807160"/>
              <a:ext cx="6010061" cy="3017914"/>
            </a:xfrm>
            <a:custGeom>
              <a:avLst/>
              <a:gdLst>
                <a:gd name="connsiteX0" fmla="*/ 9143999 w 9143999"/>
                <a:gd name="connsiteY0" fmla="*/ 0 h 2051818"/>
                <a:gd name="connsiteX1" fmla="*/ 9143999 w 9143999"/>
                <a:gd name="connsiteY1" fmla="*/ 2051818 h 2051818"/>
                <a:gd name="connsiteX2" fmla="*/ 0 w 9143999"/>
                <a:gd name="connsiteY2" fmla="*/ 2051818 h 2051818"/>
                <a:gd name="connsiteX3" fmla="*/ 0 w 9143999"/>
                <a:gd name="connsiteY3" fmla="*/ 1204077 h 2051818"/>
                <a:gd name="connsiteX4" fmla="*/ 6027 w 9143999"/>
                <a:gd name="connsiteY4" fmla="*/ 1207403 h 2051818"/>
                <a:gd name="connsiteX5" fmla="*/ 7674511 w 9143999"/>
                <a:gd name="connsiteY5" fmla="*/ 718908 h 2051818"/>
                <a:gd name="connsiteX6" fmla="*/ 9044856 w 9143999"/>
                <a:gd name="connsiteY6" fmla="*/ 57555 h 2051818"/>
                <a:gd name="connsiteX7" fmla="*/ 9143999 w 9143999"/>
                <a:gd name="connsiteY7" fmla="*/ 0 h 2051818"/>
                <a:gd name="connsiteX0-1" fmla="*/ 9143999 w 9143999"/>
                <a:gd name="connsiteY0-2" fmla="*/ 0 h 2051818"/>
                <a:gd name="connsiteX1-3" fmla="*/ 9143999 w 9143999"/>
                <a:gd name="connsiteY1-4" fmla="*/ 2051818 h 2051818"/>
                <a:gd name="connsiteX2-5" fmla="*/ 0 w 9143999"/>
                <a:gd name="connsiteY2-6" fmla="*/ 2051818 h 2051818"/>
                <a:gd name="connsiteX3-7" fmla="*/ 0 w 9143999"/>
                <a:gd name="connsiteY3-8" fmla="*/ 1204077 h 2051818"/>
                <a:gd name="connsiteX4-9" fmla="*/ 6027 w 9143999"/>
                <a:gd name="connsiteY4-10" fmla="*/ 1207403 h 2051818"/>
                <a:gd name="connsiteX5-11" fmla="*/ 9044856 w 9143999"/>
                <a:gd name="connsiteY5-12" fmla="*/ 57555 h 2051818"/>
                <a:gd name="connsiteX6-13" fmla="*/ 9143999 w 9143999"/>
                <a:gd name="connsiteY6-14" fmla="*/ 0 h 2051818"/>
                <a:gd name="connsiteX0-15" fmla="*/ 9143999 w 9143999"/>
                <a:gd name="connsiteY0-16" fmla="*/ 0 h 2051818"/>
                <a:gd name="connsiteX1-17" fmla="*/ 9143999 w 9143999"/>
                <a:gd name="connsiteY1-18" fmla="*/ 2051818 h 2051818"/>
                <a:gd name="connsiteX2-19" fmla="*/ 0 w 9143999"/>
                <a:gd name="connsiteY2-20" fmla="*/ 2051818 h 2051818"/>
                <a:gd name="connsiteX3-21" fmla="*/ 0 w 9143999"/>
                <a:gd name="connsiteY3-22" fmla="*/ 1204077 h 2051818"/>
                <a:gd name="connsiteX4-23" fmla="*/ 6027 w 9143999"/>
                <a:gd name="connsiteY4-24" fmla="*/ 1207403 h 2051818"/>
                <a:gd name="connsiteX5-25" fmla="*/ 9143999 w 9143999"/>
                <a:gd name="connsiteY5-26" fmla="*/ 0 h 2051818"/>
                <a:gd name="connsiteX0-27" fmla="*/ 9143999 w 9143999"/>
                <a:gd name="connsiteY0-28" fmla="*/ 0 h 2051818"/>
                <a:gd name="connsiteX1-29" fmla="*/ 9143999 w 9143999"/>
                <a:gd name="connsiteY1-30" fmla="*/ 2051818 h 2051818"/>
                <a:gd name="connsiteX2-31" fmla="*/ 0 w 9143999"/>
                <a:gd name="connsiteY2-32" fmla="*/ 2051818 h 2051818"/>
                <a:gd name="connsiteX3-33" fmla="*/ 0 w 9143999"/>
                <a:gd name="connsiteY3-34" fmla="*/ 1204077 h 2051818"/>
                <a:gd name="connsiteX4-35" fmla="*/ 6027 w 9143999"/>
                <a:gd name="connsiteY4-36" fmla="*/ 1207403 h 2051818"/>
                <a:gd name="connsiteX5-37" fmla="*/ 9143999 w 9143999"/>
                <a:gd name="connsiteY5-38" fmla="*/ 0 h 2051818"/>
                <a:gd name="connsiteX0-39" fmla="*/ 9143999 w 9143999"/>
                <a:gd name="connsiteY0-40" fmla="*/ 0 h 2051818"/>
                <a:gd name="connsiteX1-41" fmla="*/ 9143999 w 9143999"/>
                <a:gd name="connsiteY1-42" fmla="*/ 2051818 h 2051818"/>
                <a:gd name="connsiteX2-43" fmla="*/ 0 w 9143999"/>
                <a:gd name="connsiteY2-44" fmla="*/ 2051818 h 2051818"/>
                <a:gd name="connsiteX3-45" fmla="*/ 0 w 9143999"/>
                <a:gd name="connsiteY3-46" fmla="*/ 1204077 h 2051818"/>
                <a:gd name="connsiteX4-47" fmla="*/ 6027 w 9143999"/>
                <a:gd name="connsiteY4-48" fmla="*/ 1207403 h 2051818"/>
                <a:gd name="connsiteX5-49" fmla="*/ 9143999 w 9143999"/>
                <a:gd name="connsiteY5-50" fmla="*/ 0 h 2051818"/>
                <a:gd name="connsiteX0-51" fmla="*/ 9143999 w 9143999"/>
                <a:gd name="connsiteY0-52" fmla="*/ 0 h 2051818"/>
                <a:gd name="connsiteX1-53" fmla="*/ 9143999 w 9143999"/>
                <a:gd name="connsiteY1-54" fmla="*/ 2051818 h 2051818"/>
                <a:gd name="connsiteX2-55" fmla="*/ 0 w 9143999"/>
                <a:gd name="connsiteY2-56" fmla="*/ 2051818 h 2051818"/>
                <a:gd name="connsiteX3-57" fmla="*/ 0 w 9143999"/>
                <a:gd name="connsiteY3-58" fmla="*/ 1204077 h 2051818"/>
                <a:gd name="connsiteX4-59" fmla="*/ 6027 w 9143999"/>
                <a:gd name="connsiteY4-60" fmla="*/ 1207403 h 2051818"/>
                <a:gd name="connsiteX5-61" fmla="*/ 9143999 w 9143999"/>
                <a:gd name="connsiteY5-62" fmla="*/ 0 h 2051818"/>
                <a:gd name="connsiteX0-63" fmla="*/ 9143999 w 9143999"/>
                <a:gd name="connsiteY0-64" fmla="*/ 130228 h 2182046"/>
                <a:gd name="connsiteX1-65" fmla="*/ 9143999 w 9143999"/>
                <a:gd name="connsiteY1-66" fmla="*/ 2182046 h 2182046"/>
                <a:gd name="connsiteX2-67" fmla="*/ 0 w 9143999"/>
                <a:gd name="connsiteY2-68" fmla="*/ 2182046 h 2182046"/>
                <a:gd name="connsiteX3-69" fmla="*/ 0 w 9143999"/>
                <a:gd name="connsiteY3-70" fmla="*/ 1334305 h 2182046"/>
                <a:gd name="connsiteX4-71" fmla="*/ 6027 w 9143999"/>
                <a:gd name="connsiteY4-72" fmla="*/ 0 h 2182046"/>
                <a:gd name="connsiteX5-73" fmla="*/ 9143999 w 9143999"/>
                <a:gd name="connsiteY5-74" fmla="*/ 130228 h 2182046"/>
                <a:gd name="connsiteX0-75" fmla="*/ 9143999 w 9143999"/>
                <a:gd name="connsiteY0-76" fmla="*/ 0 h 2051818"/>
                <a:gd name="connsiteX1-77" fmla="*/ 9143999 w 9143999"/>
                <a:gd name="connsiteY1-78" fmla="*/ 2051818 h 2051818"/>
                <a:gd name="connsiteX2-79" fmla="*/ 0 w 9143999"/>
                <a:gd name="connsiteY2-80" fmla="*/ 2051818 h 2051818"/>
                <a:gd name="connsiteX3-81" fmla="*/ 0 w 9143999"/>
                <a:gd name="connsiteY3-82" fmla="*/ 1204077 h 2051818"/>
                <a:gd name="connsiteX4-83" fmla="*/ 25380 w 9143999"/>
                <a:gd name="connsiteY4-84" fmla="*/ 54648 h 2051818"/>
                <a:gd name="connsiteX5-85" fmla="*/ 9143999 w 9143999"/>
                <a:gd name="connsiteY5-86" fmla="*/ 0 h 2051818"/>
                <a:gd name="connsiteX0-87" fmla="*/ 9143999 w 9143999"/>
                <a:gd name="connsiteY0-88" fmla="*/ 0 h 2051818"/>
                <a:gd name="connsiteX1-89" fmla="*/ 9143999 w 9143999"/>
                <a:gd name="connsiteY1-90" fmla="*/ 2051818 h 2051818"/>
                <a:gd name="connsiteX2-91" fmla="*/ 0 w 9143999"/>
                <a:gd name="connsiteY2-92" fmla="*/ 2051818 h 2051818"/>
                <a:gd name="connsiteX3-93" fmla="*/ 0 w 9143999"/>
                <a:gd name="connsiteY3-94" fmla="*/ 1204077 h 2051818"/>
                <a:gd name="connsiteX4-95" fmla="*/ 25380 w 9143999"/>
                <a:gd name="connsiteY4-96" fmla="*/ 54648 h 2051818"/>
                <a:gd name="connsiteX5-97" fmla="*/ 9143999 w 9143999"/>
                <a:gd name="connsiteY5-98" fmla="*/ 0 h 2051818"/>
                <a:gd name="connsiteX0-99" fmla="*/ 9143999 w 9143999"/>
                <a:gd name="connsiteY0-100" fmla="*/ 0 h 2051818"/>
                <a:gd name="connsiteX1-101" fmla="*/ 9143999 w 9143999"/>
                <a:gd name="connsiteY1-102" fmla="*/ 2051818 h 2051818"/>
                <a:gd name="connsiteX2-103" fmla="*/ 0 w 9143999"/>
                <a:gd name="connsiteY2-104" fmla="*/ 2051818 h 2051818"/>
                <a:gd name="connsiteX3-105" fmla="*/ 0 w 9143999"/>
                <a:gd name="connsiteY3-106" fmla="*/ 1204077 h 2051818"/>
                <a:gd name="connsiteX4-107" fmla="*/ 25380 w 9143999"/>
                <a:gd name="connsiteY4-108" fmla="*/ 54648 h 2051818"/>
                <a:gd name="connsiteX5-109" fmla="*/ 9143999 w 9143999"/>
                <a:gd name="connsiteY5-110" fmla="*/ 0 h 2051818"/>
                <a:gd name="connsiteX0-111" fmla="*/ 9143999 w 9143999"/>
                <a:gd name="connsiteY0-112" fmla="*/ 0 h 2051818"/>
                <a:gd name="connsiteX1-113" fmla="*/ 9143999 w 9143999"/>
                <a:gd name="connsiteY1-114" fmla="*/ 2051818 h 2051818"/>
                <a:gd name="connsiteX2-115" fmla="*/ 0 w 9143999"/>
                <a:gd name="connsiteY2-116" fmla="*/ 2051818 h 2051818"/>
                <a:gd name="connsiteX3-117" fmla="*/ 0 w 9143999"/>
                <a:gd name="connsiteY3-118" fmla="*/ 1204077 h 2051818"/>
                <a:gd name="connsiteX4-119" fmla="*/ 25380 w 9143999"/>
                <a:gd name="connsiteY4-120" fmla="*/ 54648 h 2051818"/>
                <a:gd name="connsiteX5-121" fmla="*/ 9143999 w 9143999"/>
                <a:gd name="connsiteY5-122" fmla="*/ 0 h 2051818"/>
                <a:gd name="connsiteX0-123" fmla="*/ 9124647 w 9143999"/>
                <a:gd name="connsiteY0-124" fmla="*/ 0 h 2127943"/>
                <a:gd name="connsiteX1-125" fmla="*/ 9143999 w 9143999"/>
                <a:gd name="connsiteY1-126" fmla="*/ 2127943 h 2127943"/>
                <a:gd name="connsiteX2-127" fmla="*/ 0 w 9143999"/>
                <a:gd name="connsiteY2-128" fmla="*/ 2127943 h 2127943"/>
                <a:gd name="connsiteX3-129" fmla="*/ 0 w 9143999"/>
                <a:gd name="connsiteY3-130" fmla="*/ 1280202 h 2127943"/>
                <a:gd name="connsiteX4-131" fmla="*/ 25380 w 9143999"/>
                <a:gd name="connsiteY4-132" fmla="*/ 130773 h 2127943"/>
                <a:gd name="connsiteX5-133" fmla="*/ 9124647 w 9143999"/>
                <a:gd name="connsiteY5-134" fmla="*/ 0 h 2127943"/>
                <a:gd name="connsiteX0-135" fmla="*/ 9124647 w 9143999"/>
                <a:gd name="connsiteY0-136" fmla="*/ 0 h 2127943"/>
                <a:gd name="connsiteX1-137" fmla="*/ 9143999 w 9143999"/>
                <a:gd name="connsiteY1-138" fmla="*/ 2127943 h 2127943"/>
                <a:gd name="connsiteX2-139" fmla="*/ 0 w 9143999"/>
                <a:gd name="connsiteY2-140" fmla="*/ 2127943 h 2127943"/>
                <a:gd name="connsiteX3-141" fmla="*/ 0 w 9143999"/>
                <a:gd name="connsiteY3-142" fmla="*/ 1280202 h 2127943"/>
                <a:gd name="connsiteX4-143" fmla="*/ 25380 w 9143999"/>
                <a:gd name="connsiteY4-144" fmla="*/ 130773 h 2127943"/>
                <a:gd name="connsiteX5-145" fmla="*/ 9124647 w 9143999"/>
                <a:gd name="connsiteY5-146" fmla="*/ 0 h 2127943"/>
                <a:gd name="connsiteX0-147" fmla="*/ 9124647 w 9143999"/>
                <a:gd name="connsiteY0-148" fmla="*/ 0 h 2127943"/>
                <a:gd name="connsiteX1-149" fmla="*/ 9143999 w 9143999"/>
                <a:gd name="connsiteY1-150" fmla="*/ 2127943 h 2127943"/>
                <a:gd name="connsiteX2-151" fmla="*/ 0 w 9143999"/>
                <a:gd name="connsiteY2-152" fmla="*/ 2127943 h 2127943"/>
                <a:gd name="connsiteX3-153" fmla="*/ 0 w 9143999"/>
                <a:gd name="connsiteY3-154" fmla="*/ 1280202 h 2127943"/>
                <a:gd name="connsiteX4-155" fmla="*/ 6028 w 9143999"/>
                <a:gd name="connsiteY4-156" fmla="*/ 11147 h 2127943"/>
                <a:gd name="connsiteX5-157" fmla="*/ 9124647 w 9143999"/>
                <a:gd name="connsiteY5-158" fmla="*/ 0 h 2127943"/>
                <a:gd name="connsiteX0-159" fmla="*/ 9138134 w 9157486"/>
                <a:gd name="connsiteY0-160" fmla="*/ 0 h 2127943"/>
                <a:gd name="connsiteX1-161" fmla="*/ 9157486 w 9157486"/>
                <a:gd name="connsiteY1-162" fmla="*/ 2127943 h 2127943"/>
                <a:gd name="connsiteX2-163" fmla="*/ 13487 w 9157486"/>
                <a:gd name="connsiteY2-164" fmla="*/ 2127943 h 2127943"/>
                <a:gd name="connsiteX3-165" fmla="*/ 13487 w 9157486"/>
                <a:gd name="connsiteY3-166" fmla="*/ 1280202 h 2127943"/>
                <a:gd name="connsiteX4-167" fmla="*/ 163 w 9157486"/>
                <a:gd name="connsiteY4-168" fmla="*/ 141648 h 2127943"/>
                <a:gd name="connsiteX5-169" fmla="*/ 9138134 w 9157486"/>
                <a:gd name="connsiteY5-170" fmla="*/ 0 h 2127943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9157486" h="2127943">
                  <a:moveTo>
                    <a:pt x="9138134" y="0"/>
                  </a:moveTo>
                  <a:lnTo>
                    <a:pt x="9157486" y="2127943"/>
                  </a:lnTo>
                  <a:lnTo>
                    <a:pt x="13487" y="2127943"/>
                  </a:lnTo>
                  <a:lnTo>
                    <a:pt x="13487" y="1280202"/>
                  </a:lnTo>
                  <a:cubicBezTo>
                    <a:pt x="15496" y="857184"/>
                    <a:pt x="-1846" y="564666"/>
                    <a:pt x="163" y="141648"/>
                  </a:cubicBezTo>
                  <a:cubicBezTo>
                    <a:pt x="3568670" y="1577063"/>
                    <a:pt x="7137176" y="1131097"/>
                    <a:pt x="9138134" y="0"/>
                  </a:cubicBezTo>
                  <a:close/>
                </a:path>
              </a:pathLst>
            </a:custGeom>
            <a:solidFill>
              <a:srgbClr val="005960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91843D01-9858-97AF-EE6C-D078CBF52D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4064"/>
            <a:stretch/>
          </p:blipFill>
          <p:spPr>
            <a:xfrm>
              <a:off x="2445830" y="1273949"/>
              <a:ext cx="2265465" cy="60843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AC9981D-F2ED-8613-3BA5-3DCF681474F6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0371ED3B-CE36-1E63-0A57-E15AAD910F3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FF89120-DB85-DD4F-0DFA-EB48D06C190A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0F5F82EA-D453-238D-57D4-190FA76E51E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DD70CC5-85D9-C919-A1C1-8039A5E25800}"/>
              </a:ext>
            </a:extLst>
          </p:cNvPr>
          <p:cNvSpPr txBox="1"/>
          <p:nvPr/>
        </p:nvSpPr>
        <p:spPr>
          <a:xfrm>
            <a:off x="2564289" y="417"/>
            <a:ext cx="80043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  <a:endParaRPr lang="zh-CN" altLang="en-US" sz="4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9" name="表格 38">
                <a:extLst>
                  <a:ext uri="{FF2B5EF4-FFF2-40B4-BE49-F238E27FC236}">
                    <a16:creationId xmlns:a16="http://schemas.microsoft.com/office/drawing/2014/main" id="{C248EDC0-BDBE-15ED-F756-0FD19525FE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5678801"/>
                  </p:ext>
                </p:extLst>
              </p:nvPr>
            </p:nvGraphicFramePr>
            <p:xfrm>
              <a:off x="766634" y="4964206"/>
              <a:ext cx="5107030" cy="1814832"/>
            </p:xfrm>
            <a:graphic>
              <a:graphicData uri="http://schemas.openxmlformats.org/drawingml/2006/table">
                <a:tbl>
                  <a:tblPr firstRow="1" bandRow="1">
                    <a:tableStyleId>{91EBBBCC-DAD2-459C-BE2E-F6DE35CF9A28}</a:tableStyleId>
                  </a:tblPr>
                  <a:tblGrid>
                    <a:gridCol w="2553515">
                      <a:extLst>
                        <a:ext uri="{9D8B030D-6E8A-4147-A177-3AD203B41FA5}">
                          <a16:colId xmlns:a16="http://schemas.microsoft.com/office/drawing/2014/main" val="4114353640"/>
                        </a:ext>
                      </a:extLst>
                    </a:gridCol>
                    <a:gridCol w="2553515">
                      <a:extLst>
                        <a:ext uri="{9D8B030D-6E8A-4147-A177-3AD203B41FA5}">
                          <a16:colId xmlns:a16="http://schemas.microsoft.com/office/drawing/2014/main" val="1222008717"/>
                        </a:ext>
                      </a:extLst>
                    </a:gridCol>
                  </a:tblGrid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700" dirty="0"/>
                            <a:t>Fault type</a:t>
                          </a:r>
                          <a:endParaRPr lang="zh-CN" altLang="en-US" sz="1700" dirty="0"/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700" dirty="0"/>
                            <a:t>Target gas</a:t>
                          </a:r>
                          <a:endParaRPr lang="zh-CN" altLang="en-US" sz="1700" dirty="0"/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1257398794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700" b="1" dirty="0">
                              <a:solidFill>
                                <a:srgbClr val="10383C"/>
                              </a:solidFill>
                            </a:rPr>
                            <a:t>Arc discharge</a:t>
                          </a:r>
                          <a:endParaRPr lang="zh-CN" altLang="en-US" sz="1700" b="1" dirty="0">
                            <a:solidFill>
                              <a:srgbClr val="10383C"/>
                            </a:solidFill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b="0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sz="1700" b="0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7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7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、</m:t>
                                    </m:r>
                                    <m:r>
                                      <a:rPr lang="en-US" altLang="zh-CN" sz="1700" b="0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700" b="0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7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b="0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sz="1700" b="0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b="0" kern="120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3192227226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700" b="1" kern="1200" dirty="0">
                              <a:solidFill>
                                <a:srgbClr val="10383C"/>
                              </a:solidFill>
                            </a:rPr>
                            <a:t>Spark discharge</a:t>
                          </a:r>
                          <a:endParaRPr lang="zh-CN" altLang="en-US" sz="1700" b="1" kern="1200" dirty="0">
                            <a:solidFill>
                              <a:srgbClr val="10383C"/>
                            </a:solidFill>
                            <a:latin typeface="Arial"/>
                            <a:ea typeface="微软雅黑"/>
                            <a:cs typeface="+mn-cs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7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b="0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sz="1700" b="0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7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7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、</m:t>
                                    </m:r>
                                    <m:r>
                                      <a:rPr lang="en-US" altLang="zh-CN" sz="1700" b="0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altLang="zh-CN" sz="1700" b="0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700" b="0" i="1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700" b="0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lang="en-US" altLang="zh-CN" sz="1700" b="0" kern="1200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微软雅黑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700" b="0" kern="120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2136048494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700" b="1" kern="1200" dirty="0">
                              <a:solidFill>
                                <a:srgbClr val="10383C"/>
                              </a:solidFill>
                            </a:rPr>
                            <a:t>Overheating</a:t>
                          </a:r>
                          <a:endParaRPr lang="zh-CN" altLang="en-US" sz="1700" b="1" kern="1200" dirty="0">
                            <a:solidFill>
                              <a:srgbClr val="10383C"/>
                            </a:solidFill>
                            <a:latin typeface="Arial"/>
                            <a:ea typeface="微软雅黑"/>
                            <a:cs typeface="+mn-cs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700" b="0" kern="1200" dirty="0">
                              <a:solidFill>
                                <a:srgbClr val="000000"/>
                              </a:solidFill>
                              <a:latin typeface="Arial" panose="020B0604020202020204" pitchFamily="34" charset="0"/>
                              <a:ea typeface="微软雅黑"/>
                              <a:cs typeface="Arial" panose="020B060402020202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17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700" b="0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  <a:cs typeface="+mn-cs"/>
                                    </a:rPr>
                                    <m:t>𝐶𝐻</m:t>
                                  </m:r>
                                </m:e>
                                <m:sub>
                                  <m:r>
                                    <a:rPr lang="en-US" altLang="zh-CN" sz="1700" b="0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  <a:cs typeface="+mn-cs"/>
                                    </a:rPr>
                                    <m:t>4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7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7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  <a:cs typeface="+mn-cs"/>
                                    </a:rPr>
                                    <m:t>、</m:t>
                                  </m:r>
                                  <m:r>
                                    <a:rPr lang="en-US" altLang="zh-CN" sz="1700" b="0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  <a:cs typeface="+mn-cs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1700" b="0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700" b="0" i="1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700" b="0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  <a:cs typeface="+mn-cs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zh-CN" sz="1700" b="0" kern="120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/>
                                      <a:cs typeface="+mn-cs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zh-CN" altLang="en-US" sz="1700" b="0" kern="1200" dirty="0">
                            <a:solidFill>
                              <a:srgbClr val="000000"/>
                            </a:solidFill>
                            <a:latin typeface="Arial" panose="020B0604020202020204" pitchFamily="34" charset="0"/>
                            <a:ea typeface="微软雅黑"/>
                            <a:cs typeface="Arial" panose="020B0604020202020204" pitchFamily="34" charset="0"/>
                          </a:endParaRPr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193019298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9" name="表格 38">
                <a:extLst>
                  <a:ext uri="{FF2B5EF4-FFF2-40B4-BE49-F238E27FC236}">
                    <a16:creationId xmlns:a16="http://schemas.microsoft.com/office/drawing/2014/main" id="{C248EDC0-BDBE-15ED-F756-0FD19525FE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95678801"/>
                  </p:ext>
                </p:extLst>
              </p:nvPr>
            </p:nvGraphicFramePr>
            <p:xfrm>
              <a:off x="766634" y="4964206"/>
              <a:ext cx="5107030" cy="1814832"/>
            </p:xfrm>
            <a:graphic>
              <a:graphicData uri="http://schemas.openxmlformats.org/drawingml/2006/table">
                <a:tbl>
                  <a:tblPr firstRow="1" bandRow="1">
                    <a:tableStyleId>{91EBBBCC-DAD2-459C-BE2E-F6DE35CF9A28}</a:tableStyleId>
                  </a:tblPr>
                  <a:tblGrid>
                    <a:gridCol w="2553515">
                      <a:extLst>
                        <a:ext uri="{9D8B030D-6E8A-4147-A177-3AD203B41FA5}">
                          <a16:colId xmlns:a16="http://schemas.microsoft.com/office/drawing/2014/main" val="4114353640"/>
                        </a:ext>
                      </a:extLst>
                    </a:gridCol>
                    <a:gridCol w="2553515">
                      <a:extLst>
                        <a:ext uri="{9D8B030D-6E8A-4147-A177-3AD203B41FA5}">
                          <a16:colId xmlns:a16="http://schemas.microsoft.com/office/drawing/2014/main" val="1222008717"/>
                        </a:ext>
                      </a:extLst>
                    </a:gridCol>
                  </a:tblGrid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700" dirty="0"/>
                            <a:t>Fault type</a:t>
                          </a:r>
                          <a:endParaRPr lang="zh-CN" altLang="en-US" sz="1700" dirty="0"/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b="1" kern="1200">
                              <a:solidFill>
                                <a:schemeClr val="lt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700" dirty="0"/>
                            <a:t>Target gas</a:t>
                          </a:r>
                          <a:endParaRPr lang="zh-CN" altLang="en-US" sz="1700" dirty="0"/>
                        </a:p>
                      </a:txBody>
                      <a:tcPr marL="84199" marR="84199" marT="42099" marB="42099" anchor="ctr"/>
                    </a:tc>
                    <a:extLst>
                      <a:ext uri="{0D108BD9-81ED-4DB2-BD59-A6C34878D82A}">
                        <a16:rowId xmlns:a16="http://schemas.microsoft.com/office/drawing/2014/main" val="1257398794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algn="ctr"/>
                          <a:r>
                            <a:rPr lang="en-US" altLang="zh-CN" sz="1700" b="1" dirty="0">
                              <a:solidFill>
                                <a:srgbClr val="10383C"/>
                              </a:solidFill>
                            </a:rPr>
                            <a:t>Arc discharge</a:t>
                          </a:r>
                          <a:endParaRPr lang="zh-CN" altLang="en-US" sz="1700" b="1" dirty="0">
                            <a:solidFill>
                              <a:srgbClr val="10383C"/>
                            </a:solidFill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4199" marR="84199" marT="42099" marB="42099" anchor="ctr">
                        <a:blipFill>
                          <a:blip r:embed="rId6"/>
                          <a:stretch>
                            <a:fillRect l="-100239" t="-100000" b="-2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92227226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700" b="1" kern="1200" dirty="0">
                              <a:solidFill>
                                <a:srgbClr val="10383C"/>
                              </a:solidFill>
                            </a:rPr>
                            <a:t>Spark discharge</a:t>
                          </a:r>
                          <a:endParaRPr lang="zh-CN" altLang="en-US" sz="1700" b="1" kern="1200" dirty="0">
                            <a:solidFill>
                              <a:srgbClr val="10383C"/>
                            </a:solidFill>
                            <a:latin typeface="Arial"/>
                            <a:ea typeface="微软雅黑"/>
                            <a:cs typeface="+mn-cs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4199" marR="84199" marT="42099" marB="42099" anchor="ctr">
                        <a:blipFill>
                          <a:blip r:embed="rId6"/>
                          <a:stretch>
                            <a:fillRect l="-100239" t="-202703" b="-1067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6048494"/>
                      </a:ext>
                    </a:extLst>
                  </a:tr>
                  <a:tr h="453708">
                    <a:tc>
                      <a:txBody>
                        <a:bodyPr/>
                        <a:lstStyle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dk1"/>
                              </a:solidFill>
                              <a:latin typeface="Arial"/>
                              <a:ea typeface="微软雅黑"/>
                            </a:defRPr>
                          </a:lvl9pPr>
                        </a:lstStyle>
                        <a:p>
                          <a:pPr marL="0" algn="ctr" defTabSz="914400" rtl="0" eaLnBrk="1" latinLnBrk="0" hangingPunct="1"/>
                          <a:r>
                            <a:rPr lang="en-US" altLang="zh-CN" sz="1700" b="1" kern="1200" dirty="0">
                              <a:solidFill>
                                <a:srgbClr val="10383C"/>
                              </a:solidFill>
                            </a:rPr>
                            <a:t>Overheating</a:t>
                          </a:r>
                          <a:endParaRPr lang="zh-CN" altLang="en-US" sz="1700" b="1" kern="1200" dirty="0">
                            <a:solidFill>
                              <a:srgbClr val="10383C"/>
                            </a:solidFill>
                            <a:latin typeface="Arial"/>
                            <a:ea typeface="微软雅黑"/>
                            <a:cs typeface="+mn-cs"/>
                          </a:endParaRPr>
                        </a:p>
                      </a:txBody>
                      <a:tcPr marL="84199" marR="84199" marT="42099" marB="42099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84199" marR="84199" marT="42099" marB="42099" anchor="ctr">
                        <a:blipFill>
                          <a:blip r:embed="rId6"/>
                          <a:stretch>
                            <a:fillRect l="-100239" t="-298667" b="-5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30192984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40" name="组合 39">
            <a:extLst>
              <a:ext uri="{FF2B5EF4-FFF2-40B4-BE49-F238E27FC236}">
                <a16:creationId xmlns:a16="http://schemas.microsoft.com/office/drawing/2014/main" id="{9601DC6B-C92A-510B-958A-136AF1827378}"/>
              </a:ext>
            </a:extLst>
          </p:cNvPr>
          <p:cNvGrpSpPr/>
          <p:nvPr/>
        </p:nvGrpSpPr>
        <p:grpSpPr>
          <a:xfrm>
            <a:off x="766634" y="1455641"/>
            <a:ext cx="5130431" cy="3348912"/>
            <a:chOff x="461356" y="1465750"/>
            <a:chExt cx="4996581" cy="3261541"/>
          </a:xfrm>
          <a:noFill/>
        </p:grpSpPr>
        <p:pic>
          <p:nvPicPr>
            <p:cNvPr id="41" name="Picture 3">
              <a:extLst>
                <a:ext uri="{FF2B5EF4-FFF2-40B4-BE49-F238E27FC236}">
                  <a16:creationId xmlns:a16="http://schemas.microsoft.com/office/drawing/2014/main" id="{3B5BD11E-E314-A05B-0A39-00A622B8AF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/>
            <a:srcRect l="-1" r="47636"/>
            <a:stretch>
              <a:fillRect/>
            </a:stretch>
          </p:blipFill>
          <p:spPr bwMode="auto">
            <a:xfrm>
              <a:off x="726792" y="1944626"/>
              <a:ext cx="2300065" cy="1237555"/>
            </a:xfrm>
            <a:prstGeom prst="rect">
              <a:avLst/>
            </a:prstGeom>
            <a:grpFill/>
            <a:ln w="9525">
              <a:solidFill>
                <a:srgbClr val="10383C"/>
              </a:solidFill>
              <a:miter lim="800000"/>
              <a:headEnd/>
              <a:tailEnd/>
            </a:ln>
            <a:effectLst>
              <a:prstShdw prst="shdw17" dist="17961" dir="2700000">
                <a:srgbClr val="4472C4">
                  <a:gamma/>
                  <a:shade val="60000"/>
                  <a:invGamma/>
                  <a:alpha val="50000"/>
                </a:srgbClr>
              </a:prstShdw>
            </a:effectLst>
          </p:spPr>
        </p:pic>
        <p:pic>
          <p:nvPicPr>
            <p:cNvPr id="42" name="Picture 2">
              <a:extLst>
                <a:ext uri="{FF2B5EF4-FFF2-40B4-BE49-F238E27FC236}">
                  <a16:creationId xmlns:a16="http://schemas.microsoft.com/office/drawing/2014/main" id="{310A795D-9FCF-A573-AFA3-751008D9B6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30978" y="3180425"/>
              <a:ext cx="4485983" cy="1460489"/>
            </a:xfrm>
            <a:prstGeom prst="rect">
              <a:avLst/>
            </a:prstGeom>
            <a:grpFill/>
            <a:ln w="9525">
              <a:solidFill>
                <a:srgbClr val="10383C"/>
              </a:solidFill>
              <a:miter lim="800000"/>
              <a:headEnd/>
              <a:tailEnd/>
            </a:ln>
            <a:effectLst>
              <a:prstShdw prst="shdw17" dist="17961" dir="2700000">
                <a:srgbClr val="4472C4">
                  <a:gamma/>
                  <a:shade val="60000"/>
                  <a:invGamma/>
                  <a:alpha val="50000"/>
                </a:srgbClr>
              </a:prstShdw>
            </a:effectLst>
          </p:spPr>
        </p:pic>
        <p:pic>
          <p:nvPicPr>
            <p:cNvPr id="43" name="图片 2">
              <a:extLst>
                <a:ext uri="{FF2B5EF4-FFF2-40B4-BE49-F238E27FC236}">
                  <a16:creationId xmlns:a16="http://schemas.microsoft.com/office/drawing/2014/main" id="{F7C2A5BF-2C13-0668-EADE-AF5427FCA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7011" y="1944826"/>
              <a:ext cx="2189950" cy="1237858"/>
            </a:xfrm>
            <a:prstGeom prst="rect">
              <a:avLst/>
            </a:prstGeom>
            <a:grpFill/>
            <a:ln w="9525">
              <a:solidFill>
                <a:srgbClr val="000000"/>
              </a:solidFill>
              <a:miter lim="800000"/>
              <a:headEnd/>
              <a:tailEnd/>
            </a:ln>
          </p:spPr>
        </p:pic>
        <p:sp>
          <p:nvSpPr>
            <p:cNvPr id="44" name="Text Box 71">
              <a:extLst>
                <a:ext uri="{FF2B5EF4-FFF2-40B4-BE49-F238E27FC236}">
                  <a16:creationId xmlns:a16="http://schemas.microsoft.com/office/drawing/2014/main" id="{76F261E5-B981-52E2-C927-33FC14A0A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356" y="1465750"/>
              <a:ext cx="4996581" cy="393048"/>
            </a:xfrm>
            <a:prstGeom prst="rect">
              <a:avLst/>
            </a:prstGeom>
            <a:solidFill>
              <a:srgbClr val="10383C"/>
            </a:solidFill>
            <a:ln w="9525" cap="flat" cmpd="sng" algn="ctr">
              <a:solidFill>
                <a:srgbClr val="10383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>
              <a:defPPr>
                <a:defRPr lang="en-US"/>
              </a:defPPr>
              <a:lvl1pPr algn="ctr" eaLnBrk="1" hangingPunct="1">
                <a:defRPr sz="2400" b="1" u="sng">
                  <a:solidFill>
                    <a:schemeClr val="bg1"/>
                  </a:solidFill>
                  <a:latin typeface="黑体" pitchFamily="49" charset="-122"/>
                  <a:ea typeface="黑体" pitchFamily="49" charset="-122"/>
                </a:defRPr>
              </a:lvl1pPr>
            </a:lstStyle>
            <a:p>
              <a:pPr marL="342900" marR="0" lvl="0" indent="-342900" algn="ctr" defTabSz="91440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  <a:defRPr/>
              </a:pPr>
              <a:r>
                <a:rPr kumimoji="0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Electrical grid monitoring</a:t>
              </a:r>
              <a:endPara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E03521FB-9E62-C06E-82CF-CCD95BD1AB19}"/>
                </a:ext>
              </a:extLst>
            </p:cNvPr>
            <p:cNvSpPr/>
            <p:nvPr/>
          </p:nvSpPr>
          <p:spPr>
            <a:xfrm>
              <a:off x="488900" y="1812001"/>
              <a:ext cx="4946247" cy="2915290"/>
            </a:xfrm>
            <a:prstGeom prst="rect">
              <a:avLst/>
            </a:prstGeom>
            <a:grpFill/>
            <a:ln w="38100" cap="flat" cmpd="sng" algn="ctr">
              <a:solidFill>
                <a:srgbClr val="10383C"/>
              </a:solidFill>
              <a:prstDash val="lg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Arial" panose="020B0604020202020204" pitchFamily="34" charset="0"/>
              </a:endParaRPr>
            </a:p>
          </p:txBody>
        </p:sp>
      </p:grpSp>
      <p:pic>
        <p:nvPicPr>
          <p:cNvPr id="46" name="图片 45">
            <a:extLst>
              <a:ext uri="{FF2B5EF4-FFF2-40B4-BE49-F238E27FC236}">
                <a16:creationId xmlns:a16="http://schemas.microsoft.com/office/drawing/2014/main" id="{2658E30C-70CB-E61B-EE64-867856FC281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523" t="15307" b="5500"/>
          <a:stretch>
            <a:fillRect/>
          </a:stretch>
        </p:blipFill>
        <p:spPr>
          <a:xfrm>
            <a:off x="6627042" y="1947345"/>
            <a:ext cx="2532500" cy="1268904"/>
          </a:xfrm>
          <a:prstGeom prst="rect">
            <a:avLst/>
          </a:prstGeom>
        </p:spPr>
      </p:pic>
      <p:pic>
        <p:nvPicPr>
          <p:cNvPr id="47" name="Picture 8" descr="What Methods Of Fumigation Are Commonly Accepted For International ...">
            <a:extLst>
              <a:ext uri="{FF2B5EF4-FFF2-40B4-BE49-F238E27FC236}">
                <a16:creationId xmlns:a16="http://schemas.microsoft.com/office/drawing/2014/main" id="{2EFFEDD5-8A36-BEBC-C522-6E5988C048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3"/>
          <a:stretch>
            <a:fillRect/>
          </a:stretch>
        </p:blipFill>
        <p:spPr bwMode="auto">
          <a:xfrm>
            <a:off x="6627042" y="3216249"/>
            <a:ext cx="2532499" cy="1499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10" descr="Why Is A Fumigation Certificate Required For Imports? - e Customs Clearing">
            <a:extLst>
              <a:ext uri="{FF2B5EF4-FFF2-40B4-BE49-F238E27FC236}">
                <a16:creationId xmlns:a16="http://schemas.microsoft.com/office/drawing/2014/main" id="{6A58A841-20C9-6779-2D22-CA59720579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24" r="11829"/>
          <a:stretch>
            <a:fillRect/>
          </a:stretch>
        </p:blipFill>
        <p:spPr bwMode="auto">
          <a:xfrm>
            <a:off x="9159542" y="3216248"/>
            <a:ext cx="2143196" cy="1499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9" name="Picture 4" descr="Chemical Plant Wallpapers - Top Free Chemical Plant Backgrounds ...">
            <a:extLst>
              <a:ext uri="{FF2B5EF4-FFF2-40B4-BE49-F238E27FC236}">
                <a16:creationId xmlns:a16="http://schemas.microsoft.com/office/drawing/2014/main" id="{1BCD3626-21D6-4BA8-5705-9EA89AC367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16" b="4009"/>
          <a:stretch>
            <a:fillRect/>
          </a:stretch>
        </p:blipFill>
        <p:spPr bwMode="auto">
          <a:xfrm>
            <a:off x="9159542" y="1947346"/>
            <a:ext cx="2143196" cy="126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 Box 71">
            <a:extLst>
              <a:ext uri="{FF2B5EF4-FFF2-40B4-BE49-F238E27FC236}">
                <a16:creationId xmlns:a16="http://schemas.microsoft.com/office/drawing/2014/main" id="{D8C82297-B948-21F1-8FAB-D042DB91F8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4671" y="1455641"/>
            <a:ext cx="5130431" cy="403577"/>
          </a:xfrm>
          <a:prstGeom prst="rect">
            <a:avLst/>
          </a:prstGeom>
          <a:solidFill>
            <a:srgbClr val="10383C"/>
          </a:solidFill>
          <a:ln w="9525" cap="flat" cmpd="sng" algn="ctr">
            <a:solidFill>
              <a:srgbClr val="1038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defPPr>
              <a:defRPr lang="en-US"/>
            </a:defPPr>
            <a:lvl1pPr algn="ctr" eaLnBrk="1" hangingPunct="1">
              <a:defRPr sz="2400" b="1" u="sng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marL="342900" indent="-342900">
              <a:spcBef>
                <a:spcPts val="120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000" u="none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Other application scenarios</a:t>
            </a:r>
            <a:endParaRPr lang="zh-CN" altLang="en-US" sz="2000" u="none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62FF140-80CC-C1F4-4890-268A0E3FB57D}"/>
              </a:ext>
            </a:extLst>
          </p:cNvPr>
          <p:cNvSpPr/>
          <p:nvPr/>
        </p:nvSpPr>
        <p:spPr>
          <a:xfrm>
            <a:off x="6442953" y="1811167"/>
            <a:ext cx="5078749" cy="2993386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/>
              <a:cs typeface="Arial" panose="020B0604020202020204" pitchFamily="34" charset="0"/>
            </a:endParaRPr>
          </a:p>
        </p:txBody>
      </p:sp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C5612C4E-6B28-4CE6-CA78-F6A1D4B158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228072"/>
              </p:ext>
            </p:extLst>
          </p:nvPr>
        </p:nvGraphicFramePr>
        <p:xfrm>
          <a:off x="6442953" y="4964206"/>
          <a:ext cx="5107030" cy="1814832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3082047">
                  <a:extLst>
                    <a:ext uri="{9D8B030D-6E8A-4147-A177-3AD203B41FA5}">
                      <a16:colId xmlns:a16="http://schemas.microsoft.com/office/drawing/2014/main" val="4114353640"/>
                    </a:ext>
                  </a:extLst>
                </a:gridCol>
                <a:gridCol w="2024983">
                  <a:extLst>
                    <a:ext uri="{9D8B030D-6E8A-4147-A177-3AD203B41FA5}">
                      <a16:colId xmlns:a16="http://schemas.microsoft.com/office/drawing/2014/main" val="1222008717"/>
                    </a:ext>
                  </a:extLst>
                </a:gridCol>
              </a:tblGrid>
              <a:tr h="4537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700" dirty="0"/>
                        <a:t>Scenarios</a:t>
                      </a:r>
                      <a:endParaRPr lang="zh-CN" altLang="en-US" sz="1700" dirty="0"/>
                    </a:p>
                  </a:txBody>
                  <a:tcPr marL="84199" marR="84199" marT="42099" marB="42099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algn="ctr"/>
                      <a:r>
                        <a:rPr lang="en-US" altLang="zh-CN" sz="1700" dirty="0"/>
                        <a:t>Target gas</a:t>
                      </a:r>
                      <a:endParaRPr lang="zh-CN" altLang="en-US" sz="1700" dirty="0"/>
                    </a:p>
                  </a:txBody>
                  <a:tcPr marL="84199" marR="84199" marT="42099" marB="42099" anchor="ctr"/>
                </a:tc>
                <a:extLst>
                  <a:ext uri="{0D108BD9-81ED-4DB2-BD59-A6C34878D82A}">
                    <a16:rowId xmlns:a16="http://schemas.microsoft.com/office/drawing/2014/main" val="1257398794"/>
                  </a:ext>
                </a:extLst>
              </a:tr>
              <a:tr h="4537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700" b="1" kern="1200" dirty="0">
                          <a:solidFill>
                            <a:srgbClr val="10383C"/>
                          </a:solidFill>
                        </a:rPr>
                        <a:t>Semiconductor clean room</a:t>
                      </a:r>
                      <a:endParaRPr lang="zh-CN" altLang="en-US" sz="1700" b="1" kern="1200" dirty="0">
                        <a:solidFill>
                          <a:srgbClr val="10383C"/>
                        </a:solidFill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84199" marR="84199" marT="42099" marB="42099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700" b="0" i="1" kern="12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/>
                          <a:cs typeface="+mn-cs"/>
                        </a:rPr>
                        <a:t>NF</a:t>
                      </a:r>
                      <a:r>
                        <a:rPr lang="en-US" altLang="zh-CN" sz="1700" b="0" i="1" kern="1200" baseline="-25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/>
                          <a:cs typeface="+mn-cs"/>
                        </a:rPr>
                        <a:t>3 </a:t>
                      </a:r>
                      <a:endParaRPr lang="zh-CN" altLang="en-US" sz="1700" b="0" i="0" kern="1200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/>
                        <a:cs typeface="+mn-cs"/>
                      </a:endParaRPr>
                    </a:p>
                  </a:txBody>
                  <a:tcPr marL="84199" marR="84199" marT="42099" marB="42099" anchor="ctr"/>
                </a:tc>
                <a:extLst>
                  <a:ext uri="{0D108BD9-81ED-4DB2-BD59-A6C34878D82A}">
                    <a16:rowId xmlns:a16="http://schemas.microsoft.com/office/drawing/2014/main" val="3192227226"/>
                  </a:ext>
                </a:extLst>
              </a:tr>
              <a:tr h="4537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700" b="1" dirty="0">
                          <a:solidFill>
                            <a:srgbClr val="10383C"/>
                          </a:solidFill>
                        </a:rPr>
                        <a:t>Grain storage facility</a:t>
                      </a:r>
                      <a:endParaRPr lang="zh-CN" altLang="en-US" sz="1700" b="1" dirty="0">
                        <a:solidFill>
                          <a:srgbClr val="10383C"/>
                        </a:solidFill>
                      </a:endParaRPr>
                    </a:p>
                  </a:txBody>
                  <a:tcPr marL="84199" marR="84199" marT="42099" marB="42099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700" b="0" i="1" kern="12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/>
                          <a:cs typeface="+mn-cs"/>
                        </a:rPr>
                        <a:t>PH</a:t>
                      </a:r>
                      <a:r>
                        <a:rPr lang="en-US" altLang="zh-CN" sz="1700" b="0" i="1" kern="1200" baseline="-25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/>
                          <a:cs typeface="+mn-cs"/>
                        </a:rPr>
                        <a:t>3</a:t>
                      </a:r>
                      <a:r>
                        <a:rPr lang="zh-CN" altLang="en-US" sz="1700" b="0" i="0" kern="1200" baseline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/>
                          <a:cs typeface="+mn-cs"/>
                        </a:rPr>
                        <a:t>（磷化氢）</a:t>
                      </a:r>
                    </a:p>
                  </a:txBody>
                  <a:tcPr marL="84199" marR="84199" marT="42099" marB="42099" anchor="ctr"/>
                </a:tc>
                <a:extLst>
                  <a:ext uri="{0D108BD9-81ED-4DB2-BD59-A6C34878D82A}">
                    <a16:rowId xmlns:a16="http://schemas.microsoft.com/office/drawing/2014/main" val="2136048494"/>
                  </a:ext>
                </a:extLst>
              </a:tr>
              <a:tr h="45370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700" b="1" kern="1200" dirty="0">
                          <a:solidFill>
                            <a:srgbClr val="10383C"/>
                          </a:solidFill>
                        </a:rPr>
                        <a:t>Customs</a:t>
                      </a:r>
                      <a:endParaRPr lang="zh-CN" altLang="en-US" sz="1700" b="1" kern="1200" dirty="0">
                        <a:solidFill>
                          <a:srgbClr val="10383C"/>
                        </a:solidFill>
                        <a:latin typeface="Arial"/>
                        <a:ea typeface="微软雅黑"/>
                        <a:cs typeface="+mn-cs"/>
                      </a:endParaRPr>
                    </a:p>
                  </a:txBody>
                  <a:tcPr marL="84199" marR="84199" marT="42099" marB="42099" anchor="ctr"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  <a:ea typeface="微软雅黑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altLang="zh-CN" sz="1700" b="0" i="1" kern="12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/>
                          <a:cs typeface="+mn-cs"/>
                        </a:rPr>
                        <a:t>SO</a:t>
                      </a:r>
                      <a:r>
                        <a:rPr lang="en-US" altLang="zh-CN" sz="1700" b="0" i="1" kern="1200" baseline="-25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/>
                          <a:cs typeface="+mn-cs"/>
                        </a:rPr>
                        <a:t>2</a:t>
                      </a:r>
                      <a:r>
                        <a:rPr lang="en-US" altLang="zh-CN" sz="1700" b="0" i="1" kern="12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/>
                          <a:cs typeface="+mn-cs"/>
                        </a:rPr>
                        <a:t>F</a:t>
                      </a:r>
                      <a:r>
                        <a:rPr lang="en-US" altLang="zh-CN" sz="1700" b="0" i="1" kern="1200" baseline="-2500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/>
                          <a:cs typeface="+mn-cs"/>
                        </a:rPr>
                        <a:t>2</a:t>
                      </a:r>
                      <a:r>
                        <a:rPr lang="zh-CN" altLang="en-US" sz="1700" b="0" i="0" kern="1200" baseline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微软雅黑"/>
                          <a:cs typeface="+mn-cs"/>
                        </a:rPr>
                        <a:t>（硫酰氟）</a:t>
                      </a:r>
                    </a:p>
                  </a:txBody>
                  <a:tcPr marL="84199" marR="84199" marT="42099" marB="42099" anchor="ctr"/>
                </a:tc>
                <a:extLst>
                  <a:ext uri="{0D108BD9-81ED-4DB2-BD59-A6C34878D82A}">
                    <a16:rowId xmlns:a16="http://schemas.microsoft.com/office/drawing/2014/main" val="1930192984"/>
                  </a:ext>
                </a:extLst>
              </a:tr>
            </a:tbl>
          </a:graphicData>
        </a:graphic>
      </p:graphicFrame>
      <p:sp>
        <p:nvSpPr>
          <p:cNvPr id="3" name="灯片编号占位符 8">
            <a:extLst>
              <a:ext uri="{FF2B5EF4-FFF2-40B4-BE49-F238E27FC236}">
                <a16:creationId xmlns:a16="http://schemas.microsoft.com/office/drawing/2014/main" id="{EAD1C509-B140-06BE-D953-8515ED79C870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pPr/>
              <a:t>3</a:t>
            </a:fld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610E652-33A8-CEAE-5295-67E000C33D62}"/>
              </a:ext>
            </a:extLst>
          </p:cNvPr>
          <p:cNvSpPr txBox="1"/>
          <p:nvPr/>
        </p:nvSpPr>
        <p:spPr>
          <a:xfrm>
            <a:off x="766635" y="966840"/>
            <a:ext cx="10778468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Typical application of trace gas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410769E-45A6-4E05-0725-8410C2D50AC5}"/>
              </a:ext>
            </a:extLst>
          </p:cNvPr>
          <p:cNvSpPr/>
          <p:nvPr/>
        </p:nvSpPr>
        <p:spPr>
          <a:xfrm>
            <a:off x="562418" y="3360289"/>
            <a:ext cx="5304497" cy="1595557"/>
          </a:xfrm>
          <a:prstGeom prst="roundRect">
            <a:avLst>
              <a:gd name="adj" fmla="val 399"/>
            </a:avLst>
          </a:prstGeom>
          <a:gradFill flip="none" rotWithShape="1">
            <a:gsLst>
              <a:gs pos="34000">
                <a:srgbClr val="C9D9AD"/>
              </a:gs>
              <a:gs pos="100000">
                <a:schemeClr val="bg1"/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D9565C3-1427-0FAF-6523-E2867EB71C61}"/>
              </a:ext>
            </a:extLst>
          </p:cNvPr>
          <p:cNvSpPr/>
          <p:nvPr/>
        </p:nvSpPr>
        <p:spPr>
          <a:xfrm>
            <a:off x="568831" y="1635666"/>
            <a:ext cx="5304497" cy="1595557"/>
          </a:xfrm>
          <a:prstGeom prst="roundRect">
            <a:avLst>
              <a:gd name="adj" fmla="val 399"/>
            </a:avLst>
          </a:prstGeom>
          <a:gradFill flip="none" rotWithShape="1">
            <a:gsLst>
              <a:gs pos="34000">
                <a:srgbClr val="C9D9AD"/>
              </a:gs>
              <a:gs pos="100000">
                <a:schemeClr val="bg1"/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33B2E1-8E6F-1415-54A2-00494A060AC7}"/>
              </a:ext>
            </a:extLst>
          </p:cNvPr>
          <p:cNvSpPr/>
          <p:nvPr/>
        </p:nvSpPr>
        <p:spPr>
          <a:xfrm>
            <a:off x="6319539" y="1466334"/>
            <a:ext cx="5348835" cy="5121775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78065F-1B19-1293-CBA6-C03E7E6A5917}"/>
              </a:ext>
            </a:extLst>
          </p:cNvPr>
          <p:cNvSpPr/>
          <p:nvPr/>
        </p:nvSpPr>
        <p:spPr>
          <a:xfrm>
            <a:off x="567257" y="1466335"/>
            <a:ext cx="5348835" cy="5121776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B13A084-4FD8-CFB6-459B-F99E194422A5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3" name="图片 2" descr="色条">
              <a:extLst>
                <a:ext uri="{FF2B5EF4-FFF2-40B4-BE49-F238E27FC236}">
                  <a16:creationId xmlns:a16="http://schemas.microsoft.com/office/drawing/2014/main" id="{35B162EC-CB2D-662D-D518-5522D64B7A1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CB6D3226-BE88-1857-FD5D-8E94CF8975A3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5" name="图片 4" descr="OIL_logo_orange_LR">
            <a:extLst>
              <a:ext uri="{FF2B5EF4-FFF2-40B4-BE49-F238E27FC236}">
                <a16:creationId xmlns:a16="http://schemas.microsoft.com/office/drawing/2014/main" id="{3E01B506-847B-38B6-4417-864D73FF002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2529D41-BD92-FAAE-EC55-805E0548AC04}"/>
              </a:ext>
            </a:extLst>
          </p:cNvPr>
          <p:cNvSpPr txBox="1"/>
          <p:nvPr/>
        </p:nvSpPr>
        <p:spPr>
          <a:xfrm>
            <a:off x="2564289" y="417"/>
            <a:ext cx="50128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  <a:r>
              <a:rPr lang="zh-CN" altLang="en-US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</a:p>
        </p:txBody>
      </p:sp>
      <p:sp>
        <p:nvSpPr>
          <p:cNvPr id="7" name="灯片编号占位符 8">
            <a:extLst>
              <a:ext uri="{FF2B5EF4-FFF2-40B4-BE49-F238E27FC236}">
                <a16:creationId xmlns:a16="http://schemas.microsoft.com/office/drawing/2014/main" id="{B66DF782-93CE-5440-728B-B9255B1E9A11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4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Text Box 71">
            <a:extLst>
              <a:ext uri="{FF2B5EF4-FFF2-40B4-BE49-F238E27FC236}">
                <a16:creationId xmlns:a16="http://schemas.microsoft.com/office/drawing/2014/main" id="{00933F5F-2AC6-4403-BDF7-DBECC81EC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236" y="1097623"/>
            <a:ext cx="5377410" cy="403577"/>
          </a:xfrm>
          <a:prstGeom prst="rect">
            <a:avLst/>
          </a:prstGeom>
          <a:solidFill>
            <a:srgbClr val="10383C"/>
          </a:solidFill>
          <a:ln w="9525" cap="flat" cmpd="sng" algn="ctr">
            <a:solidFill>
              <a:srgbClr val="1038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defPPr>
              <a:defRPr lang="en-US"/>
            </a:defPPr>
            <a:lvl1pPr algn="ctr" eaLnBrk="1" hangingPunct="1">
              <a:defRPr sz="2400" b="1" u="sng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2000" u="none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LAS principle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B488268-41FD-810F-869A-A1D662D21BA8}"/>
              </a:ext>
            </a:extLst>
          </p:cNvPr>
          <p:cNvSpPr txBox="1"/>
          <p:nvPr/>
        </p:nvSpPr>
        <p:spPr>
          <a:xfrm>
            <a:off x="6292290" y="6014380"/>
            <a:ext cx="544868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 detection with micro- and nano-engineered optical fibers. Opt. Fiber Technol 2013, 19, 741.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" name="Text Box 71">
            <a:extLst>
              <a:ext uri="{FF2B5EF4-FFF2-40B4-BE49-F238E27FC236}">
                <a16:creationId xmlns:a16="http://schemas.microsoft.com/office/drawing/2014/main" id="{199C3497-4D84-01F3-4547-15528D439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7621" y="1097623"/>
            <a:ext cx="5377410" cy="403577"/>
          </a:xfrm>
          <a:prstGeom prst="rect">
            <a:avLst/>
          </a:prstGeom>
          <a:solidFill>
            <a:srgbClr val="10383C"/>
          </a:solidFill>
          <a:ln w="9525" cap="flat" cmpd="sng" algn="ctr">
            <a:solidFill>
              <a:srgbClr val="1038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defPPr>
              <a:defRPr lang="en-US"/>
            </a:defPPr>
            <a:lvl1pPr algn="ctr" eaLnBrk="1" hangingPunct="1">
              <a:defRPr sz="2400" b="1" u="sng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2000" u="none" kern="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Wavelength modulation technique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984C8234-B195-7AA2-7EF7-CE8577C600ED}"/>
              </a:ext>
            </a:extLst>
          </p:cNvPr>
          <p:cNvSpPr/>
          <p:nvPr/>
        </p:nvSpPr>
        <p:spPr>
          <a:xfrm>
            <a:off x="6301194" y="1618696"/>
            <a:ext cx="5304497" cy="909071"/>
          </a:xfrm>
          <a:prstGeom prst="roundRect">
            <a:avLst>
              <a:gd name="adj" fmla="val 399"/>
            </a:avLst>
          </a:prstGeom>
          <a:gradFill flip="none" rotWithShape="1">
            <a:gsLst>
              <a:gs pos="100000">
                <a:schemeClr val="bg1"/>
              </a:gs>
              <a:gs pos="77000">
                <a:srgbClr val="B3C6C7"/>
              </a:gs>
              <a:gs pos="54000">
                <a:srgbClr val="5F8689"/>
              </a:gs>
              <a:gs pos="0">
                <a:srgbClr val="003F43"/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41D5CE6E-1F74-944A-C2B4-E0AA0121EEB7}"/>
              </a:ext>
            </a:extLst>
          </p:cNvPr>
          <p:cNvSpPr/>
          <p:nvPr/>
        </p:nvSpPr>
        <p:spPr>
          <a:xfrm>
            <a:off x="6302278" y="2638437"/>
            <a:ext cx="5298650" cy="524772"/>
          </a:xfrm>
          <a:prstGeom prst="roundRect">
            <a:avLst>
              <a:gd name="adj" fmla="val 399"/>
            </a:avLst>
          </a:prstGeom>
          <a:gradFill flip="none" rotWithShape="1">
            <a:gsLst>
              <a:gs pos="100000">
                <a:schemeClr val="bg1"/>
              </a:gs>
              <a:gs pos="79000">
                <a:srgbClr val="B3C6C7"/>
              </a:gs>
              <a:gs pos="54000">
                <a:srgbClr val="5F8689"/>
              </a:gs>
              <a:gs pos="0">
                <a:srgbClr val="003F43"/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0F50DA62-47E3-B5D2-A3DA-6D7D72EB7D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1262009"/>
              </p:ext>
            </p:extLst>
          </p:nvPr>
        </p:nvGraphicFramePr>
        <p:xfrm>
          <a:off x="7818438" y="2727572"/>
          <a:ext cx="2459037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74640" imgH="228600" progId="Equation.DSMT4">
                  <p:embed/>
                </p:oleObj>
              </mc:Choice>
              <mc:Fallback>
                <p:oleObj name="Equation" r:id="rId7" imgW="1574640" imgH="2286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F2D4EDD2-FC70-FC82-375C-181C812A74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818438" y="2727572"/>
                        <a:ext cx="2459037" cy="357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>
            <a:extLst>
              <a:ext uri="{FF2B5EF4-FFF2-40B4-BE49-F238E27FC236}">
                <a16:creationId xmlns:a16="http://schemas.microsoft.com/office/drawing/2014/main" id="{2DA7A766-EF74-D04B-E54E-B9689CDF07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1174675"/>
              </p:ext>
            </p:extLst>
          </p:nvPr>
        </p:nvGraphicFramePr>
        <p:xfrm>
          <a:off x="7708597" y="1600061"/>
          <a:ext cx="254317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01720" imgH="622080" progId="Equation.DSMT4">
                  <p:embed/>
                </p:oleObj>
              </mc:Choice>
              <mc:Fallback>
                <p:oleObj name="Equation" r:id="rId9" imgW="1701720" imgH="62208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B8E7D2E4-09DC-3CD4-8C69-FF82E4DB97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708597" y="1600061"/>
                        <a:ext cx="2543175" cy="928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" name="文本框 64">
            <a:extLst>
              <a:ext uri="{FF2B5EF4-FFF2-40B4-BE49-F238E27FC236}">
                <a16:creationId xmlns:a16="http://schemas.microsoft.com/office/drawing/2014/main" id="{A19E6E8B-C5B9-D6CE-A99C-D965B771A04A}"/>
              </a:ext>
            </a:extLst>
          </p:cNvPr>
          <p:cNvSpPr txBox="1"/>
          <p:nvPr/>
        </p:nvSpPr>
        <p:spPr>
          <a:xfrm>
            <a:off x="6335612" y="2596872"/>
            <a:ext cx="1608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Modulation wave number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BDA5C45E-57C4-D3B4-759D-9FF771E8B7B5}"/>
              </a:ext>
            </a:extLst>
          </p:cNvPr>
          <p:cNvSpPr txBox="1"/>
          <p:nvPr/>
        </p:nvSpPr>
        <p:spPr>
          <a:xfrm>
            <a:off x="6335612" y="1781950"/>
            <a:ext cx="1335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bg1"/>
                </a:solidFill>
              </a:rPr>
              <a:t>Absorption coefficient</a:t>
            </a:r>
            <a:endParaRPr lang="zh-CN" altLang="en-US" sz="1600" b="1" dirty="0">
              <a:solidFill>
                <a:schemeClr val="bg1"/>
              </a:solidFill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1D979DB-A0F6-1572-C010-4B44CB93ABD2}"/>
              </a:ext>
            </a:extLst>
          </p:cNvPr>
          <p:cNvGrpSpPr>
            <a:grpSpLocks noChangeAspect="1"/>
          </p:cNvGrpSpPr>
          <p:nvPr/>
        </p:nvGrpSpPr>
        <p:grpSpPr>
          <a:xfrm>
            <a:off x="685510" y="1699256"/>
            <a:ext cx="2436636" cy="1456774"/>
            <a:chOff x="545236" y="1724025"/>
            <a:chExt cx="2899390" cy="1733437"/>
          </a:xfrm>
          <a:solidFill>
            <a:schemeClr val="bg1"/>
          </a:solidFill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DB64062-B60B-B3C1-5ED1-7F5CA5AD6EE5}"/>
                </a:ext>
              </a:extLst>
            </p:cNvPr>
            <p:cNvSpPr/>
            <p:nvPr/>
          </p:nvSpPr>
          <p:spPr>
            <a:xfrm>
              <a:off x="545236" y="1724025"/>
              <a:ext cx="2899390" cy="1733437"/>
            </a:xfrm>
            <a:prstGeom prst="rect">
              <a:avLst/>
            </a:prstGeom>
            <a:grp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A2343C07-AFCA-65F1-C393-AE78E6A261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07938" y="1962764"/>
              <a:ext cx="2614126" cy="1407871"/>
            </a:xfrm>
            <a:prstGeom prst="rect">
              <a:avLst/>
            </a:prstGeom>
            <a:grpFill/>
          </p:spPr>
        </p:pic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8B1BCEB-82C6-BD9B-85CA-FCFDCEFE7C80}"/>
              </a:ext>
            </a:extLst>
          </p:cNvPr>
          <p:cNvGrpSpPr>
            <a:grpSpLocks noChangeAspect="1"/>
          </p:cNvGrpSpPr>
          <p:nvPr/>
        </p:nvGrpSpPr>
        <p:grpSpPr>
          <a:xfrm>
            <a:off x="685510" y="3421952"/>
            <a:ext cx="2436636" cy="1456774"/>
            <a:chOff x="545236" y="3550201"/>
            <a:chExt cx="2899390" cy="1733437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DB3E3DD6-3AAA-DDB3-E8BD-EDC2BBD2B57A}"/>
                </a:ext>
              </a:extLst>
            </p:cNvPr>
            <p:cNvSpPr/>
            <p:nvPr/>
          </p:nvSpPr>
          <p:spPr>
            <a:xfrm>
              <a:off x="545236" y="3550201"/>
              <a:ext cx="2899390" cy="173343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0BA85F27-7DBD-B2BB-7DC2-18395A0753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2513" t="2796" r="3367" b="6962"/>
            <a:stretch>
              <a:fillRect/>
            </a:stretch>
          </p:blipFill>
          <p:spPr>
            <a:xfrm>
              <a:off x="650545" y="3702856"/>
              <a:ext cx="2728913" cy="1428126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A31F682B-34DC-C5A5-40E5-27D5026ACA14}"/>
              </a:ext>
            </a:extLst>
          </p:cNvPr>
          <p:cNvSpPr txBox="1"/>
          <p:nvPr/>
        </p:nvSpPr>
        <p:spPr>
          <a:xfrm>
            <a:off x="3138612" y="1705529"/>
            <a:ext cx="3046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 absorption type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F8161E-BF7A-6706-5330-C9E8F082BA36}"/>
              </a:ext>
            </a:extLst>
          </p:cNvPr>
          <p:cNvSpPr txBox="1"/>
          <p:nvPr/>
        </p:nvSpPr>
        <p:spPr>
          <a:xfrm>
            <a:off x="3138612" y="3407894"/>
            <a:ext cx="2631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Pump-probe type</a:t>
            </a:r>
            <a:endParaRPr lang="zh-CN" altLang="en-US" sz="1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C0C75E8-7E59-40B8-539C-42E9AFF4D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214747"/>
              </p:ext>
            </p:extLst>
          </p:nvPr>
        </p:nvGraphicFramePr>
        <p:xfrm>
          <a:off x="3911590" y="2281836"/>
          <a:ext cx="1199228" cy="4560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34680" imgH="241200" progId="Equation.DSMT4">
                  <p:embed/>
                </p:oleObj>
              </mc:Choice>
              <mc:Fallback>
                <p:oleObj name="Equation" r:id="rId14" imgW="6346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911590" y="2281836"/>
                        <a:ext cx="1199228" cy="4560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D10EAAA-CB14-DC3A-7024-34DED49589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8014811"/>
              </p:ext>
            </p:extLst>
          </p:nvPr>
        </p:nvGraphicFramePr>
        <p:xfrm>
          <a:off x="3249087" y="4044050"/>
          <a:ext cx="2452736" cy="4193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485720" imgH="253800" progId="Equation.DSMT4">
                  <p:embed/>
                </p:oleObj>
              </mc:Choice>
              <mc:Fallback>
                <p:oleObj name="Equation" r:id="rId16" imgW="1485720" imgH="25380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C0C75E8-7E59-40B8-539C-42E9AFF4D0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249087" y="4044050"/>
                        <a:ext cx="2452736" cy="4193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724F6FF0-15A3-C010-6CB4-9648A29602B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5509" y="5032540"/>
            <a:ext cx="5110390" cy="1484726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65A69ADC-19D6-EE1C-66A3-AECE9415A468}"/>
              </a:ext>
            </a:extLst>
          </p:cNvPr>
          <p:cNvSpPr txBox="1"/>
          <p:nvPr/>
        </p:nvSpPr>
        <p:spPr>
          <a:xfrm>
            <a:off x="6805264" y="23270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Laser absorption spectroscopy </a:t>
            </a:r>
            <a:endParaRPr lang="zh-CN" altLang="en-US" sz="2800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1767A02A-35C6-8286-53CB-BD836AA3118D}"/>
              </a:ext>
            </a:extLst>
          </p:cNvPr>
          <p:cNvGrpSpPr/>
          <p:nvPr/>
        </p:nvGrpSpPr>
        <p:grpSpPr>
          <a:xfrm>
            <a:off x="7390638" y="3588658"/>
            <a:ext cx="2686523" cy="1861424"/>
            <a:chOff x="7512027" y="2064000"/>
            <a:chExt cx="2686523" cy="1861424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FD4BC945-96F1-E7F6-3915-ED31DC4995D5}"/>
                </a:ext>
              </a:extLst>
            </p:cNvPr>
            <p:cNvGrpSpPr/>
            <p:nvPr/>
          </p:nvGrpSpPr>
          <p:grpSpPr>
            <a:xfrm>
              <a:off x="7512027" y="2064000"/>
              <a:ext cx="2686523" cy="1861424"/>
              <a:chOff x="7512027" y="2064000"/>
              <a:chExt cx="2686523" cy="1861424"/>
            </a:xfrm>
          </p:grpSpPr>
          <p:pic>
            <p:nvPicPr>
              <p:cNvPr id="39" name="图片 38">
                <a:extLst>
                  <a:ext uri="{FF2B5EF4-FFF2-40B4-BE49-F238E27FC236}">
                    <a16:creationId xmlns:a16="http://schemas.microsoft.com/office/drawing/2014/main" id="{F5C14C8C-5167-CB2D-ED75-615F848FC8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512027" y="2064000"/>
                <a:ext cx="2686523" cy="1861424"/>
              </a:xfrm>
              <a:prstGeom prst="rect">
                <a:avLst/>
              </a:prstGeom>
            </p:spPr>
          </p:pic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D3A73A45-B428-DFEA-B2BB-0339DF271D36}"/>
                  </a:ext>
                </a:extLst>
              </p:cNvPr>
              <p:cNvSpPr/>
              <p:nvPr/>
            </p:nvSpPr>
            <p:spPr>
              <a:xfrm>
                <a:off x="9763125" y="3638550"/>
                <a:ext cx="428625" cy="19613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6DDA80E6-E882-1712-2C90-806450A01CEC}"/>
                </a:ext>
              </a:extLst>
            </p:cNvPr>
            <p:cNvSpPr/>
            <p:nvPr/>
          </p:nvSpPr>
          <p:spPr>
            <a:xfrm>
              <a:off x="9433635" y="3090114"/>
              <a:ext cx="629674" cy="1961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26F5E18-48BC-BED8-CF20-341B5139956F}"/>
                </a:ext>
              </a:extLst>
            </p:cNvPr>
            <p:cNvSpPr/>
            <p:nvPr/>
          </p:nvSpPr>
          <p:spPr>
            <a:xfrm>
              <a:off x="7548304" y="2636219"/>
              <a:ext cx="629674" cy="1961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0A299891-A64F-5916-4ACD-645B93F8DA1E}"/>
              </a:ext>
            </a:extLst>
          </p:cNvPr>
          <p:cNvSpPr/>
          <p:nvPr/>
        </p:nvSpPr>
        <p:spPr>
          <a:xfrm>
            <a:off x="7263697" y="4171982"/>
            <a:ext cx="807720" cy="1656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7F3ECAB-869E-CFD2-EFF1-F694EC802578}"/>
              </a:ext>
            </a:extLst>
          </p:cNvPr>
          <p:cNvSpPr txBox="1"/>
          <p:nvPr/>
        </p:nvSpPr>
        <p:spPr>
          <a:xfrm>
            <a:off x="6469911" y="3969592"/>
            <a:ext cx="1872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Gas absorption line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0B0F80D-6308-ACD4-5BF4-AB29036639FA}"/>
              </a:ext>
            </a:extLst>
          </p:cNvPr>
          <p:cNvSpPr/>
          <p:nvPr/>
        </p:nvSpPr>
        <p:spPr>
          <a:xfrm>
            <a:off x="9300390" y="4656569"/>
            <a:ext cx="807720" cy="1656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FC090C1-F998-CEF2-63DD-2C60A36B08D4}"/>
              </a:ext>
            </a:extLst>
          </p:cNvPr>
          <p:cNvSpPr txBox="1"/>
          <p:nvPr/>
        </p:nvSpPr>
        <p:spPr>
          <a:xfrm>
            <a:off x="9329575" y="4577041"/>
            <a:ext cx="19908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80A43E"/>
                </a:solidFill>
              </a:rPr>
              <a:t>Pump light fast modulation</a:t>
            </a:r>
            <a:endParaRPr lang="zh-CN" altLang="en-US" b="1" dirty="0">
              <a:solidFill>
                <a:srgbClr val="80A43E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0331EA3-15FB-8A26-ED05-3DE31E8BE776}"/>
              </a:ext>
            </a:extLst>
          </p:cNvPr>
          <p:cNvSpPr/>
          <p:nvPr/>
        </p:nvSpPr>
        <p:spPr>
          <a:xfrm>
            <a:off x="9523323" y="5398767"/>
            <a:ext cx="807720" cy="1656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EC171289-8878-CA58-576A-D2052A0AF774}"/>
              </a:ext>
            </a:extLst>
          </p:cNvPr>
          <p:cNvSpPr txBox="1"/>
          <p:nvPr/>
        </p:nvSpPr>
        <p:spPr>
          <a:xfrm>
            <a:off x="9335547" y="5361702"/>
            <a:ext cx="1914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80A43E"/>
                </a:solidFill>
              </a:rPr>
              <a:t>Pump laser slow tuning</a:t>
            </a:r>
            <a:endParaRPr lang="zh-CN" altLang="en-US" b="1" dirty="0">
              <a:solidFill>
                <a:srgbClr val="80A43E"/>
              </a:solidFill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FF528695-97B8-8656-E6AF-12DEC72BA741}"/>
              </a:ext>
            </a:extLst>
          </p:cNvPr>
          <p:cNvSpPr/>
          <p:nvPr/>
        </p:nvSpPr>
        <p:spPr>
          <a:xfrm>
            <a:off x="7911873" y="3840939"/>
            <a:ext cx="51596" cy="51596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C6355807-5D8A-D14D-C5F6-A41A7ADB47EF}"/>
              </a:ext>
            </a:extLst>
          </p:cNvPr>
          <p:cNvSpPr/>
          <p:nvPr/>
        </p:nvSpPr>
        <p:spPr>
          <a:xfrm>
            <a:off x="9260650" y="4732755"/>
            <a:ext cx="51596" cy="51596"/>
          </a:xfrm>
          <a:prstGeom prst="ellipse">
            <a:avLst/>
          </a:prstGeom>
          <a:solidFill>
            <a:srgbClr val="80A43E"/>
          </a:solidFill>
          <a:ln>
            <a:solidFill>
              <a:srgbClr val="80A4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CB59C7E1-1077-7F0F-1257-27D7EFB1DF81}"/>
              </a:ext>
            </a:extLst>
          </p:cNvPr>
          <p:cNvSpPr/>
          <p:nvPr/>
        </p:nvSpPr>
        <p:spPr>
          <a:xfrm>
            <a:off x="9244433" y="5487621"/>
            <a:ext cx="51596" cy="51596"/>
          </a:xfrm>
          <a:prstGeom prst="ellipse">
            <a:avLst/>
          </a:prstGeom>
          <a:solidFill>
            <a:srgbClr val="80A43E"/>
          </a:solidFill>
          <a:ln>
            <a:solidFill>
              <a:srgbClr val="80A43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80A43E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FC497CF-3929-C63F-CD5D-867E7E563F5C}"/>
              </a:ext>
            </a:extLst>
          </p:cNvPr>
          <p:cNvSpPr txBox="1"/>
          <p:nvPr/>
        </p:nvSpPr>
        <p:spPr>
          <a:xfrm>
            <a:off x="10104410" y="3698392"/>
            <a:ext cx="1402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2D37C6"/>
                </a:solidFill>
              </a:rPr>
              <a:t>Probe laser output</a:t>
            </a:r>
            <a:endParaRPr lang="zh-CN" altLang="en-US" b="1" dirty="0">
              <a:solidFill>
                <a:srgbClr val="2D37C6"/>
              </a:solidFill>
            </a:endParaRPr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0F7BED23-71A6-78A4-0C07-FF1DD10A8AA9}"/>
              </a:ext>
            </a:extLst>
          </p:cNvPr>
          <p:cNvSpPr/>
          <p:nvPr/>
        </p:nvSpPr>
        <p:spPr>
          <a:xfrm>
            <a:off x="9927183" y="4044050"/>
            <a:ext cx="51596" cy="51596"/>
          </a:xfrm>
          <a:prstGeom prst="ellipse">
            <a:avLst/>
          </a:prstGeom>
          <a:solidFill>
            <a:srgbClr val="2D37C6"/>
          </a:solidFill>
          <a:ln>
            <a:solidFill>
              <a:srgbClr val="2D37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2D37C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142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B777B-465B-E653-1255-4B07E6F7E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E881970-2454-448F-2E9D-6ED1FAE902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567" y="2158851"/>
            <a:ext cx="8199598" cy="4612274"/>
          </a:xfrm>
          <a:prstGeom prst="rect">
            <a:avLst/>
          </a:prstGeom>
        </p:spPr>
      </p:pic>
      <p:sp>
        <p:nvSpPr>
          <p:cNvPr id="99" name="箭头: 下 98">
            <a:extLst>
              <a:ext uri="{FF2B5EF4-FFF2-40B4-BE49-F238E27FC236}">
                <a16:creationId xmlns:a16="http://schemas.microsoft.com/office/drawing/2014/main" id="{4750F919-C0F8-B1D5-D889-A24966497E76}"/>
              </a:ext>
            </a:extLst>
          </p:cNvPr>
          <p:cNvSpPr/>
          <p:nvPr/>
        </p:nvSpPr>
        <p:spPr>
          <a:xfrm rot="18835677">
            <a:off x="2160751" y="87352"/>
            <a:ext cx="5440901" cy="5055099"/>
          </a:xfrm>
          <a:custGeom>
            <a:avLst/>
            <a:gdLst>
              <a:gd name="connsiteX0" fmla="*/ 0 w 1561680"/>
              <a:gd name="connsiteY0" fmla="*/ 2816958 h 3597798"/>
              <a:gd name="connsiteX1" fmla="*/ 390420 w 1561680"/>
              <a:gd name="connsiteY1" fmla="*/ 2816958 h 3597798"/>
              <a:gd name="connsiteX2" fmla="*/ 390420 w 1561680"/>
              <a:gd name="connsiteY2" fmla="*/ 0 h 3597798"/>
              <a:gd name="connsiteX3" fmla="*/ 1171260 w 1561680"/>
              <a:gd name="connsiteY3" fmla="*/ 0 h 3597798"/>
              <a:gd name="connsiteX4" fmla="*/ 1171260 w 1561680"/>
              <a:gd name="connsiteY4" fmla="*/ 2816958 h 3597798"/>
              <a:gd name="connsiteX5" fmla="*/ 1561680 w 1561680"/>
              <a:gd name="connsiteY5" fmla="*/ 2816958 h 3597798"/>
              <a:gd name="connsiteX6" fmla="*/ 780840 w 1561680"/>
              <a:gd name="connsiteY6" fmla="*/ 3597798 h 3597798"/>
              <a:gd name="connsiteX7" fmla="*/ 0 w 1561680"/>
              <a:gd name="connsiteY7" fmla="*/ 2816958 h 3597798"/>
              <a:gd name="connsiteX0" fmla="*/ 1648826 w 3210506"/>
              <a:gd name="connsiteY0" fmla="*/ 2816958 h 3597798"/>
              <a:gd name="connsiteX1" fmla="*/ 2039246 w 3210506"/>
              <a:gd name="connsiteY1" fmla="*/ 2816958 h 3597798"/>
              <a:gd name="connsiteX2" fmla="*/ 0 w 3210506"/>
              <a:gd name="connsiteY2" fmla="*/ 412564 h 3597798"/>
              <a:gd name="connsiteX3" fmla="*/ 2820086 w 3210506"/>
              <a:gd name="connsiteY3" fmla="*/ 0 h 3597798"/>
              <a:gd name="connsiteX4" fmla="*/ 2820086 w 3210506"/>
              <a:gd name="connsiteY4" fmla="*/ 2816958 h 3597798"/>
              <a:gd name="connsiteX5" fmla="*/ 3210506 w 3210506"/>
              <a:gd name="connsiteY5" fmla="*/ 2816958 h 3597798"/>
              <a:gd name="connsiteX6" fmla="*/ 2429666 w 3210506"/>
              <a:gd name="connsiteY6" fmla="*/ 3597798 h 3597798"/>
              <a:gd name="connsiteX7" fmla="*/ 1648826 w 3210506"/>
              <a:gd name="connsiteY7" fmla="*/ 2816958 h 3597798"/>
              <a:gd name="connsiteX0" fmla="*/ 1648826 w 3210506"/>
              <a:gd name="connsiteY0" fmla="*/ 2686198 h 3467038"/>
              <a:gd name="connsiteX1" fmla="*/ 2039246 w 3210506"/>
              <a:gd name="connsiteY1" fmla="*/ 2686198 h 3467038"/>
              <a:gd name="connsiteX2" fmla="*/ 0 w 3210506"/>
              <a:gd name="connsiteY2" fmla="*/ 281804 h 3467038"/>
              <a:gd name="connsiteX3" fmla="*/ 1779013 w 3210506"/>
              <a:gd name="connsiteY3" fmla="*/ 0 h 3467038"/>
              <a:gd name="connsiteX4" fmla="*/ 2820086 w 3210506"/>
              <a:gd name="connsiteY4" fmla="*/ 2686198 h 3467038"/>
              <a:gd name="connsiteX5" fmla="*/ 3210506 w 3210506"/>
              <a:gd name="connsiteY5" fmla="*/ 2686198 h 3467038"/>
              <a:gd name="connsiteX6" fmla="*/ 2429666 w 3210506"/>
              <a:gd name="connsiteY6" fmla="*/ 3467038 h 3467038"/>
              <a:gd name="connsiteX7" fmla="*/ 1648826 w 3210506"/>
              <a:gd name="connsiteY7" fmla="*/ 2686198 h 3467038"/>
              <a:gd name="connsiteX0" fmla="*/ 1648826 w 3210506"/>
              <a:gd name="connsiteY0" fmla="*/ 2686198 h 3467038"/>
              <a:gd name="connsiteX1" fmla="*/ 2039246 w 3210506"/>
              <a:gd name="connsiteY1" fmla="*/ 2686198 h 3467038"/>
              <a:gd name="connsiteX2" fmla="*/ 1535318 w 3210506"/>
              <a:gd name="connsiteY2" fmla="*/ 1446555 h 3467038"/>
              <a:gd name="connsiteX3" fmla="*/ 0 w 3210506"/>
              <a:gd name="connsiteY3" fmla="*/ 281804 h 3467038"/>
              <a:gd name="connsiteX4" fmla="*/ 1779013 w 3210506"/>
              <a:gd name="connsiteY4" fmla="*/ 0 h 3467038"/>
              <a:gd name="connsiteX5" fmla="*/ 2820086 w 3210506"/>
              <a:gd name="connsiteY5" fmla="*/ 2686198 h 3467038"/>
              <a:gd name="connsiteX6" fmla="*/ 3210506 w 3210506"/>
              <a:gd name="connsiteY6" fmla="*/ 2686198 h 3467038"/>
              <a:gd name="connsiteX7" fmla="*/ 2429666 w 3210506"/>
              <a:gd name="connsiteY7" fmla="*/ 3467038 h 3467038"/>
              <a:gd name="connsiteX8" fmla="*/ 1648826 w 3210506"/>
              <a:gd name="connsiteY8" fmla="*/ 2686198 h 3467038"/>
              <a:gd name="connsiteX0" fmla="*/ 1648826 w 3210506"/>
              <a:gd name="connsiteY0" fmla="*/ 2686198 h 3467038"/>
              <a:gd name="connsiteX1" fmla="*/ 2039246 w 3210506"/>
              <a:gd name="connsiteY1" fmla="*/ 2686198 h 3467038"/>
              <a:gd name="connsiteX2" fmla="*/ 1535318 w 3210506"/>
              <a:gd name="connsiteY2" fmla="*/ 1446555 h 3467038"/>
              <a:gd name="connsiteX3" fmla="*/ 0 w 3210506"/>
              <a:gd name="connsiteY3" fmla="*/ 281804 h 3467038"/>
              <a:gd name="connsiteX4" fmla="*/ 1779013 w 3210506"/>
              <a:gd name="connsiteY4" fmla="*/ 0 h 3467038"/>
              <a:gd name="connsiteX5" fmla="*/ 2820086 w 3210506"/>
              <a:gd name="connsiteY5" fmla="*/ 2686198 h 3467038"/>
              <a:gd name="connsiteX6" fmla="*/ 3210506 w 3210506"/>
              <a:gd name="connsiteY6" fmla="*/ 2686198 h 3467038"/>
              <a:gd name="connsiteX7" fmla="*/ 2429666 w 3210506"/>
              <a:gd name="connsiteY7" fmla="*/ 3467038 h 3467038"/>
              <a:gd name="connsiteX8" fmla="*/ 1648826 w 3210506"/>
              <a:gd name="connsiteY8" fmla="*/ 2686198 h 3467038"/>
              <a:gd name="connsiteX0" fmla="*/ 1648826 w 3210506"/>
              <a:gd name="connsiteY0" fmla="*/ 2686198 h 3467038"/>
              <a:gd name="connsiteX1" fmla="*/ 2039246 w 3210506"/>
              <a:gd name="connsiteY1" fmla="*/ 2686198 h 3467038"/>
              <a:gd name="connsiteX2" fmla="*/ 1535318 w 3210506"/>
              <a:gd name="connsiteY2" fmla="*/ 1446555 h 3467038"/>
              <a:gd name="connsiteX3" fmla="*/ 0 w 3210506"/>
              <a:gd name="connsiteY3" fmla="*/ 281804 h 3467038"/>
              <a:gd name="connsiteX4" fmla="*/ 1779013 w 3210506"/>
              <a:gd name="connsiteY4" fmla="*/ 0 h 3467038"/>
              <a:gd name="connsiteX5" fmla="*/ 2820086 w 3210506"/>
              <a:gd name="connsiteY5" fmla="*/ 2686198 h 3467038"/>
              <a:gd name="connsiteX6" fmla="*/ 3210506 w 3210506"/>
              <a:gd name="connsiteY6" fmla="*/ 2686198 h 3467038"/>
              <a:gd name="connsiteX7" fmla="*/ 2429666 w 3210506"/>
              <a:gd name="connsiteY7" fmla="*/ 3467038 h 3467038"/>
              <a:gd name="connsiteX8" fmla="*/ 1648826 w 3210506"/>
              <a:gd name="connsiteY8" fmla="*/ 2686198 h 3467038"/>
              <a:gd name="connsiteX0" fmla="*/ 1648826 w 3210506"/>
              <a:gd name="connsiteY0" fmla="*/ 2686198 h 3467038"/>
              <a:gd name="connsiteX1" fmla="*/ 2039246 w 3210506"/>
              <a:gd name="connsiteY1" fmla="*/ 2686198 h 3467038"/>
              <a:gd name="connsiteX2" fmla="*/ 1535318 w 3210506"/>
              <a:gd name="connsiteY2" fmla="*/ 1446555 h 3467038"/>
              <a:gd name="connsiteX3" fmla="*/ 0 w 3210506"/>
              <a:gd name="connsiteY3" fmla="*/ 281804 h 3467038"/>
              <a:gd name="connsiteX4" fmla="*/ 1779013 w 3210506"/>
              <a:gd name="connsiteY4" fmla="*/ 0 h 3467038"/>
              <a:gd name="connsiteX5" fmla="*/ 2820086 w 3210506"/>
              <a:gd name="connsiteY5" fmla="*/ 2686198 h 3467038"/>
              <a:gd name="connsiteX6" fmla="*/ 3210506 w 3210506"/>
              <a:gd name="connsiteY6" fmla="*/ 2686198 h 3467038"/>
              <a:gd name="connsiteX7" fmla="*/ 2429666 w 3210506"/>
              <a:gd name="connsiteY7" fmla="*/ 3467038 h 3467038"/>
              <a:gd name="connsiteX8" fmla="*/ 1648826 w 3210506"/>
              <a:gd name="connsiteY8" fmla="*/ 2686198 h 3467038"/>
              <a:gd name="connsiteX0" fmla="*/ 1648826 w 3210506"/>
              <a:gd name="connsiteY0" fmla="*/ 2686198 h 3467038"/>
              <a:gd name="connsiteX1" fmla="*/ 2039246 w 3210506"/>
              <a:gd name="connsiteY1" fmla="*/ 2686198 h 3467038"/>
              <a:gd name="connsiteX2" fmla="*/ 1535318 w 3210506"/>
              <a:gd name="connsiteY2" fmla="*/ 1446555 h 3467038"/>
              <a:gd name="connsiteX3" fmla="*/ 0 w 3210506"/>
              <a:gd name="connsiteY3" fmla="*/ 281804 h 3467038"/>
              <a:gd name="connsiteX4" fmla="*/ 1779013 w 3210506"/>
              <a:gd name="connsiteY4" fmla="*/ 0 h 3467038"/>
              <a:gd name="connsiteX5" fmla="*/ 2820086 w 3210506"/>
              <a:gd name="connsiteY5" fmla="*/ 2686198 h 3467038"/>
              <a:gd name="connsiteX6" fmla="*/ 3210506 w 3210506"/>
              <a:gd name="connsiteY6" fmla="*/ 2686198 h 3467038"/>
              <a:gd name="connsiteX7" fmla="*/ 2429666 w 3210506"/>
              <a:gd name="connsiteY7" fmla="*/ 3467038 h 3467038"/>
              <a:gd name="connsiteX8" fmla="*/ 1648826 w 3210506"/>
              <a:gd name="connsiteY8" fmla="*/ 2686198 h 3467038"/>
              <a:gd name="connsiteX0" fmla="*/ 1648826 w 3210506"/>
              <a:gd name="connsiteY0" fmla="*/ 2686198 h 3467038"/>
              <a:gd name="connsiteX1" fmla="*/ 2039246 w 3210506"/>
              <a:gd name="connsiteY1" fmla="*/ 2686198 h 3467038"/>
              <a:gd name="connsiteX2" fmla="*/ 1535318 w 3210506"/>
              <a:gd name="connsiteY2" fmla="*/ 1446555 h 3467038"/>
              <a:gd name="connsiteX3" fmla="*/ 0 w 3210506"/>
              <a:gd name="connsiteY3" fmla="*/ 281804 h 3467038"/>
              <a:gd name="connsiteX4" fmla="*/ 1779013 w 3210506"/>
              <a:gd name="connsiteY4" fmla="*/ 0 h 3467038"/>
              <a:gd name="connsiteX5" fmla="*/ 2820086 w 3210506"/>
              <a:gd name="connsiteY5" fmla="*/ 2686198 h 3467038"/>
              <a:gd name="connsiteX6" fmla="*/ 3210506 w 3210506"/>
              <a:gd name="connsiteY6" fmla="*/ 2686198 h 3467038"/>
              <a:gd name="connsiteX7" fmla="*/ 2429666 w 3210506"/>
              <a:gd name="connsiteY7" fmla="*/ 3467038 h 3467038"/>
              <a:gd name="connsiteX8" fmla="*/ 1648826 w 3210506"/>
              <a:gd name="connsiteY8" fmla="*/ 2686198 h 3467038"/>
              <a:gd name="connsiteX0" fmla="*/ 1648826 w 3210506"/>
              <a:gd name="connsiteY0" fmla="*/ 2873870 h 3654710"/>
              <a:gd name="connsiteX1" fmla="*/ 2039246 w 3210506"/>
              <a:gd name="connsiteY1" fmla="*/ 2873870 h 3654710"/>
              <a:gd name="connsiteX2" fmla="*/ 1535318 w 3210506"/>
              <a:gd name="connsiteY2" fmla="*/ 1634227 h 3654710"/>
              <a:gd name="connsiteX3" fmla="*/ 0 w 3210506"/>
              <a:gd name="connsiteY3" fmla="*/ 469476 h 3654710"/>
              <a:gd name="connsiteX4" fmla="*/ 1175027 w 3210506"/>
              <a:gd name="connsiteY4" fmla="*/ 0 h 3654710"/>
              <a:gd name="connsiteX5" fmla="*/ 2820086 w 3210506"/>
              <a:gd name="connsiteY5" fmla="*/ 2873870 h 3654710"/>
              <a:gd name="connsiteX6" fmla="*/ 3210506 w 3210506"/>
              <a:gd name="connsiteY6" fmla="*/ 2873870 h 3654710"/>
              <a:gd name="connsiteX7" fmla="*/ 2429666 w 3210506"/>
              <a:gd name="connsiteY7" fmla="*/ 3654710 h 3654710"/>
              <a:gd name="connsiteX8" fmla="*/ 1648826 w 3210506"/>
              <a:gd name="connsiteY8" fmla="*/ 2873870 h 3654710"/>
              <a:gd name="connsiteX0" fmla="*/ 1648826 w 3210506"/>
              <a:gd name="connsiteY0" fmla="*/ 2873870 h 3654710"/>
              <a:gd name="connsiteX1" fmla="*/ 2039246 w 3210506"/>
              <a:gd name="connsiteY1" fmla="*/ 2873870 h 3654710"/>
              <a:gd name="connsiteX2" fmla="*/ 1535318 w 3210506"/>
              <a:gd name="connsiteY2" fmla="*/ 1634227 h 3654710"/>
              <a:gd name="connsiteX3" fmla="*/ 0 w 3210506"/>
              <a:gd name="connsiteY3" fmla="*/ 469476 h 3654710"/>
              <a:gd name="connsiteX4" fmla="*/ 1175027 w 3210506"/>
              <a:gd name="connsiteY4" fmla="*/ 0 h 3654710"/>
              <a:gd name="connsiteX5" fmla="*/ 2820086 w 3210506"/>
              <a:gd name="connsiteY5" fmla="*/ 2873870 h 3654710"/>
              <a:gd name="connsiteX6" fmla="*/ 3210506 w 3210506"/>
              <a:gd name="connsiteY6" fmla="*/ 2873870 h 3654710"/>
              <a:gd name="connsiteX7" fmla="*/ 2429666 w 3210506"/>
              <a:gd name="connsiteY7" fmla="*/ 3654710 h 3654710"/>
              <a:gd name="connsiteX8" fmla="*/ 1648826 w 3210506"/>
              <a:gd name="connsiteY8" fmla="*/ 2873870 h 3654710"/>
              <a:gd name="connsiteX0" fmla="*/ 1648826 w 3210506"/>
              <a:gd name="connsiteY0" fmla="*/ 2873870 h 3654710"/>
              <a:gd name="connsiteX1" fmla="*/ 2039246 w 3210506"/>
              <a:gd name="connsiteY1" fmla="*/ 2873870 h 3654710"/>
              <a:gd name="connsiteX2" fmla="*/ 1535318 w 3210506"/>
              <a:gd name="connsiteY2" fmla="*/ 1634227 h 3654710"/>
              <a:gd name="connsiteX3" fmla="*/ 0 w 3210506"/>
              <a:gd name="connsiteY3" fmla="*/ 469476 h 3654710"/>
              <a:gd name="connsiteX4" fmla="*/ 1175027 w 3210506"/>
              <a:gd name="connsiteY4" fmla="*/ 0 h 3654710"/>
              <a:gd name="connsiteX5" fmla="*/ 2820086 w 3210506"/>
              <a:gd name="connsiteY5" fmla="*/ 2873870 h 3654710"/>
              <a:gd name="connsiteX6" fmla="*/ 3210506 w 3210506"/>
              <a:gd name="connsiteY6" fmla="*/ 2873870 h 3654710"/>
              <a:gd name="connsiteX7" fmla="*/ 2429666 w 3210506"/>
              <a:gd name="connsiteY7" fmla="*/ 3654710 h 3654710"/>
              <a:gd name="connsiteX8" fmla="*/ 1648826 w 3210506"/>
              <a:gd name="connsiteY8" fmla="*/ 2873870 h 3654710"/>
              <a:gd name="connsiteX0" fmla="*/ 1851132 w 3210506"/>
              <a:gd name="connsiteY0" fmla="*/ 2884188 h 3654710"/>
              <a:gd name="connsiteX1" fmla="*/ 2039246 w 3210506"/>
              <a:gd name="connsiteY1" fmla="*/ 2873870 h 3654710"/>
              <a:gd name="connsiteX2" fmla="*/ 1535318 w 3210506"/>
              <a:gd name="connsiteY2" fmla="*/ 1634227 h 3654710"/>
              <a:gd name="connsiteX3" fmla="*/ 0 w 3210506"/>
              <a:gd name="connsiteY3" fmla="*/ 469476 h 3654710"/>
              <a:gd name="connsiteX4" fmla="*/ 1175027 w 3210506"/>
              <a:gd name="connsiteY4" fmla="*/ 0 h 3654710"/>
              <a:gd name="connsiteX5" fmla="*/ 2820086 w 3210506"/>
              <a:gd name="connsiteY5" fmla="*/ 2873870 h 3654710"/>
              <a:gd name="connsiteX6" fmla="*/ 3210506 w 3210506"/>
              <a:gd name="connsiteY6" fmla="*/ 2873870 h 3654710"/>
              <a:gd name="connsiteX7" fmla="*/ 2429666 w 3210506"/>
              <a:gd name="connsiteY7" fmla="*/ 3654710 h 3654710"/>
              <a:gd name="connsiteX8" fmla="*/ 1851132 w 3210506"/>
              <a:gd name="connsiteY8" fmla="*/ 2884188 h 3654710"/>
              <a:gd name="connsiteX0" fmla="*/ 1851132 w 3020770"/>
              <a:gd name="connsiteY0" fmla="*/ 2884188 h 3654710"/>
              <a:gd name="connsiteX1" fmla="*/ 2039246 w 3020770"/>
              <a:gd name="connsiteY1" fmla="*/ 2873870 h 3654710"/>
              <a:gd name="connsiteX2" fmla="*/ 1535318 w 3020770"/>
              <a:gd name="connsiteY2" fmla="*/ 1634227 h 3654710"/>
              <a:gd name="connsiteX3" fmla="*/ 0 w 3020770"/>
              <a:gd name="connsiteY3" fmla="*/ 469476 h 3654710"/>
              <a:gd name="connsiteX4" fmla="*/ 1175027 w 3020770"/>
              <a:gd name="connsiteY4" fmla="*/ 0 h 3654710"/>
              <a:gd name="connsiteX5" fmla="*/ 2820086 w 3020770"/>
              <a:gd name="connsiteY5" fmla="*/ 2873870 h 3654710"/>
              <a:gd name="connsiteX6" fmla="*/ 3020770 w 3020770"/>
              <a:gd name="connsiteY6" fmla="*/ 2889917 h 3654710"/>
              <a:gd name="connsiteX7" fmla="*/ 2429666 w 3020770"/>
              <a:gd name="connsiteY7" fmla="*/ 3654710 h 3654710"/>
              <a:gd name="connsiteX8" fmla="*/ 1851132 w 3020770"/>
              <a:gd name="connsiteY8" fmla="*/ 2884188 h 3654710"/>
              <a:gd name="connsiteX0" fmla="*/ 1851132 w 3020770"/>
              <a:gd name="connsiteY0" fmla="*/ 2884188 h 3935376"/>
              <a:gd name="connsiteX1" fmla="*/ 2039246 w 3020770"/>
              <a:gd name="connsiteY1" fmla="*/ 2873870 h 3935376"/>
              <a:gd name="connsiteX2" fmla="*/ 1535318 w 3020770"/>
              <a:gd name="connsiteY2" fmla="*/ 1634227 h 3935376"/>
              <a:gd name="connsiteX3" fmla="*/ 0 w 3020770"/>
              <a:gd name="connsiteY3" fmla="*/ 469476 h 3935376"/>
              <a:gd name="connsiteX4" fmla="*/ 1175027 w 3020770"/>
              <a:gd name="connsiteY4" fmla="*/ 0 h 3935376"/>
              <a:gd name="connsiteX5" fmla="*/ 2820086 w 3020770"/>
              <a:gd name="connsiteY5" fmla="*/ 2873870 h 3935376"/>
              <a:gd name="connsiteX6" fmla="*/ 3020770 w 3020770"/>
              <a:gd name="connsiteY6" fmla="*/ 2889917 h 3935376"/>
              <a:gd name="connsiteX7" fmla="*/ 2417883 w 3020770"/>
              <a:gd name="connsiteY7" fmla="*/ 3935376 h 3935376"/>
              <a:gd name="connsiteX8" fmla="*/ 1851132 w 3020770"/>
              <a:gd name="connsiteY8" fmla="*/ 2884188 h 3935376"/>
              <a:gd name="connsiteX0" fmla="*/ 1851132 w 3020770"/>
              <a:gd name="connsiteY0" fmla="*/ 2884188 h 3935376"/>
              <a:gd name="connsiteX1" fmla="*/ 2039246 w 3020770"/>
              <a:gd name="connsiteY1" fmla="*/ 2873870 h 3935376"/>
              <a:gd name="connsiteX2" fmla="*/ 1535318 w 3020770"/>
              <a:gd name="connsiteY2" fmla="*/ 1634227 h 3935376"/>
              <a:gd name="connsiteX3" fmla="*/ 0 w 3020770"/>
              <a:gd name="connsiteY3" fmla="*/ 469476 h 3935376"/>
              <a:gd name="connsiteX4" fmla="*/ 1175027 w 3020770"/>
              <a:gd name="connsiteY4" fmla="*/ 0 h 3935376"/>
              <a:gd name="connsiteX5" fmla="*/ 2767847 w 3020770"/>
              <a:gd name="connsiteY5" fmla="*/ 2872894 h 3935376"/>
              <a:gd name="connsiteX6" fmla="*/ 3020770 w 3020770"/>
              <a:gd name="connsiteY6" fmla="*/ 2889917 h 3935376"/>
              <a:gd name="connsiteX7" fmla="*/ 2417883 w 3020770"/>
              <a:gd name="connsiteY7" fmla="*/ 3935376 h 3935376"/>
              <a:gd name="connsiteX8" fmla="*/ 1851132 w 3020770"/>
              <a:gd name="connsiteY8" fmla="*/ 2884188 h 3935376"/>
              <a:gd name="connsiteX0" fmla="*/ 1851132 w 3020770"/>
              <a:gd name="connsiteY0" fmla="*/ 2884188 h 3935376"/>
              <a:gd name="connsiteX1" fmla="*/ 2039246 w 3020770"/>
              <a:gd name="connsiteY1" fmla="*/ 2873870 h 3935376"/>
              <a:gd name="connsiteX2" fmla="*/ 1535318 w 3020770"/>
              <a:gd name="connsiteY2" fmla="*/ 1634227 h 3935376"/>
              <a:gd name="connsiteX3" fmla="*/ 0 w 3020770"/>
              <a:gd name="connsiteY3" fmla="*/ 469476 h 3935376"/>
              <a:gd name="connsiteX4" fmla="*/ 1175027 w 3020770"/>
              <a:gd name="connsiteY4" fmla="*/ 0 h 3935376"/>
              <a:gd name="connsiteX5" fmla="*/ 2767847 w 3020770"/>
              <a:gd name="connsiteY5" fmla="*/ 2872894 h 3935376"/>
              <a:gd name="connsiteX6" fmla="*/ 3020770 w 3020770"/>
              <a:gd name="connsiteY6" fmla="*/ 2889917 h 3935376"/>
              <a:gd name="connsiteX7" fmla="*/ 2417883 w 3020770"/>
              <a:gd name="connsiteY7" fmla="*/ 3935376 h 3935376"/>
              <a:gd name="connsiteX8" fmla="*/ 1851132 w 3020770"/>
              <a:gd name="connsiteY8" fmla="*/ 2884188 h 3935376"/>
              <a:gd name="connsiteX0" fmla="*/ 1851132 w 3020770"/>
              <a:gd name="connsiteY0" fmla="*/ 2884188 h 3935376"/>
              <a:gd name="connsiteX1" fmla="*/ 2039246 w 3020770"/>
              <a:gd name="connsiteY1" fmla="*/ 2873870 h 3935376"/>
              <a:gd name="connsiteX2" fmla="*/ 1535318 w 3020770"/>
              <a:gd name="connsiteY2" fmla="*/ 1634227 h 3935376"/>
              <a:gd name="connsiteX3" fmla="*/ 0 w 3020770"/>
              <a:gd name="connsiteY3" fmla="*/ 469476 h 3935376"/>
              <a:gd name="connsiteX4" fmla="*/ 1175027 w 3020770"/>
              <a:gd name="connsiteY4" fmla="*/ 0 h 3935376"/>
              <a:gd name="connsiteX5" fmla="*/ 2767847 w 3020770"/>
              <a:gd name="connsiteY5" fmla="*/ 2872894 h 3935376"/>
              <a:gd name="connsiteX6" fmla="*/ 3020770 w 3020770"/>
              <a:gd name="connsiteY6" fmla="*/ 2889917 h 3935376"/>
              <a:gd name="connsiteX7" fmla="*/ 2417883 w 3020770"/>
              <a:gd name="connsiteY7" fmla="*/ 3935376 h 3935376"/>
              <a:gd name="connsiteX8" fmla="*/ 1851132 w 3020770"/>
              <a:gd name="connsiteY8" fmla="*/ 2884188 h 3935376"/>
              <a:gd name="connsiteX0" fmla="*/ 1851132 w 3020770"/>
              <a:gd name="connsiteY0" fmla="*/ 2884188 h 3935376"/>
              <a:gd name="connsiteX1" fmla="*/ 2039246 w 3020770"/>
              <a:gd name="connsiteY1" fmla="*/ 2873870 h 3935376"/>
              <a:gd name="connsiteX2" fmla="*/ 1535318 w 3020770"/>
              <a:gd name="connsiteY2" fmla="*/ 1634227 h 3935376"/>
              <a:gd name="connsiteX3" fmla="*/ 0 w 3020770"/>
              <a:gd name="connsiteY3" fmla="*/ 469476 h 3935376"/>
              <a:gd name="connsiteX4" fmla="*/ 1175027 w 3020770"/>
              <a:gd name="connsiteY4" fmla="*/ 0 h 3935376"/>
              <a:gd name="connsiteX5" fmla="*/ 2767847 w 3020770"/>
              <a:gd name="connsiteY5" fmla="*/ 2872894 h 3935376"/>
              <a:gd name="connsiteX6" fmla="*/ 3020770 w 3020770"/>
              <a:gd name="connsiteY6" fmla="*/ 2889917 h 3935376"/>
              <a:gd name="connsiteX7" fmla="*/ 2417883 w 3020770"/>
              <a:gd name="connsiteY7" fmla="*/ 3935376 h 3935376"/>
              <a:gd name="connsiteX8" fmla="*/ 1851132 w 3020770"/>
              <a:gd name="connsiteY8" fmla="*/ 2884188 h 3935376"/>
              <a:gd name="connsiteX0" fmla="*/ 1851132 w 3020770"/>
              <a:gd name="connsiteY0" fmla="*/ 2884188 h 3935376"/>
              <a:gd name="connsiteX1" fmla="*/ 2039246 w 3020770"/>
              <a:gd name="connsiteY1" fmla="*/ 2873870 h 3935376"/>
              <a:gd name="connsiteX2" fmla="*/ 1535318 w 3020770"/>
              <a:gd name="connsiteY2" fmla="*/ 1634227 h 3935376"/>
              <a:gd name="connsiteX3" fmla="*/ 0 w 3020770"/>
              <a:gd name="connsiteY3" fmla="*/ 469476 h 3935376"/>
              <a:gd name="connsiteX4" fmla="*/ 1175027 w 3020770"/>
              <a:gd name="connsiteY4" fmla="*/ 0 h 3935376"/>
              <a:gd name="connsiteX5" fmla="*/ 2767847 w 3020770"/>
              <a:gd name="connsiteY5" fmla="*/ 2872894 h 3935376"/>
              <a:gd name="connsiteX6" fmla="*/ 3020770 w 3020770"/>
              <a:gd name="connsiteY6" fmla="*/ 2889917 h 3935376"/>
              <a:gd name="connsiteX7" fmla="*/ 2417883 w 3020770"/>
              <a:gd name="connsiteY7" fmla="*/ 3935376 h 3935376"/>
              <a:gd name="connsiteX8" fmla="*/ 1851132 w 3020770"/>
              <a:gd name="connsiteY8" fmla="*/ 2884188 h 3935376"/>
              <a:gd name="connsiteX0" fmla="*/ 3845524 w 5015162"/>
              <a:gd name="connsiteY0" fmla="*/ 2884188 h 3935376"/>
              <a:gd name="connsiteX1" fmla="*/ 4033638 w 5015162"/>
              <a:gd name="connsiteY1" fmla="*/ 2873870 h 3935376"/>
              <a:gd name="connsiteX2" fmla="*/ 3529710 w 5015162"/>
              <a:gd name="connsiteY2" fmla="*/ 1634227 h 3935376"/>
              <a:gd name="connsiteX3" fmla="*/ 0 w 5015162"/>
              <a:gd name="connsiteY3" fmla="*/ 995796 h 3935376"/>
              <a:gd name="connsiteX4" fmla="*/ 3169419 w 5015162"/>
              <a:gd name="connsiteY4" fmla="*/ 0 h 3935376"/>
              <a:gd name="connsiteX5" fmla="*/ 4762239 w 5015162"/>
              <a:gd name="connsiteY5" fmla="*/ 2872894 h 3935376"/>
              <a:gd name="connsiteX6" fmla="*/ 5015162 w 5015162"/>
              <a:gd name="connsiteY6" fmla="*/ 2889917 h 3935376"/>
              <a:gd name="connsiteX7" fmla="*/ 4412275 w 5015162"/>
              <a:gd name="connsiteY7" fmla="*/ 3935376 h 3935376"/>
              <a:gd name="connsiteX8" fmla="*/ 3845524 w 5015162"/>
              <a:gd name="connsiteY8" fmla="*/ 2884188 h 3935376"/>
              <a:gd name="connsiteX0" fmla="*/ 3845524 w 5015162"/>
              <a:gd name="connsiteY0" fmla="*/ 3256445 h 4307633"/>
              <a:gd name="connsiteX1" fmla="*/ 4033638 w 5015162"/>
              <a:gd name="connsiteY1" fmla="*/ 3246127 h 4307633"/>
              <a:gd name="connsiteX2" fmla="*/ 3529710 w 5015162"/>
              <a:gd name="connsiteY2" fmla="*/ 2006484 h 4307633"/>
              <a:gd name="connsiteX3" fmla="*/ 0 w 5015162"/>
              <a:gd name="connsiteY3" fmla="*/ 1368053 h 4307633"/>
              <a:gd name="connsiteX4" fmla="*/ 2920738 w 5015162"/>
              <a:gd name="connsiteY4" fmla="*/ 0 h 4307633"/>
              <a:gd name="connsiteX5" fmla="*/ 4762239 w 5015162"/>
              <a:gd name="connsiteY5" fmla="*/ 3245151 h 4307633"/>
              <a:gd name="connsiteX6" fmla="*/ 5015162 w 5015162"/>
              <a:gd name="connsiteY6" fmla="*/ 3262174 h 4307633"/>
              <a:gd name="connsiteX7" fmla="*/ 4412275 w 5015162"/>
              <a:gd name="connsiteY7" fmla="*/ 4307633 h 4307633"/>
              <a:gd name="connsiteX8" fmla="*/ 3845524 w 5015162"/>
              <a:gd name="connsiteY8" fmla="*/ 3256445 h 4307633"/>
              <a:gd name="connsiteX0" fmla="*/ 3845524 w 5015162"/>
              <a:gd name="connsiteY0" fmla="*/ 3256445 h 4307633"/>
              <a:gd name="connsiteX1" fmla="*/ 4033638 w 5015162"/>
              <a:gd name="connsiteY1" fmla="*/ 3246127 h 4307633"/>
              <a:gd name="connsiteX2" fmla="*/ 3529710 w 5015162"/>
              <a:gd name="connsiteY2" fmla="*/ 2006484 h 4307633"/>
              <a:gd name="connsiteX3" fmla="*/ 0 w 5015162"/>
              <a:gd name="connsiteY3" fmla="*/ 1368053 h 4307633"/>
              <a:gd name="connsiteX4" fmla="*/ 2920738 w 5015162"/>
              <a:gd name="connsiteY4" fmla="*/ 0 h 4307633"/>
              <a:gd name="connsiteX5" fmla="*/ 4762239 w 5015162"/>
              <a:gd name="connsiteY5" fmla="*/ 3245151 h 4307633"/>
              <a:gd name="connsiteX6" fmla="*/ 5015162 w 5015162"/>
              <a:gd name="connsiteY6" fmla="*/ 3262174 h 4307633"/>
              <a:gd name="connsiteX7" fmla="*/ 4412275 w 5015162"/>
              <a:gd name="connsiteY7" fmla="*/ 4307633 h 4307633"/>
              <a:gd name="connsiteX8" fmla="*/ 3845524 w 5015162"/>
              <a:gd name="connsiteY8" fmla="*/ 3256445 h 4307633"/>
              <a:gd name="connsiteX0" fmla="*/ 3845524 w 5015162"/>
              <a:gd name="connsiteY0" fmla="*/ 3256445 h 4307633"/>
              <a:gd name="connsiteX1" fmla="*/ 4033638 w 5015162"/>
              <a:gd name="connsiteY1" fmla="*/ 3246127 h 4307633"/>
              <a:gd name="connsiteX2" fmla="*/ 3529710 w 5015162"/>
              <a:gd name="connsiteY2" fmla="*/ 2006484 h 4307633"/>
              <a:gd name="connsiteX3" fmla="*/ 0 w 5015162"/>
              <a:gd name="connsiteY3" fmla="*/ 1368053 h 4307633"/>
              <a:gd name="connsiteX4" fmla="*/ 2920738 w 5015162"/>
              <a:gd name="connsiteY4" fmla="*/ 0 h 4307633"/>
              <a:gd name="connsiteX5" fmla="*/ 4762239 w 5015162"/>
              <a:gd name="connsiteY5" fmla="*/ 3245151 h 4307633"/>
              <a:gd name="connsiteX6" fmla="*/ 5015162 w 5015162"/>
              <a:gd name="connsiteY6" fmla="*/ 3262174 h 4307633"/>
              <a:gd name="connsiteX7" fmla="*/ 4412275 w 5015162"/>
              <a:gd name="connsiteY7" fmla="*/ 4307633 h 4307633"/>
              <a:gd name="connsiteX8" fmla="*/ 3845524 w 5015162"/>
              <a:gd name="connsiteY8" fmla="*/ 3256445 h 4307633"/>
              <a:gd name="connsiteX0" fmla="*/ 4412339 w 5581977"/>
              <a:gd name="connsiteY0" fmla="*/ 3256445 h 4307633"/>
              <a:gd name="connsiteX1" fmla="*/ 4600453 w 5581977"/>
              <a:gd name="connsiteY1" fmla="*/ 3246127 h 4307633"/>
              <a:gd name="connsiteX2" fmla="*/ 4096525 w 5581977"/>
              <a:gd name="connsiteY2" fmla="*/ 2006484 h 4307633"/>
              <a:gd name="connsiteX3" fmla="*/ 0 w 5581977"/>
              <a:gd name="connsiteY3" fmla="*/ 876652 h 4307633"/>
              <a:gd name="connsiteX4" fmla="*/ 3487553 w 5581977"/>
              <a:gd name="connsiteY4" fmla="*/ 0 h 4307633"/>
              <a:gd name="connsiteX5" fmla="*/ 5329054 w 5581977"/>
              <a:gd name="connsiteY5" fmla="*/ 3245151 h 4307633"/>
              <a:gd name="connsiteX6" fmla="*/ 5581977 w 5581977"/>
              <a:gd name="connsiteY6" fmla="*/ 3262174 h 4307633"/>
              <a:gd name="connsiteX7" fmla="*/ 4979090 w 5581977"/>
              <a:gd name="connsiteY7" fmla="*/ 4307633 h 4307633"/>
              <a:gd name="connsiteX8" fmla="*/ 4412339 w 5581977"/>
              <a:gd name="connsiteY8" fmla="*/ 3256445 h 4307633"/>
              <a:gd name="connsiteX0" fmla="*/ 3576451 w 4746089"/>
              <a:gd name="connsiteY0" fmla="*/ 3256445 h 4307633"/>
              <a:gd name="connsiteX1" fmla="*/ 3764565 w 4746089"/>
              <a:gd name="connsiteY1" fmla="*/ 3246127 h 4307633"/>
              <a:gd name="connsiteX2" fmla="*/ 3260637 w 4746089"/>
              <a:gd name="connsiteY2" fmla="*/ 2006484 h 4307633"/>
              <a:gd name="connsiteX3" fmla="*/ 0 w 4746089"/>
              <a:gd name="connsiteY3" fmla="*/ 1291457 h 4307633"/>
              <a:gd name="connsiteX4" fmla="*/ 2651665 w 4746089"/>
              <a:gd name="connsiteY4" fmla="*/ 0 h 4307633"/>
              <a:gd name="connsiteX5" fmla="*/ 4493166 w 4746089"/>
              <a:gd name="connsiteY5" fmla="*/ 3245151 h 4307633"/>
              <a:gd name="connsiteX6" fmla="*/ 4746089 w 4746089"/>
              <a:gd name="connsiteY6" fmla="*/ 3262174 h 4307633"/>
              <a:gd name="connsiteX7" fmla="*/ 4143202 w 4746089"/>
              <a:gd name="connsiteY7" fmla="*/ 4307633 h 4307633"/>
              <a:gd name="connsiteX8" fmla="*/ 3576451 w 4746089"/>
              <a:gd name="connsiteY8" fmla="*/ 3256445 h 4307633"/>
              <a:gd name="connsiteX0" fmla="*/ 4642133 w 5811771"/>
              <a:gd name="connsiteY0" fmla="*/ 3256445 h 4307633"/>
              <a:gd name="connsiteX1" fmla="*/ 4830247 w 5811771"/>
              <a:gd name="connsiteY1" fmla="*/ 3246127 h 4307633"/>
              <a:gd name="connsiteX2" fmla="*/ 4326319 w 5811771"/>
              <a:gd name="connsiteY2" fmla="*/ 2006484 h 4307633"/>
              <a:gd name="connsiteX3" fmla="*/ 1065682 w 5811771"/>
              <a:gd name="connsiteY3" fmla="*/ 1291457 h 4307633"/>
              <a:gd name="connsiteX4" fmla="*/ 3717347 w 5811771"/>
              <a:gd name="connsiteY4" fmla="*/ 0 h 4307633"/>
              <a:gd name="connsiteX5" fmla="*/ 5558848 w 5811771"/>
              <a:gd name="connsiteY5" fmla="*/ 3245151 h 4307633"/>
              <a:gd name="connsiteX6" fmla="*/ 5811771 w 5811771"/>
              <a:gd name="connsiteY6" fmla="*/ 3262174 h 4307633"/>
              <a:gd name="connsiteX7" fmla="*/ 5208884 w 5811771"/>
              <a:gd name="connsiteY7" fmla="*/ 4307633 h 4307633"/>
              <a:gd name="connsiteX8" fmla="*/ 4642133 w 5811771"/>
              <a:gd name="connsiteY8" fmla="*/ 3256445 h 4307633"/>
              <a:gd name="connsiteX0" fmla="*/ 4642133 w 5811771"/>
              <a:gd name="connsiteY0" fmla="*/ 3256445 h 4307633"/>
              <a:gd name="connsiteX1" fmla="*/ 4830247 w 5811771"/>
              <a:gd name="connsiteY1" fmla="*/ 3246127 h 4307633"/>
              <a:gd name="connsiteX2" fmla="*/ 4326319 w 5811771"/>
              <a:gd name="connsiteY2" fmla="*/ 2006484 h 4307633"/>
              <a:gd name="connsiteX3" fmla="*/ 1065682 w 5811771"/>
              <a:gd name="connsiteY3" fmla="*/ 1291457 h 4307633"/>
              <a:gd name="connsiteX4" fmla="*/ 3717347 w 5811771"/>
              <a:gd name="connsiteY4" fmla="*/ 0 h 4307633"/>
              <a:gd name="connsiteX5" fmla="*/ 5558848 w 5811771"/>
              <a:gd name="connsiteY5" fmla="*/ 3245151 h 4307633"/>
              <a:gd name="connsiteX6" fmla="*/ 5811771 w 5811771"/>
              <a:gd name="connsiteY6" fmla="*/ 3262174 h 4307633"/>
              <a:gd name="connsiteX7" fmla="*/ 5208884 w 5811771"/>
              <a:gd name="connsiteY7" fmla="*/ 4307633 h 4307633"/>
              <a:gd name="connsiteX8" fmla="*/ 4642133 w 5811771"/>
              <a:gd name="connsiteY8" fmla="*/ 3256445 h 4307633"/>
              <a:gd name="connsiteX0" fmla="*/ 4642133 w 5811771"/>
              <a:gd name="connsiteY0" fmla="*/ 3256445 h 4307633"/>
              <a:gd name="connsiteX1" fmla="*/ 4830247 w 5811771"/>
              <a:gd name="connsiteY1" fmla="*/ 3246127 h 4307633"/>
              <a:gd name="connsiteX2" fmla="*/ 4326319 w 5811771"/>
              <a:gd name="connsiteY2" fmla="*/ 2006484 h 4307633"/>
              <a:gd name="connsiteX3" fmla="*/ 1065682 w 5811771"/>
              <a:gd name="connsiteY3" fmla="*/ 1291457 h 4307633"/>
              <a:gd name="connsiteX4" fmla="*/ 3717347 w 5811771"/>
              <a:gd name="connsiteY4" fmla="*/ 0 h 4307633"/>
              <a:gd name="connsiteX5" fmla="*/ 5558848 w 5811771"/>
              <a:gd name="connsiteY5" fmla="*/ 3245151 h 4307633"/>
              <a:gd name="connsiteX6" fmla="*/ 5811771 w 5811771"/>
              <a:gd name="connsiteY6" fmla="*/ 3262174 h 4307633"/>
              <a:gd name="connsiteX7" fmla="*/ 5208884 w 5811771"/>
              <a:gd name="connsiteY7" fmla="*/ 4307633 h 4307633"/>
              <a:gd name="connsiteX8" fmla="*/ 4642133 w 5811771"/>
              <a:gd name="connsiteY8" fmla="*/ 3256445 h 4307633"/>
              <a:gd name="connsiteX0" fmla="*/ 4642133 w 5811771"/>
              <a:gd name="connsiteY0" fmla="*/ 3256445 h 4307633"/>
              <a:gd name="connsiteX1" fmla="*/ 4830247 w 5811771"/>
              <a:gd name="connsiteY1" fmla="*/ 3246127 h 4307633"/>
              <a:gd name="connsiteX2" fmla="*/ 4326319 w 5811771"/>
              <a:gd name="connsiteY2" fmla="*/ 2006484 h 4307633"/>
              <a:gd name="connsiteX3" fmla="*/ 2649793 w 5811771"/>
              <a:gd name="connsiteY3" fmla="*/ 906735 h 4307633"/>
              <a:gd name="connsiteX4" fmla="*/ 1065682 w 5811771"/>
              <a:gd name="connsiteY4" fmla="*/ 1291457 h 4307633"/>
              <a:gd name="connsiteX5" fmla="*/ 3717347 w 5811771"/>
              <a:gd name="connsiteY5" fmla="*/ 0 h 4307633"/>
              <a:gd name="connsiteX6" fmla="*/ 5558848 w 5811771"/>
              <a:gd name="connsiteY6" fmla="*/ 3245151 h 4307633"/>
              <a:gd name="connsiteX7" fmla="*/ 5811771 w 5811771"/>
              <a:gd name="connsiteY7" fmla="*/ 3262174 h 4307633"/>
              <a:gd name="connsiteX8" fmla="*/ 5208884 w 5811771"/>
              <a:gd name="connsiteY8" fmla="*/ 4307633 h 4307633"/>
              <a:gd name="connsiteX9" fmla="*/ 4642133 w 5811771"/>
              <a:gd name="connsiteY9" fmla="*/ 3256445 h 4307633"/>
              <a:gd name="connsiteX0" fmla="*/ 4642133 w 5811771"/>
              <a:gd name="connsiteY0" fmla="*/ 3256445 h 4307633"/>
              <a:gd name="connsiteX1" fmla="*/ 4830247 w 5811771"/>
              <a:gd name="connsiteY1" fmla="*/ 3246127 h 4307633"/>
              <a:gd name="connsiteX2" fmla="*/ 4326319 w 5811771"/>
              <a:gd name="connsiteY2" fmla="*/ 2006484 h 4307633"/>
              <a:gd name="connsiteX3" fmla="*/ 2649793 w 5811771"/>
              <a:gd name="connsiteY3" fmla="*/ 906735 h 4307633"/>
              <a:gd name="connsiteX4" fmla="*/ 1065682 w 5811771"/>
              <a:gd name="connsiteY4" fmla="*/ 1291457 h 4307633"/>
              <a:gd name="connsiteX5" fmla="*/ 3717347 w 5811771"/>
              <a:gd name="connsiteY5" fmla="*/ 0 h 4307633"/>
              <a:gd name="connsiteX6" fmla="*/ 5558848 w 5811771"/>
              <a:gd name="connsiteY6" fmla="*/ 3245151 h 4307633"/>
              <a:gd name="connsiteX7" fmla="*/ 5811771 w 5811771"/>
              <a:gd name="connsiteY7" fmla="*/ 3262174 h 4307633"/>
              <a:gd name="connsiteX8" fmla="*/ 5208884 w 5811771"/>
              <a:gd name="connsiteY8" fmla="*/ 4307633 h 4307633"/>
              <a:gd name="connsiteX9" fmla="*/ 4642133 w 5811771"/>
              <a:gd name="connsiteY9" fmla="*/ 3256445 h 4307633"/>
              <a:gd name="connsiteX0" fmla="*/ 4642133 w 5811771"/>
              <a:gd name="connsiteY0" fmla="*/ 3256445 h 4307633"/>
              <a:gd name="connsiteX1" fmla="*/ 4830247 w 5811771"/>
              <a:gd name="connsiteY1" fmla="*/ 3246127 h 4307633"/>
              <a:gd name="connsiteX2" fmla="*/ 4326319 w 5811771"/>
              <a:gd name="connsiteY2" fmla="*/ 2006484 h 4307633"/>
              <a:gd name="connsiteX3" fmla="*/ 2649793 w 5811771"/>
              <a:gd name="connsiteY3" fmla="*/ 906735 h 4307633"/>
              <a:gd name="connsiteX4" fmla="*/ 1065682 w 5811771"/>
              <a:gd name="connsiteY4" fmla="*/ 1291457 h 4307633"/>
              <a:gd name="connsiteX5" fmla="*/ 3717347 w 5811771"/>
              <a:gd name="connsiteY5" fmla="*/ 0 h 4307633"/>
              <a:gd name="connsiteX6" fmla="*/ 5558848 w 5811771"/>
              <a:gd name="connsiteY6" fmla="*/ 3245151 h 4307633"/>
              <a:gd name="connsiteX7" fmla="*/ 5811771 w 5811771"/>
              <a:gd name="connsiteY7" fmla="*/ 3262174 h 4307633"/>
              <a:gd name="connsiteX8" fmla="*/ 5208884 w 5811771"/>
              <a:gd name="connsiteY8" fmla="*/ 4307633 h 4307633"/>
              <a:gd name="connsiteX9" fmla="*/ 4642133 w 5811771"/>
              <a:gd name="connsiteY9" fmla="*/ 3256445 h 4307633"/>
              <a:gd name="connsiteX0" fmla="*/ 4460803 w 5630441"/>
              <a:gd name="connsiteY0" fmla="*/ 3256445 h 4307633"/>
              <a:gd name="connsiteX1" fmla="*/ 4648917 w 5630441"/>
              <a:gd name="connsiteY1" fmla="*/ 3246127 h 4307633"/>
              <a:gd name="connsiteX2" fmla="*/ 4144989 w 5630441"/>
              <a:gd name="connsiteY2" fmla="*/ 2006484 h 4307633"/>
              <a:gd name="connsiteX3" fmla="*/ 2468463 w 5630441"/>
              <a:gd name="connsiteY3" fmla="*/ 906735 h 4307633"/>
              <a:gd name="connsiteX4" fmla="*/ 884352 w 5630441"/>
              <a:gd name="connsiteY4" fmla="*/ 1291457 h 4307633"/>
              <a:gd name="connsiteX5" fmla="*/ 3536017 w 5630441"/>
              <a:gd name="connsiteY5" fmla="*/ 0 h 4307633"/>
              <a:gd name="connsiteX6" fmla="*/ 5377518 w 5630441"/>
              <a:gd name="connsiteY6" fmla="*/ 3245151 h 4307633"/>
              <a:gd name="connsiteX7" fmla="*/ 5630441 w 5630441"/>
              <a:gd name="connsiteY7" fmla="*/ 3262174 h 4307633"/>
              <a:gd name="connsiteX8" fmla="*/ 5027554 w 5630441"/>
              <a:gd name="connsiteY8" fmla="*/ 4307633 h 4307633"/>
              <a:gd name="connsiteX9" fmla="*/ 4460803 w 5630441"/>
              <a:gd name="connsiteY9" fmla="*/ 3256445 h 4307633"/>
              <a:gd name="connsiteX0" fmla="*/ 4460803 w 5630441"/>
              <a:gd name="connsiteY0" fmla="*/ 3256445 h 4307633"/>
              <a:gd name="connsiteX1" fmla="*/ 4648917 w 5630441"/>
              <a:gd name="connsiteY1" fmla="*/ 3246127 h 4307633"/>
              <a:gd name="connsiteX2" fmla="*/ 4144989 w 5630441"/>
              <a:gd name="connsiteY2" fmla="*/ 2006484 h 4307633"/>
              <a:gd name="connsiteX3" fmla="*/ 2468463 w 5630441"/>
              <a:gd name="connsiteY3" fmla="*/ 906735 h 4307633"/>
              <a:gd name="connsiteX4" fmla="*/ 884352 w 5630441"/>
              <a:gd name="connsiteY4" fmla="*/ 1291457 h 4307633"/>
              <a:gd name="connsiteX5" fmla="*/ 3536017 w 5630441"/>
              <a:gd name="connsiteY5" fmla="*/ 0 h 4307633"/>
              <a:gd name="connsiteX6" fmla="*/ 5377518 w 5630441"/>
              <a:gd name="connsiteY6" fmla="*/ 3245151 h 4307633"/>
              <a:gd name="connsiteX7" fmla="*/ 5630441 w 5630441"/>
              <a:gd name="connsiteY7" fmla="*/ 3262174 h 4307633"/>
              <a:gd name="connsiteX8" fmla="*/ 5027554 w 5630441"/>
              <a:gd name="connsiteY8" fmla="*/ 4307633 h 4307633"/>
              <a:gd name="connsiteX9" fmla="*/ 4460803 w 5630441"/>
              <a:gd name="connsiteY9" fmla="*/ 3256445 h 4307633"/>
              <a:gd name="connsiteX0" fmla="*/ 4642574 w 5812212"/>
              <a:gd name="connsiteY0" fmla="*/ 3256445 h 4307633"/>
              <a:gd name="connsiteX1" fmla="*/ 4830688 w 5812212"/>
              <a:gd name="connsiteY1" fmla="*/ 3246127 h 4307633"/>
              <a:gd name="connsiteX2" fmla="*/ 4326760 w 5812212"/>
              <a:gd name="connsiteY2" fmla="*/ 2006484 h 4307633"/>
              <a:gd name="connsiteX3" fmla="*/ 2650234 w 5812212"/>
              <a:gd name="connsiteY3" fmla="*/ 906735 h 4307633"/>
              <a:gd name="connsiteX4" fmla="*/ 857409 w 5812212"/>
              <a:gd name="connsiteY4" fmla="*/ 1272005 h 4307633"/>
              <a:gd name="connsiteX5" fmla="*/ 3717788 w 5812212"/>
              <a:gd name="connsiteY5" fmla="*/ 0 h 4307633"/>
              <a:gd name="connsiteX6" fmla="*/ 5559289 w 5812212"/>
              <a:gd name="connsiteY6" fmla="*/ 3245151 h 4307633"/>
              <a:gd name="connsiteX7" fmla="*/ 5812212 w 5812212"/>
              <a:gd name="connsiteY7" fmla="*/ 3262174 h 4307633"/>
              <a:gd name="connsiteX8" fmla="*/ 5209325 w 5812212"/>
              <a:gd name="connsiteY8" fmla="*/ 4307633 h 4307633"/>
              <a:gd name="connsiteX9" fmla="*/ 4642574 w 5812212"/>
              <a:gd name="connsiteY9" fmla="*/ 3256445 h 4307633"/>
              <a:gd name="connsiteX0" fmla="*/ 4642574 w 5812212"/>
              <a:gd name="connsiteY0" fmla="*/ 3256445 h 4307633"/>
              <a:gd name="connsiteX1" fmla="*/ 4830688 w 5812212"/>
              <a:gd name="connsiteY1" fmla="*/ 3246127 h 4307633"/>
              <a:gd name="connsiteX2" fmla="*/ 4326760 w 5812212"/>
              <a:gd name="connsiteY2" fmla="*/ 2006484 h 4307633"/>
              <a:gd name="connsiteX3" fmla="*/ 2650234 w 5812212"/>
              <a:gd name="connsiteY3" fmla="*/ 906735 h 4307633"/>
              <a:gd name="connsiteX4" fmla="*/ 857409 w 5812212"/>
              <a:gd name="connsiteY4" fmla="*/ 1272005 h 4307633"/>
              <a:gd name="connsiteX5" fmla="*/ 3717788 w 5812212"/>
              <a:gd name="connsiteY5" fmla="*/ 0 h 4307633"/>
              <a:gd name="connsiteX6" fmla="*/ 5559289 w 5812212"/>
              <a:gd name="connsiteY6" fmla="*/ 3245151 h 4307633"/>
              <a:gd name="connsiteX7" fmla="*/ 5812212 w 5812212"/>
              <a:gd name="connsiteY7" fmla="*/ 3262174 h 4307633"/>
              <a:gd name="connsiteX8" fmla="*/ 5209325 w 5812212"/>
              <a:gd name="connsiteY8" fmla="*/ 4307633 h 4307633"/>
              <a:gd name="connsiteX9" fmla="*/ 4642574 w 5812212"/>
              <a:gd name="connsiteY9" fmla="*/ 3256445 h 4307633"/>
              <a:gd name="connsiteX0" fmla="*/ 4443745 w 5613383"/>
              <a:gd name="connsiteY0" fmla="*/ 3256445 h 4307633"/>
              <a:gd name="connsiteX1" fmla="*/ 4631859 w 5613383"/>
              <a:gd name="connsiteY1" fmla="*/ 3246127 h 4307633"/>
              <a:gd name="connsiteX2" fmla="*/ 4127931 w 5613383"/>
              <a:gd name="connsiteY2" fmla="*/ 2006484 h 4307633"/>
              <a:gd name="connsiteX3" fmla="*/ 2451405 w 5613383"/>
              <a:gd name="connsiteY3" fmla="*/ 906735 h 4307633"/>
              <a:gd name="connsiteX4" fmla="*/ 658580 w 5613383"/>
              <a:gd name="connsiteY4" fmla="*/ 1272005 h 4307633"/>
              <a:gd name="connsiteX5" fmla="*/ 3518959 w 5613383"/>
              <a:gd name="connsiteY5" fmla="*/ 0 h 4307633"/>
              <a:gd name="connsiteX6" fmla="*/ 5360460 w 5613383"/>
              <a:gd name="connsiteY6" fmla="*/ 3245151 h 4307633"/>
              <a:gd name="connsiteX7" fmla="*/ 5613383 w 5613383"/>
              <a:gd name="connsiteY7" fmla="*/ 3262174 h 4307633"/>
              <a:gd name="connsiteX8" fmla="*/ 5010496 w 5613383"/>
              <a:gd name="connsiteY8" fmla="*/ 4307633 h 4307633"/>
              <a:gd name="connsiteX9" fmla="*/ 4443745 w 5613383"/>
              <a:gd name="connsiteY9" fmla="*/ 3256445 h 4307633"/>
              <a:gd name="connsiteX0" fmla="*/ 4470252 w 5639890"/>
              <a:gd name="connsiteY0" fmla="*/ 3256445 h 4307633"/>
              <a:gd name="connsiteX1" fmla="*/ 4658366 w 5639890"/>
              <a:gd name="connsiteY1" fmla="*/ 3246127 h 4307633"/>
              <a:gd name="connsiteX2" fmla="*/ 4154438 w 5639890"/>
              <a:gd name="connsiteY2" fmla="*/ 2006484 h 4307633"/>
              <a:gd name="connsiteX3" fmla="*/ 2477912 w 5639890"/>
              <a:gd name="connsiteY3" fmla="*/ 906735 h 4307633"/>
              <a:gd name="connsiteX4" fmla="*/ 685087 w 5639890"/>
              <a:gd name="connsiteY4" fmla="*/ 1272005 h 4307633"/>
              <a:gd name="connsiteX5" fmla="*/ 3545466 w 5639890"/>
              <a:gd name="connsiteY5" fmla="*/ 0 h 4307633"/>
              <a:gd name="connsiteX6" fmla="*/ 5386967 w 5639890"/>
              <a:gd name="connsiteY6" fmla="*/ 3245151 h 4307633"/>
              <a:gd name="connsiteX7" fmla="*/ 5639890 w 5639890"/>
              <a:gd name="connsiteY7" fmla="*/ 3262174 h 4307633"/>
              <a:gd name="connsiteX8" fmla="*/ 5037003 w 5639890"/>
              <a:gd name="connsiteY8" fmla="*/ 4307633 h 4307633"/>
              <a:gd name="connsiteX9" fmla="*/ 4470252 w 5639890"/>
              <a:gd name="connsiteY9" fmla="*/ 3256445 h 4307633"/>
              <a:gd name="connsiteX0" fmla="*/ 4568577 w 5738215"/>
              <a:gd name="connsiteY0" fmla="*/ 4249698 h 5300886"/>
              <a:gd name="connsiteX1" fmla="*/ 4756691 w 5738215"/>
              <a:gd name="connsiteY1" fmla="*/ 4239380 h 5300886"/>
              <a:gd name="connsiteX2" fmla="*/ 4252763 w 5738215"/>
              <a:gd name="connsiteY2" fmla="*/ 2999737 h 5300886"/>
              <a:gd name="connsiteX3" fmla="*/ 2576237 w 5738215"/>
              <a:gd name="connsiteY3" fmla="*/ 1899988 h 5300886"/>
              <a:gd name="connsiteX4" fmla="*/ 783412 w 5738215"/>
              <a:gd name="connsiteY4" fmla="*/ 2265258 h 5300886"/>
              <a:gd name="connsiteX5" fmla="*/ 3643791 w 5738215"/>
              <a:gd name="connsiteY5" fmla="*/ 993253 h 5300886"/>
              <a:gd name="connsiteX6" fmla="*/ 5485292 w 5738215"/>
              <a:gd name="connsiteY6" fmla="*/ 4238404 h 5300886"/>
              <a:gd name="connsiteX7" fmla="*/ 5738215 w 5738215"/>
              <a:gd name="connsiteY7" fmla="*/ 4255427 h 5300886"/>
              <a:gd name="connsiteX8" fmla="*/ 5135328 w 5738215"/>
              <a:gd name="connsiteY8" fmla="*/ 5300886 h 5300886"/>
              <a:gd name="connsiteX9" fmla="*/ 4568577 w 5738215"/>
              <a:gd name="connsiteY9" fmla="*/ 4249698 h 5300886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289307 w 5774759"/>
              <a:gd name="connsiteY2" fmla="*/ 3475994 h 5777143"/>
              <a:gd name="connsiteX3" fmla="*/ 2612781 w 5774759"/>
              <a:gd name="connsiteY3" fmla="*/ 2376245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289307 w 5774759"/>
              <a:gd name="connsiteY2" fmla="*/ 3475994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289307 w 5774759"/>
              <a:gd name="connsiteY2" fmla="*/ 3475994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289307 w 5774759"/>
              <a:gd name="connsiteY2" fmla="*/ 3475994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289307 w 5774759"/>
              <a:gd name="connsiteY2" fmla="*/ 3475994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289307 w 5774759"/>
              <a:gd name="connsiteY2" fmla="*/ 3475994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330299 w 5774759"/>
              <a:gd name="connsiteY2" fmla="*/ 3442447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330299 w 5774759"/>
              <a:gd name="connsiteY2" fmla="*/ 3442447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431081 w 5774759"/>
              <a:gd name="connsiteY2" fmla="*/ 3326615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431081 w 5774759"/>
              <a:gd name="connsiteY2" fmla="*/ 3326615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431081 w 5774759"/>
              <a:gd name="connsiteY2" fmla="*/ 3326615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431081 w 5774759"/>
              <a:gd name="connsiteY2" fmla="*/ 3326615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431081 w 5774759"/>
              <a:gd name="connsiteY2" fmla="*/ 3326615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605121 w 5774759"/>
              <a:gd name="connsiteY0" fmla="*/ 4725955 h 5777143"/>
              <a:gd name="connsiteX1" fmla="*/ 4793235 w 5774759"/>
              <a:gd name="connsiteY1" fmla="*/ 4715637 h 5777143"/>
              <a:gd name="connsiteX2" fmla="*/ 4431081 w 5774759"/>
              <a:gd name="connsiteY2" fmla="*/ 3326615 h 5777143"/>
              <a:gd name="connsiteX3" fmla="*/ 2518130 w 5774759"/>
              <a:gd name="connsiteY3" fmla="*/ 2181389 h 5777143"/>
              <a:gd name="connsiteX4" fmla="*/ 819956 w 5774759"/>
              <a:gd name="connsiteY4" fmla="*/ 2741515 h 5777143"/>
              <a:gd name="connsiteX5" fmla="*/ 3435809 w 5774759"/>
              <a:gd name="connsiteY5" fmla="*/ 871458 h 5777143"/>
              <a:gd name="connsiteX6" fmla="*/ 5521836 w 5774759"/>
              <a:gd name="connsiteY6" fmla="*/ 4714661 h 5777143"/>
              <a:gd name="connsiteX7" fmla="*/ 5774759 w 5774759"/>
              <a:gd name="connsiteY7" fmla="*/ 4731684 h 5777143"/>
              <a:gd name="connsiteX8" fmla="*/ 5171872 w 5774759"/>
              <a:gd name="connsiteY8" fmla="*/ 5777143 h 5777143"/>
              <a:gd name="connsiteX9" fmla="*/ 4605121 w 5774759"/>
              <a:gd name="connsiteY9" fmla="*/ 4725955 h 5777143"/>
              <a:gd name="connsiteX0" fmla="*/ 4394897 w 5564535"/>
              <a:gd name="connsiteY0" fmla="*/ 4672057 h 5723245"/>
              <a:gd name="connsiteX1" fmla="*/ 4583011 w 5564535"/>
              <a:gd name="connsiteY1" fmla="*/ 4661739 h 5723245"/>
              <a:gd name="connsiteX2" fmla="*/ 4220857 w 5564535"/>
              <a:gd name="connsiteY2" fmla="*/ 3272717 h 5723245"/>
              <a:gd name="connsiteX3" fmla="*/ 2307906 w 5564535"/>
              <a:gd name="connsiteY3" fmla="*/ 2127491 h 5723245"/>
              <a:gd name="connsiteX4" fmla="*/ 609732 w 5564535"/>
              <a:gd name="connsiteY4" fmla="*/ 2687617 h 5723245"/>
              <a:gd name="connsiteX5" fmla="*/ 3225585 w 5564535"/>
              <a:gd name="connsiteY5" fmla="*/ 817560 h 5723245"/>
              <a:gd name="connsiteX6" fmla="*/ 5311612 w 5564535"/>
              <a:gd name="connsiteY6" fmla="*/ 4660763 h 5723245"/>
              <a:gd name="connsiteX7" fmla="*/ 5564535 w 5564535"/>
              <a:gd name="connsiteY7" fmla="*/ 4677786 h 5723245"/>
              <a:gd name="connsiteX8" fmla="*/ 4961648 w 5564535"/>
              <a:gd name="connsiteY8" fmla="*/ 5723245 h 5723245"/>
              <a:gd name="connsiteX9" fmla="*/ 4394897 w 5564535"/>
              <a:gd name="connsiteY9" fmla="*/ 4672057 h 5723245"/>
              <a:gd name="connsiteX0" fmla="*/ 4361918 w 5531556"/>
              <a:gd name="connsiteY0" fmla="*/ 4633037 h 5684225"/>
              <a:gd name="connsiteX1" fmla="*/ 4550032 w 5531556"/>
              <a:gd name="connsiteY1" fmla="*/ 4622719 h 5684225"/>
              <a:gd name="connsiteX2" fmla="*/ 4187878 w 5531556"/>
              <a:gd name="connsiteY2" fmla="*/ 3233697 h 5684225"/>
              <a:gd name="connsiteX3" fmla="*/ 2274927 w 5531556"/>
              <a:gd name="connsiteY3" fmla="*/ 2088471 h 5684225"/>
              <a:gd name="connsiteX4" fmla="*/ 576753 w 5531556"/>
              <a:gd name="connsiteY4" fmla="*/ 2648597 h 5684225"/>
              <a:gd name="connsiteX5" fmla="*/ 3192606 w 5531556"/>
              <a:gd name="connsiteY5" fmla="*/ 778540 h 5684225"/>
              <a:gd name="connsiteX6" fmla="*/ 5278633 w 5531556"/>
              <a:gd name="connsiteY6" fmla="*/ 4621743 h 5684225"/>
              <a:gd name="connsiteX7" fmla="*/ 5531556 w 5531556"/>
              <a:gd name="connsiteY7" fmla="*/ 4638766 h 5684225"/>
              <a:gd name="connsiteX8" fmla="*/ 4928669 w 5531556"/>
              <a:gd name="connsiteY8" fmla="*/ 5684225 h 5684225"/>
              <a:gd name="connsiteX9" fmla="*/ 4361918 w 5531556"/>
              <a:gd name="connsiteY9" fmla="*/ 4633037 h 5684225"/>
              <a:gd name="connsiteX0" fmla="*/ 4361918 w 5531556"/>
              <a:gd name="connsiteY0" fmla="*/ 4633037 h 5684225"/>
              <a:gd name="connsiteX1" fmla="*/ 4637574 w 5531556"/>
              <a:gd name="connsiteY1" fmla="*/ 4624512 h 5684225"/>
              <a:gd name="connsiteX2" fmla="*/ 4187878 w 5531556"/>
              <a:gd name="connsiteY2" fmla="*/ 3233697 h 5684225"/>
              <a:gd name="connsiteX3" fmla="*/ 2274927 w 5531556"/>
              <a:gd name="connsiteY3" fmla="*/ 2088471 h 5684225"/>
              <a:gd name="connsiteX4" fmla="*/ 576753 w 5531556"/>
              <a:gd name="connsiteY4" fmla="*/ 2648597 h 5684225"/>
              <a:gd name="connsiteX5" fmla="*/ 3192606 w 5531556"/>
              <a:gd name="connsiteY5" fmla="*/ 778540 h 5684225"/>
              <a:gd name="connsiteX6" fmla="*/ 5278633 w 5531556"/>
              <a:gd name="connsiteY6" fmla="*/ 4621743 h 5684225"/>
              <a:gd name="connsiteX7" fmla="*/ 5531556 w 5531556"/>
              <a:gd name="connsiteY7" fmla="*/ 4638766 h 5684225"/>
              <a:gd name="connsiteX8" fmla="*/ 4928669 w 5531556"/>
              <a:gd name="connsiteY8" fmla="*/ 5684225 h 5684225"/>
              <a:gd name="connsiteX9" fmla="*/ 4361918 w 5531556"/>
              <a:gd name="connsiteY9" fmla="*/ 4633037 h 5684225"/>
              <a:gd name="connsiteX0" fmla="*/ 4361918 w 5531556"/>
              <a:gd name="connsiteY0" fmla="*/ 4633037 h 5684225"/>
              <a:gd name="connsiteX1" fmla="*/ 4597296 w 5531556"/>
              <a:gd name="connsiteY1" fmla="*/ 4616319 h 5684225"/>
              <a:gd name="connsiteX2" fmla="*/ 4187878 w 5531556"/>
              <a:gd name="connsiteY2" fmla="*/ 3233697 h 5684225"/>
              <a:gd name="connsiteX3" fmla="*/ 2274927 w 5531556"/>
              <a:gd name="connsiteY3" fmla="*/ 2088471 h 5684225"/>
              <a:gd name="connsiteX4" fmla="*/ 576753 w 5531556"/>
              <a:gd name="connsiteY4" fmla="*/ 2648597 h 5684225"/>
              <a:gd name="connsiteX5" fmla="*/ 3192606 w 5531556"/>
              <a:gd name="connsiteY5" fmla="*/ 778540 h 5684225"/>
              <a:gd name="connsiteX6" fmla="*/ 5278633 w 5531556"/>
              <a:gd name="connsiteY6" fmla="*/ 4621743 h 5684225"/>
              <a:gd name="connsiteX7" fmla="*/ 5531556 w 5531556"/>
              <a:gd name="connsiteY7" fmla="*/ 4638766 h 5684225"/>
              <a:gd name="connsiteX8" fmla="*/ 4928669 w 5531556"/>
              <a:gd name="connsiteY8" fmla="*/ 5684225 h 5684225"/>
              <a:gd name="connsiteX9" fmla="*/ 4361918 w 5531556"/>
              <a:gd name="connsiteY9" fmla="*/ 4633037 h 5684225"/>
              <a:gd name="connsiteX0" fmla="*/ 4361918 w 5531556"/>
              <a:gd name="connsiteY0" fmla="*/ 4633037 h 5684225"/>
              <a:gd name="connsiteX1" fmla="*/ 4597296 w 5531556"/>
              <a:gd name="connsiteY1" fmla="*/ 4616319 h 5684225"/>
              <a:gd name="connsiteX2" fmla="*/ 4187878 w 5531556"/>
              <a:gd name="connsiteY2" fmla="*/ 3233697 h 5684225"/>
              <a:gd name="connsiteX3" fmla="*/ 2274927 w 5531556"/>
              <a:gd name="connsiteY3" fmla="*/ 2088471 h 5684225"/>
              <a:gd name="connsiteX4" fmla="*/ 576753 w 5531556"/>
              <a:gd name="connsiteY4" fmla="*/ 2648597 h 5684225"/>
              <a:gd name="connsiteX5" fmla="*/ 3192606 w 5531556"/>
              <a:gd name="connsiteY5" fmla="*/ 778540 h 5684225"/>
              <a:gd name="connsiteX6" fmla="*/ 5278633 w 5531556"/>
              <a:gd name="connsiteY6" fmla="*/ 4621743 h 5684225"/>
              <a:gd name="connsiteX7" fmla="*/ 5531556 w 5531556"/>
              <a:gd name="connsiteY7" fmla="*/ 4638766 h 5684225"/>
              <a:gd name="connsiteX8" fmla="*/ 4928669 w 5531556"/>
              <a:gd name="connsiteY8" fmla="*/ 5684225 h 5684225"/>
              <a:gd name="connsiteX9" fmla="*/ 4361918 w 5531556"/>
              <a:gd name="connsiteY9" fmla="*/ 4633037 h 5684225"/>
              <a:gd name="connsiteX0" fmla="*/ 4361918 w 5531556"/>
              <a:gd name="connsiteY0" fmla="*/ 4633037 h 5684225"/>
              <a:gd name="connsiteX1" fmla="*/ 4597296 w 5531556"/>
              <a:gd name="connsiteY1" fmla="*/ 4616319 h 5684225"/>
              <a:gd name="connsiteX2" fmla="*/ 4187878 w 5531556"/>
              <a:gd name="connsiteY2" fmla="*/ 3233697 h 5684225"/>
              <a:gd name="connsiteX3" fmla="*/ 2274927 w 5531556"/>
              <a:gd name="connsiteY3" fmla="*/ 2088471 h 5684225"/>
              <a:gd name="connsiteX4" fmla="*/ 576753 w 5531556"/>
              <a:gd name="connsiteY4" fmla="*/ 2648597 h 5684225"/>
              <a:gd name="connsiteX5" fmla="*/ 3192606 w 5531556"/>
              <a:gd name="connsiteY5" fmla="*/ 778540 h 5684225"/>
              <a:gd name="connsiteX6" fmla="*/ 5278633 w 5531556"/>
              <a:gd name="connsiteY6" fmla="*/ 4621743 h 5684225"/>
              <a:gd name="connsiteX7" fmla="*/ 5531556 w 5531556"/>
              <a:gd name="connsiteY7" fmla="*/ 4638766 h 5684225"/>
              <a:gd name="connsiteX8" fmla="*/ 4928669 w 5531556"/>
              <a:gd name="connsiteY8" fmla="*/ 5684225 h 5684225"/>
              <a:gd name="connsiteX9" fmla="*/ 4361918 w 5531556"/>
              <a:gd name="connsiteY9" fmla="*/ 4633037 h 5684225"/>
              <a:gd name="connsiteX0" fmla="*/ 4361918 w 5531556"/>
              <a:gd name="connsiteY0" fmla="*/ 4633037 h 5684225"/>
              <a:gd name="connsiteX1" fmla="*/ 4597296 w 5531556"/>
              <a:gd name="connsiteY1" fmla="*/ 4616319 h 5684225"/>
              <a:gd name="connsiteX2" fmla="*/ 4187878 w 5531556"/>
              <a:gd name="connsiteY2" fmla="*/ 3233697 h 5684225"/>
              <a:gd name="connsiteX3" fmla="*/ 2274927 w 5531556"/>
              <a:gd name="connsiteY3" fmla="*/ 2088471 h 5684225"/>
              <a:gd name="connsiteX4" fmla="*/ 576753 w 5531556"/>
              <a:gd name="connsiteY4" fmla="*/ 2648597 h 5684225"/>
              <a:gd name="connsiteX5" fmla="*/ 3192606 w 5531556"/>
              <a:gd name="connsiteY5" fmla="*/ 778540 h 5684225"/>
              <a:gd name="connsiteX6" fmla="*/ 5278633 w 5531556"/>
              <a:gd name="connsiteY6" fmla="*/ 4621743 h 5684225"/>
              <a:gd name="connsiteX7" fmla="*/ 5531556 w 5531556"/>
              <a:gd name="connsiteY7" fmla="*/ 4638766 h 5684225"/>
              <a:gd name="connsiteX8" fmla="*/ 4928669 w 5531556"/>
              <a:gd name="connsiteY8" fmla="*/ 5684225 h 5684225"/>
              <a:gd name="connsiteX9" fmla="*/ 4361918 w 5531556"/>
              <a:gd name="connsiteY9" fmla="*/ 4633037 h 5684225"/>
              <a:gd name="connsiteX0" fmla="*/ 4361918 w 5531556"/>
              <a:gd name="connsiteY0" fmla="*/ 4633037 h 5684225"/>
              <a:gd name="connsiteX1" fmla="*/ 4597296 w 5531556"/>
              <a:gd name="connsiteY1" fmla="*/ 4616319 h 5684225"/>
              <a:gd name="connsiteX2" fmla="*/ 4187878 w 5531556"/>
              <a:gd name="connsiteY2" fmla="*/ 3233697 h 5684225"/>
              <a:gd name="connsiteX3" fmla="*/ 2274927 w 5531556"/>
              <a:gd name="connsiteY3" fmla="*/ 2088471 h 5684225"/>
              <a:gd name="connsiteX4" fmla="*/ 576753 w 5531556"/>
              <a:gd name="connsiteY4" fmla="*/ 2648597 h 5684225"/>
              <a:gd name="connsiteX5" fmla="*/ 3192606 w 5531556"/>
              <a:gd name="connsiteY5" fmla="*/ 778540 h 5684225"/>
              <a:gd name="connsiteX6" fmla="*/ 5278633 w 5531556"/>
              <a:gd name="connsiteY6" fmla="*/ 4621743 h 5684225"/>
              <a:gd name="connsiteX7" fmla="*/ 5531556 w 5531556"/>
              <a:gd name="connsiteY7" fmla="*/ 4638766 h 5684225"/>
              <a:gd name="connsiteX8" fmla="*/ 4928669 w 5531556"/>
              <a:gd name="connsiteY8" fmla="*/ 5684225 h 5684225"/>
              <a:gd name="connsiteX9" fmla="*/ 4361918 w 5531556"/>
              <a:gd name="connsiteY9" fmla="*/ 4633037 h 5684225"/>
              <a:gd name="connsiteX0" fmla="*/ 4108872 w 5278510"/>
              <a:gd name="connsiteY0" fmla="*/ 4580967 h 5632155"/>
              <a:gd name="connsiteX1" fmla="*/ 4344250 w 5278510"/>
              <a:gd name="connsiteY1" fmla="*/ 4564249 h 5632155"/>
              <a:gd name="connsiteX2" fmla="*/ 3934832 w 5278510"/>
              <a:gd name="connsiteY2" fmla="*/ 3181627 h 5632155"/>
              <a:gd name="connsiteX3" fmla="*/ 2021881 w 5278510"/>
              <a:gd name="connsiteY3" fmla="*/ 2036401 h 5632155"/>
              <a:gd name="connsiteX4" fmla="*/ 323707 w 5278510"/>
              <a:gd name="connsiteY4" fmla="*/ 2596527 h 5632155"/>
              <a:gd name="connsiteX5" fmla="*/ 2939560 w 5278510"/>
              <a:gd name="connsiteY5" fmla="*/ 726470 h 5632155"/>
              <a:gd name="connsiteX6" fmla="*/ 5025587 w 5278510"/>
              <a:gd name="connsiteY6" fmla="*/ 4569673 h 5632155"/>
              <a:gd name="connsiteX7" fmla="*/ 5278510 w 5278510"/>
              <a:gd name="connsiteY7" fmla="*/ 4586696 h 5632155"/>
              <a:gd name="connsiteX8" fmla="*/ 4675623 w 5278510"/>
              <a:gd name="connsiteY8" fmla="*/ 5632155 h 5632155"/>
              <a:gd name="connsiteX9" fmla="*/ 4108872 w 5278510"/>
              <a:gd name="connsiteY9" fmla="*/ 4580967 h 5632155"/>
              <a:gd name="connsiteX0" fmla="*/ 3621095 w 4790733"/>
              <a:gd name="connsiteY0" fmla="*/ 4603426 h 5654614"/>
              <a:gd name="connsiteX1" fmla="*/ 3856473 w 4790733"/>
              <a:gd name="connsiteY1" fmla="*/ 4586708 h 5654614"/>
              <a:gd name="connsiteX2" fmla="*/ 3447055 w 4790733"/>
              <a:gd name="connsiteY2" fmla="*/ 3204086 h 5654614"/>
              <a:gd name="connsiteX3" fmla="*/ 1534104 w 4790733"/>
              <a:gd name="connsiteY3" fmla="*/ 2058860 h 5654614"/>
              <a:gd name="connsiteX4" fmla="*/ 394031 w 4790733"/>
              <a:gd name="connsiteY4" fmla="*/ 2451781 h 5654614"/>
              <a:gd name="connsiteX5" fmla="*/ 2451783 w 4790733"/>
              <a:gd name="connsiteY5" fmla="*/ 748929 h 5654614"/>
              <a:gd name="connsiteX6" fmla="*/ 4537810 w 4790733"/>
              <a:gd name="connsiteY6" fmla="*/ 4592132 h 5654614"/>
              <a:gd name="connsiteX7" fmla="*/ 4790733 w 4790733"/>
              <a:gd name="connsiteY7" fmla="*/ 4609155 h 5654614"/>
              <a:gd name="connsiteX8" fmla="*/ 4187846 w 4790733"/>
              <a:gd name="connsiteY8" fmla="*/ 5654614 h 5654614"/>
              <a:gd name="connsiteX9" fmla="*/ 3621095 w 4790733"/>
              <a:gd name="connsiteY9" fmla="*/ 4603426 h 5654614"/>
              <a:gd name="connsiteX0" fmla="*/ 4271263 w 5440901"/>
              <a:gd name="connsiteY0" fmla="*/ 4478232 h 5529420"/>
              <a:gd name="connsiteX1" fmla="*/ 4506641 w 5440901"/>
              <a:gd name="connsiteY1" fmla="*/ 4461514 h 5529420"/>
              <a:gd name="connsiteX2" fmla="*/ 4097223 w 5440901"/>
              <a:gd name="connsiteY2" fmla="*/ 3078892 h 5529420"/>
              <a:gd name="connsiteX3" fmla="*/ 2184272 w 5440901"/>
              <a:gd name="connsiteY3" fmla="*/ 1933666 h 5529420"/>
              <a:gd name="connsiteX4" fmla="*/ 1044199 w 5440901"/>
              <a:gd name="connsiteY4" fmla="*/ 2326587 h 5529420"/>
              <a:gd name="connsiteX5" fmla="*/ 3101951 w 5440901"/>
              <a:gd name="connsiteY5" fmla="*/ 623735 h 5529420"/>
              <a:gd name="connsiteX6" fmla="*/ 5187978 w 5440901"/>
              <a:gd name="connsiteY6" fmla="*/ 4466938 h 5529420"/>
              <a:gd name="connsiteX7" fmla="*/ 5440901 w 5440901"/>
              <a:gd name="connsiteY7" fmla="*/ 4483961 h 5529420"/>
              <a:gd name="connsiteX8" fmla="*/ 4838014 w 5440901"/>
              <a:gd name="connsiteY8" fmla="*/ 5529420 h 5529420"/>
              <a:gd name="connsiteX9" fmla="*/ 4271263 w 5440901"/>
              <a:gd name="connsiteY9" fmla="*/ 4478232 h 5529420"/>
              <a:gd name="connsiteX0" fmla="*/ 4271263 w 5440901"/>
              <a:gd name="connsiteY0" fmla="*/ 4478232 h 5529420"/>
              <a:gd name="connsiteX1" fmla="*/ 4506641 w 5440901"/>
              <a:gd name="connsiteY1" fmla="*/ 4461514 h 5529420"/>
              <a:gd name="connsiteX2" fmla="*/ 4097223 w 5440901"/>
              <a:gd name="connsiteY2" fmla="*/ 3078892 h 5529420"/>
              <a:gd name="connsiteX3" fmla="*/ 2184272 w 5440901"/>
              <a:gd name="connsiteY3" fmla="*/ 1933666 h 5529420"/>
              <a:gd name="connsiteX4" fmla="*/ 1044199 w 5440901"/>
              <a:gd name="connsiteY4" fmla="*/ 2326587 h 5529420"/>
              <a:gd name="connsiteX5" fmla="*/ 3101951 w 5440901"/>
              <a:gd name="connsiteY5" fmla="*/ 623735 h 5529420"/>
              <a:gd name="connsiteX6" fmla="*/ 5187978 w 5440901"/>
              <a:gd name="connsiteY6" fmla="*/ 4466938 h 5529420"/>
              <a:gd name="connsiteX7" fmla="*/ 5440901 w 5440901"/>
              <a:gd name="connsiteY7" fmla="*/ 4483961 h 5529420"/>
              <a:gd name="connsiteX8" fmla="*/ 4838014 w 5440901"/>
              <a:gd name="connsiteY8" fmla="*/ 5529420 h 5529420"/>
              <a:gd name="connsiteX9" fmla="*/ 4271263 w 5440901"/>
              <a:gd name="connsiteY9" fmla="*/ 4478232 h 5529420"/>
              <a:gd name="connsiteX0" fmla="*/ 4271263 w 5440901"/>
              <a:gd name="connsiteY0" fmla="*/ 4478232 h 5529420"/>
              <a:gd name="connsiteX1" fmla="*/ 4506641 w 5440901"/>
              <a:gd name="connsiteY1" fmla="*/ 4461514 h 5529420"/>
              <a:gd name="connsiteX2" fmla="*/ 4097223 w 5440901"/>
              <a:gd name="connsiteY2" fmla="*/ 3078892 h 5529420"/>
              <a:gd name="connsiteX3" fmla="*/ 2184272 w 5440901"/>
              <a:gd name="connsiteY3" fmla="*/ 1933666 h 5529420"/>
              <a:gd name="connsiteX4" fmla="*/ 1044199 w 5440901"/>
              <a:gd name="connsiteY4" fmla="*/ 2326587 h 5529420"/>
              <a:gd name="connsiteX5" fmla="*/ 3101951 w 5440901"/>
              <a:gd name="connsiteY5" fmla="*/ 623735 h 5529420"/>
              <a:gd name="connsiteX6" fmla="*/ 5187978 w 5440901"/>
              <a:gd name="connsiteY6" fmla="*/ 4466938 h 5529420"/>
              <a:gd name="connsiteX7" fmla="*/ 5440901 w 5440901"/>
              <a:gd name="connsiteY7" fmla="*/ 4483961 h 5529420"/>
              <a:gd name="connsiteX8" fmla="*/ 4838014 w 5440901"/>
              <a:gd name="connsiteY8" fmla="*/ 5529420 h 5529420"/>
              <a:gd name="connsiteX9" fmla="*/ 4271263 w 5440901"/>
              <a:gd name="connsiteY9" fmla="*/ 4478232 h 5529420"/>
              <a:gd name="connsiteX0" fmla="*/ 4271263 w 5440901"/>
              <a:gd name="connsiteY0" fmla="*/ 4478232 h 5529420"/>
              <a:gd name="connsiteX1" fmla="*/ 4506641 w 5440901"/>
              <a:gd name="connsiteY1" fmla="*/ 4461514 h 5529420"/>
              <a:gd name="connsiteX2" fmla="*/ 4097223 w 5440901"/>
              <a:gd name="connsiteY2" fmla="*/ 3078892 h 5529420"/>
              <a:gd name="connsiteX3" fmla="*/ 2184272 w 5440901"/>
              <a:gd name="connsiteY3" fmla="*/ 1933666 h 5529420"/>
              <a:gd name="connsiteX4" fmla="*/ 1044199 w 5440901"/>
              <a:gd name="connsiteY4" fmla="*/ 2326587 h 5529420"/>
              <a:gd name="connsiteX5" fmla="*/ 3101951 w 5440901"/>
              <a:gd name="connsiteY5" fmla="*/ 623735 h 5529420"/>
              <a:gd name="connsiteX6" fmla="*/ 5187978 w 5440901"/>
              <a:gd name="connsiteY6" fmla="*/ 4466938 h 5529420"/>
              <a:gd name="connsiteX7" fmla="*/ 5440901 w 5440901"/>
              <a:gd name="connsiteY7" fmla="*/ 4483961 h 5529420"/>
              <a:gd name="connsiteX8" fmla="*/ 4838014 w 5440901"/>
              <a:gd name="connsiteY8" fmla="*/ 5529420 h 5529420"/>
              <a:gd name="connsiteX9" fmla="*/ 4271263 w 5440901"/>
              <a:gd name="connsiteY9" fmla="*/ 4478232 h 5529420"/>
              <a:gd name="connsiteX0" fmla="*/ 4271263 w 5440901"/>
              <a:gd name="connsiteY0" fmla="*/ 4478232 h 5529420"/>
              <a:gd name="connsiteX1" fmla="*/ 4506641 w 5440901"/>
              <a:gd name="connsiteY1" fmla="*/ 4461514 h 5529420"/>
              <a:gd name="connsiteX2" fmla="*/ 4097223 w 5440901"/>
              <a:gd name="connsiteY2" fmla="*/ 3078892 h 5529420"/>
              <a:gd name="connsiteX3" fmla="*/ 2184272 w 5440901"/>
              <a:gd name="connsiteY3" fmla="*/ 1933666 h 5529420"/>
              <a:gd name="connsiteX4" fmla="*/ 1044199 w 5440901"/>
              <a:gd name="connsiteY4" fmla="*/ 2326587 h 5529420"/>
              <a:gd name="connsiteX5" fmla="*/ 3101951 w 5440901"/>
              <a:gd name="connsiteY5" fmla="*/ 623735 h 5529420"/>
              <a:gd name="connsiteX6" fmla="*/ 5187978 w 5440901"/>
              <a:gd name="connsiteY6" fmla="*/ 4466938 h 5529420"/>
              <a:gd name="connsiteX7" fmla="*/ 5440901 w 5440901"/>
              <a:gd name="connsiteY7" fmla="*/ 4483961 h 5529420"/>
              <a:gd name="connsiteX8" fmla="*/ 4838014 w 5440901"/>
              <a:gd name="connsiteY8" fmla="*/ 5529420 h 5529420"/>
              <a:gd name="connsiteX9" fmla="*/ 4271263 w 5440901"/>
              <a:gd name="connsiteY9" fmla="*/ 4478232 h 5529420"/>
              <a:gd name="connsiteX0" fmla="*/ 4271263 w 5440901"/>
              <a:gd name="connsiteY0" fmla="*/ 4478232 h 5529420"/>
              <a:gd name="connsiteX1" fmla="*/ 4506641 w 5440901"/>
              <a:gd name="connsiteY1" fmla="*/ 4461514 h 5529420"/>
              <a:gd name="connsiteX2" fmla="*/ 4097223 w 5440901"/>
              <a:gd name="connsiteY2" fmla="*/ 3078892 h 5529420"/>
              <a:gd name="connsiteX3" fmla="*/ 2184272 w 5440901"/>
              <a:gd name="connsiteY3" fmla="*/ 1933666 h 5529420"/>
              <a:gd name="connsiteX4" fmla="*/ 1044199 w 5440901"/>
              <a:gd name="connsiteY4" fmla="*/ 2326587 h 5529420"/>
              <a:gd name="connsiteX5" fmla="*/ 3101951 w 5440901"/>
              <a:gd name="connsiteY5" fmla="*/ 623735 h 5529420"/>
              <a:gd name="connsiteX6" fmla="*/ 5187978 w 5440901"/>
              <a:gd name="connsiteY6" fmla="*/ 4466938 h 5529420"/>
              <a:gd name="connsiteX7" fmla="*/ 5440901 w 5440901"/>
              <a:gd name="connsiteY7" fmla="*/ 4483961 h 5529420"/>
              <a:gd name="connsiteX8" fmla="*/ 4838014 w 5440901"/>
              <a:gd name="connsiteY8" fmla="*/ 5529420 h 5529420"/>
              <a:gd name="connsiteX9" fmla="*/ 4271263 w 5440901"/>
              <a:gd name="connsiteY9" fmla="*/ 4478232 h 5529420"/>
              <a:gd name="connsiteX0" fmla="*/ 4271263 w 5440901"/>
              <a:gd name="connsiteY0" fmla="*/ 4478232 h 5529420"/>
              <a:gd name="connsiteX1" fmla="*/ 4506641 w 5440901"/>
              <a:gd name="connsiteY1" fmla="*/ 4461514 h 5529420"/>
              <a:gd name="connsiteX2" fmla="*/ 4097223 w 5440901"/>
              <a:gd name="connsiteY2" fmla="*/ 3078892 h 5529420"/>
              <a:gd name="connsiteX3" fmla="*/ 2184272 w 5440901"/>
              <a:gd name="connsiteY3" fmla="*/ 1933666 h 5529420"/>
              <a:gd name="connsiteX4" fmla="*/ 1044199 w 5440901"/>
              <a:gd name="connsiteY4" fmla="*/ 2326587 h 5529420"/>
              <a:gd name="connsiteX5" fmla="*/ 3101951 w 5440901"/>
              <a:gd name="connsiteY5" fmla="*/ 623735 h 5529420"/>
              <a:gd name="connsiteX6" fmla="*/ 5187978 w 5440901"/>
              <a:gd name="connsiteY6" fmla="*/ 4466938 h 5529420"/>
              <a:gd name="connsiteX7" fmla="*/ 5440901 w 5440901"/>
              <a:gd name="connsiteY7" fmla="*/ 4483961 h 5529420"/>
              <a:gd name="connsiteX8" fmla="*/ 4838014 w 5440901"/>
              <a:gd name="connsiteY8" fmla="*/ 5529420 h 5529420"/>
              <a:gd name="connsiteX9" fmla="*/ 4271263 w 5440901"/>
              <a:gd name="connsiteY9" fmla="*/ 4478232 h 5529420"/>
              <a:gd name="connsiteX0" fmla="*/ 4271263 w 5440901"/>
              <a:gd name="connsiteY0" fmla="*/ 4478232 h 5529420"/>
              <a:gd name="connsiteX1" fmla="*/ 4506641 w 5440901"/>
              <a:gd name="connsiteY1" fmla="*/ 4461514 h 5529420"/>
              <a:gd name="connsiteX2" fmla="*/ 4097223 w 5440901"/>
              <a:gd name="connsiteY2" fmla="*/ 3078892 h 5529420"/>
              <a:gd name="connsiteX3" fmla="*/ 2184272 w 5440901"/>
              <a:gd name="connsiteY3" fmla="*/ 1933666 h 5529420"/>
              <a:gd name="connsiteX4" fmla="*/ 1044199 w 5440901"/>
              <a:gd name="connsiteY4" fmla="*/ 2326587 h 5529420"/>
              <a:gd name="connsiteX5" fmla="*/ 3101951 w 5440901"/>
              <a:gd name="connsiteY5" fmla="*/ 623735 h 5529420"/>
              <a:gd name="connsiteX6" fmla="*/ 5187978 w 5440901"/>
              <a:gd name="connsiteY6" fmla="*/ 4466938 h 5529420"/>
              <a:gd name="connsiteX7" fmla="*/ 5440901 w 5440901"/>
              <a:gd name="connsiteY7" fmla="*/ 4483961 h 5529420"/>
              <a:gd name="connsiteX8" fmla="*/ 4838014 w 5440901"/>
              <a:gd name="connsiteY8" fmla="*/ 5529420 h 5529420"/>
              <a:gd name="connsiteX9" fmla="*/ 4271263 w 5440901"/>
              <a:gd name="connsiteY9" fmla="*/ 4478232 h 5529420"/>
              <a:gd name="connsiteX0" fmla="*/ 4271263 w 5440901"/>
              <a:gd name="connsiteY0" fmla="*/ 4478232 h 5529420"/>
              <a:gd name="connsiteX1" fmla="*/ 4506641 w 5440901"/>
              <a:gd name="connsiteY1" fmla="*/ 4461514 h 5529420"/>
              <a:gd name="connsiteX2" fmla="*/ 4097223 w 5440901"/>
              <a:gd name="connsiteY2" fmla="*/ 3078892 h 5529420"/>
              <a:gd name="connsiteX3" fmla="*/ 2184272 w 5440901"/>
              <a:gd name="connsiteY3" fmla="*/ 1933666 h 5529420"/>
              <a:gd name="connsiteX4" fmla="*/ 1044199 w 5440901"/>
              <a:gd name="connsiteY4" fmla="*/ 2326587 h 5529420"/>
              <a:gd name="connsiteX5" fmla="*/ 3101951 w 5440901"/>
              <a:gd name="connsiteY5" fmla="*/ 623735 h 5529420"/>
              <a:gd name="connsiteX6" fmla="*/ 5187978 w 5440901"/>
              <a:gd name="connsiteY6" fmla="*/ 4466938 h 5529420"/>
              <a:gd name="connsiteX7" fmla="*/ 5440901 w 5440901"/>
              <a:gd name="connsiteY7" fmla="*/ 4483961 h 5529420"/>
              <a:gd name="connsiteX8" fmla="*/ 4838014 w 5440901"/>
              <a:gd name="connsiteY8" fmla="*/ 5529420 h 5529420"/>
              <a:gd name="connsiteX9" fmla="*/ 4271263 w 5440901"/>
              <a:gd name="connsiteY9" fmla="*/ 4478232 h 5529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40901" h="5529420">
                <a:moveTo>
                  <a:pt x="4271263" y="4478232"/>
                </a:moveTo>
                <a:lnTo>
                  <a:pt x="4506641" y="4461514"/>
                </a:lnTo>
                <a:cubicBezTo>
                  <a:pt x="4554507" y="4263022"/>
                  <a:pt x="4327357" y="3419620"/>
                  <a:pt x="4097223" y="3078892"/>
                </a:cubicBezTo>
                <a:cubicBezTo>
                  <a:pt x="3867089" y="2738164"/>
                  <a:pt x="2969683" y="1699351"/>
                  <a:pt x="2184272" y="1933666"/>
                </a:cubicBezTo>
                <a:cubicBezTo>
                  <a:pt x="1398861" y="2167981"/>
                  <a:pt x="1446345" y="2148333"/>
                  <a:pt x="1044199" y="2326587"/>
                </a:cubicBezTo>
                <a:cubicBezTo>
                  <a:pt x="-1583592" y="3226992"/>
                  <a:pt x="1370015" y="-1685444"/>
                  <a:pt x="3101951" y="623735"/>
                </a:cubicBezTo>
                <a:cubicBezTo>
                  <a:pt x="4544351" y="1977292"/>
                  <a:pt x="5086648" y="3706781"/>
                  <a:pt x="5187978" y="4466938"/>
                </a:cubicBezTo>
                <a:lnTo>
                  <a:pt x="5440901" y="4483961"/>
                </a:lnTo>
                <a:lnTo>
                  <a:pt x="4838014" y="5529420"/>
                </a:lnTo>
                <a:lnTo>
                  <a:pt x="4271263" y="4478232"/>
                </a:lnTo>
                <a:close/>
              </a:path>
            </a:pathLst>
          </a:custGeom>
          <a:gradFill flip="none" rotWithShape="1">
            <a:gsLst>
              <a:gs pos="57000">
                <a:srgbClr val="FFE07D"/>
              </a:gs>
              <a:gs pos="91000">
                <a:schemeClr val="bg1">
                  <a:alpha val="2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38CA915-EA2F-1C15-5153-79FA2C68323A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276CA587-4F71-556B-A62B-B893A6E3D626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9F3238C9-944A-5DDE-C6DB-26876039BA4A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7F8C4DAD-498D-492C-1241-C3083B0D0CE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6400399-2512-5B0F-1FB0-F19C49946967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  <a:endParaRPr lang="zh-CN" altLang="en-US" sz="4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9" name="图形 8">
            <a:extLst>
              <a:ext uri="{FF2B5EF4-FFF2-40B4-BE49-F238E27FC236}">
                <a16:creationId xmlns:a16="http://schemas.microsoft.com/office/drawing/2014/main" id="{1395D7DA-E502-9FE5-051A-39476C0A9B5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553137" y="828874"/>
            <a:ext cx="5669348" cy="4535478"/>
          </a:xfrm>
          <a:prstGeom prst="rect">
            <a:avLst/>
          </a:prstGeom>
        </p:spPr>
      </p:pic>
      <p:sp>
        <p:nvSpPr>
          <p:cNvPr id="95" name="椭圆 94">
            <a:extLst>
              <a:ext uri="{FF2B5EF4-FFF2-40B4-BE49-F238E27FC236}">
                <a16:creationId xmlns:a16="http://schemas.microsoft.com/office/drawing/2014/main" id="{255E0369-2466-F1D2-647D-6B3948C70137}"/>
              </a:ext>
            </a:extLst>
          </p:cNvPr>
          <p:cNvSpPr/>
          <p:nvPr/>
        </p:nvSpPr>
        <p:spPr>
          <a:xfrm rot="2239699">
            <a:off x="2956736" y="1036460"/>
            <a:ext cx="1222767" cy="1654654"/>
          </a:xfrm>
          <a:custGeom>
            <a:avLst/>
            <a:gdLst>
              <a:gd name="connsiteX0" fmla="*/ 0 w 1037173"/>
              <a:gd name="connsiteY0" fmla="*/ 875124 h 1750248"/>
              <a:gd name="connsiteX1" fmla="*/ 518587 w 1037173"/>
              <a:gd name="connsiteY1" fmla="*/ 0 h 1750248"/>
              <a:gd name="connsiteX2" fmla="*/ 1037174 w 1037173"/>
              <a:gd name="connsiteY2" fmla="*/ 875124 h 1750248"/>
              <a:gd name="connsiteX3" fmla="*/ 518587 w 1037173"/>
              <a:gd name="connsiteY3" fmla="*/ 1750248 h 1750248"/>
              <a:gd name="connsiteX4" fmla="*/ 0 w 1037173"/>
              <a:gd name="connsiteY4" fmla="*/ 875124 h 1750248"/>
              <a:gd name="connsiteX0" fmla="*/ 0 w 1051666"/>
              <a:gd name="connsiteY0" fmla="*/ 875124 h 1754911"/>
              <a:gd name="connsiteX1" fmla="*/ 518587 w 1051666"/>
              <a:gd name="connsiteY1" fmla="*/ 0 h 1754911"/>
              <a:gd name="connsiteX2" fmla="*/ 1037174 w 1051666"/>
              <a:gd name="connsiteY2" fmla="*/ 875124 h 1754911"/>
              <a:gd name="connsiteX3" fmla="*/ 769198 w 1051666"/>
              <a:gd name="connsiteY3" fmla="*/ 1207171 h 1754911"/>
              <a:gd name="connsiteX4" fmla="*/ 518587 w 1051666"/>
              <a:gd name="connsiteY4" fmla="*/ 1750248 h 1754911"/>
              <a:gd name="connsiteX5" fmla="*/ 0 w 1051666"/>
              <a:gd name="connsiteY5" fmla="*/ 875124 h 1754911"/>
              <a:gd name="connsiteX0" fmla="*/ 0 w 1038075"/>
              <a:gd name="connsiteY0" fmla="*/ 917942 h 1797729"/>
              <a:gd name="connsiteX1" fmla="*/ 518587 w 1038075"/>
              <a:gd name="connsiteY1" fmla="*/ 42818 h 1797729"/>
              <a:gd name="connsiteX2" fmla="*/ 863164 w 1038075"/>
              <a:gd name="connsiteY2" fmla="*/ 216059 h 1797729"/>
              <a:gd name="connsiteX3" fmla="*/ 1037174 w 1038075"/>
              <a:gd name="connsiteY3" fmla="*/ 917942 h 1797729"/>
              <a:gd name="connsiteX4" fmla="*/ 769198 w 1038075"/>
              <a:gd name="connsiteY4" fmla="*/ 1249989 h 1797729"/>
              <a:gd name="connsiteX5" fmla="*/ 518587 w 1038075"/>
              <a:gd name="connsiteY5" fmla="*/ 1793066 h 1797729"/>
              <a:gd name="connsiteX6" fmla="*/ 0 w 1038075"/>
              <a:gd name="connsiteY6" fmla="*/ 917942 h 1797729"/>
              <a:gd name="connsiteX0" fmla="*/ 263455 w 1301530"/>
              <a:gd name="connsiteY0" fmla="*/ 785304 h 1665091"/>
              <a:gd name="connsiteX1" fmla="*/ 44567 w 1301530"/>
              <a:gd name="connsiteY1" fmla="*/ 121193 h 1665091"/>
              <a:gd name="connsiteX2" fmla="*/ 1126619 w 1301530"/>
              <a:gd name="connsiteY2" fmla="*/ 83421 h 1665091"/>
              <a:gd name="connsiteX3" fmla="*/ 1300629 w 1301530"/>
              <a:gd name="connsiteY3" fmla="*/ 785304 h 1665091"/>
              <a:gd name="connsiteX4" fmla="*/ 1032653 w 1301530"/>
              <a:gd name="connsiteY4" fmla="*/ 1117351 h 1665091"/>
              <a:gd name="connsiteX5" fmla="*/ 782042 w 1301530"/>
              <a:gd name="connsiteY5" fmla="*/ 1660428 h 1665091"/>
              <a:gd name="connsiteX6" fmla="*/ 263455 w 1301530"/>
              <a:gd name="connsiteY6" fmla="*/ 785304 h 1665091"/>
              <a:gd name="connsiteX0" fmla="*/ 238952 w 1277151"/>
              <a:gd name="connsiteY0" fmla="*/ 738940 h 1618727"/>
              <a:gd name="connsiteX1" fmla="*/ 20064 w 1277151"/>
              <a:gd name="connsiteY1" fmla="*/ 74829 h 1618727"/>
              <a:gd name="connsiteX2" fmla="*/ 717695 w 1277151"/>
              <a:gd name="connsiteY2" fmla="*/ 166502 h 1618727"/>
              <a:gd name="connsiteX3" fmla="*/ 1102116 w 1277151"/>
              <a:gd name="connsiteY3" fmla="*/ 37057 h 1618727"/>
              <a:gd name="connsiteX4" fmla="*/ 1276126 w 1277151"/>
              <a:gd name="connsiteY4" fmla="*/ 738940 h 1618727"/>
              <a:gd name="connsiteX5" fmla="*/ 1008150 w 1277151"/>
              <a:gd name="connsiteY5" fmla="*/ 1070987 h 1618727"/>
              <a:gd name="connsiteX6" fmla="*/ 757539 w 1277151"/>
              <a:gd name="connsiteY6" fmla="*/ 1614064 h 1618727"/>
              <a:gd name="connsiteX7" fmla="*/ 238952 w 1277151"/>
              <a:gd name="connsiteY7" fmla="*/ 738940 h 1618727"/>
              <a:gd name="connsiteX0" fmla="*/ 238952 w 1277151"/>
              <a:gd name="connsiteY0" fmla="*/ 738940 h 1618727"/>
              <a:gd name="connsiteX1" fmla="*/ 20064 w 1277151"/>
              <a:gd name="connsiteY1" fmla="*/ 74829 h 1618727"/>
              <a:gd name="connsiteX2" fmla="*/ 717695 w 1277151"/>
              <a:gd name="connsiteY2" fmla="*/ 166502 h 1618727"/>
              <a:gd name="connsiteX3" fmla="*/ 1102116 w 1277151"/>
              <a:gd name="connsiteY3" fmla="*/ 37057 h 1618727"/>
              <a:gd name="connsiteX4" fmla="*/ 1276126 w 1277151"/>
              <a:gd name="connsiteY4" fmla="*/ 738940 h 1618727"/>
              <a:gd name="connsiteX5" fmla="*/ 1008150 w 1277151"/>
              <a:gd name="connsiteY5" fmla="*/ 1070987 h 1618727"/>
              <a:gd name="connsiteX6" fmla="*/ 757539 w 1277151"/>
              <a:gd name="connsiteY6" fmla="*/ 1614064 h 1618727"/>
              <a:gd name="connsiteX7" fmla="*/ 238952 w 1277151"/>
              <a:gd name="connsiteY7" fmla="*/ 738940 h 1618727"/>
              <a:gd name="connsiteX0" fmla="*/ 292251 w 1330450"/>
              <a:gd name="connsiteY0" fmla="*/ 738940 h 1618727"/>
              <a:gd name="connsiteX1" fmla="*/ 45630 w 1330450"/>
              <a:gd name="connsiteY1" fmla="*/ 859397 h 1618727"/>
              <a:gd name="connsiteX2" fmla="*/ 73363 w 1330450"/>
              <a:gd name="connsiteY2" fmla="*/ 74829 h 1618727"/>
              <a:gd name="connsiteX3" fmla="*/ 770994 w 1330450"/>
              <a:gd name="connsiteY3" fmla="*/ 166502 h 1618727"/>
              <a:gd name="connsiteX4" fmla="*/ 1155415 w 1330450"/>
              <a:gd name="connsiteY4" fmla="*/ 37057 h 1618727"/>
              <a:gd name="connsiteX5" fmla="*/ 1329425 w 1330450"/>
              <a:gd name="connsiteY5" fmla="*/ 738940 h 1618727"/>
              <a:gd name="connsiteX6" fmla="*/ 1061449 w 1330450"/>
              <a:gd name="connsiteY6" fmla="*/ 1070987 h 1618727"/>
              <a:gd name="connsiteX7" fmla="*/ 810838 w 1330450"/>
              <a:gd name="connsiteY7" fmla="*/ 1614064 h 1618727"/>
              <a:gd name="connsiteX8" fmla="*/ 292251 w 1330450"/>
              <a:gd name="connsiteY8" fmla="*/ 738940 h 1618727"/>
              <a:gd name="connsiteX0" fmla="*/ 292251 w 1222767"/>
              <a:gd name="connsiteY0" fmla="*/ 738940 h 1618727"/>
              <a:gd name="connsiteX1" fmla="*/ 45630 w 1222767"/>
              <a:gd name="connsiteY1" fmla="*/ 859397 h 1618727"/>
              <a:gd name="connsiteX2" fmla="*/ 73363 w 1222767"/>
              <a:gd name="connsiteY2" fmla="*/ 74829 h 1618727"/>
              <a:gd name="connsiteX3" fmla="*/ 770994 w 1222767"/>
              <a:gd name="connsiteY3" fmla="*/ 166502 h 1618727"/>
              <a:gd name="connsiteX4" fmla="*/ 1155415 w 1222767"/>
              <a:gd name="connsiteY4" fmla="*/ 37057 h 1618727"/>
              <a:gd name="connsiteX5" fmla="*/ 1206192 w 1222767"/>
              <a:gd name="connsiteY5" fmla="*/ 765835 h 1618727"/>
              <a:gd name="connsiteX6" fmla="*/ 1061449 w 1222767"/>
              <a:gd name="connsiteY6" fmla="*/ 1070987 h 1618727"/>
              <a:gd name="connsiteX7" fmla="*/ 810838 w 1222767"/>
              <a:gd name="connsiteY7" fmla="*/ 1614064 h 1618727"/>
              <a:gd name="connsiteX8" fmla="*/ 292251 w 1222767"/>
              <a:gd name="connsiteY8" fmla="*/ 738940 h 1618727"/>
              <a:gd name="connsiteX0" fmla="*/ 292251 w 1222767"/>
              <a:gd name="connsiteY0" fmla="*/ 738940 h 1618727"/>
              <a:gd name="connsiteX1" fmla="*/ 45630 w 1222767"/>
              <a:gd name="connsiteY1" fmla="*/ 859397 h 1618727"/>
              <a:gd name="connsiteX2" fmla="*/ 73363 w 1222767"/>
              <a:gd name="connsiteY2" fmla="*/ 74829 h 1618727"/>
              <a:gd name="connsiteX3" fmla="*/ 770994 w 1222767"/>
              <a:gd name="connsiteY3" fmla="*/ 166502 h 1618727"/>
              <a:gd name="connsiteX4" fmla="*/ 1155415 w 1222767"/>
              <a:gd name="connsiteY4" fmla="*/ 37057 h 1618727"/>
              <a:gd name="connsiteX5" fmla="*/ 1206192 w 1222767"/>
              <a:gd name="connsiteY5" fmla="*/ 765835 h 1618727"/>
              <a:gd name="connsiteX6" fmla="*/ 1061449 w 1222767"/>
              <a:gd name="connsiteY6" fmla="*/ 1070987 h 1618727"/>
              <a:gd name="connsiteX7" fmla="*/ 810838 w 1222767"/>
              <a:gd name="connsiteY7" fmla="*/ 1614064 h 1618727"/>
              <a:gd name="connsiteX8" fmla="*/ 292251 w 1222767"/>
              <a:gd name="connsiteY8" fmla="*/ 738940 h 1618727"/>
              <a:gd name="connsiteX0" fmla="*/ 292251 w 1222767"/>
              <a:gd name="connsiteY0" fmla="*/ 738940 h 1657871"/>
              <a:gd name="connsiteX1" fmla="*/ 45630 w 1222767"/>
              <a:gd name="connsiteY1" fmla="*/ 859397 h 1657871"/>
              <a:gd name="connsiteX2" fmla="*/ 73363 w 1222767"/>
              <a:gd name="connsiteY2" fmla="*/ 74829 h 1657871"/>
              <a:gd name="connsiteX3" fmla="*/ 770994 w 1222767"/>
              <a:gd name="connsiteY3" fmla="*/ 166502 h 1657871"/>
              <a:gd name="connsiteX4" fmla="*/ 1155415 w 1222767"/>
              <a:gd name="connsiteY4" fmla="*/ 37057 h 1657871"/>
              <a:gd name="connsiteX5" fmla="*/ 1206192 w 1222767"/>
              <a:gd name="connsiteY5" fmla="*/ 765835 h 1657871"/>
              <a:gd name="connsiteX6" fmla="*/ 1061449 w 1222767"/>
              <a:gd name="connsiteY6" fmla="*/ 1070987 h 1657871"/>
              <a:gd name="connsiteX7" fmla="*/ 1068021 w 1222767"/>
              <a:gd name="connsiteY7" fmla="*/ 1479633 h 1657871"/>
              <a:gd name="connsiteX8" fmla="*/ 810838 w 1222767"/>
              <a:gd name="connsiteY8" fmla="*/ 1614064 h 1657871"/>
              <a:gd name="connsiteX9" fmla="*/ 292251 w 1222767"/>
              <a:gd name="connsiteY9" fmla="*/ 738940 h 1657871"/>
              <a:gd name="connsiteX0" fmla="*/ 354057 w 1222767"/>
              <a:gd name="connsiteY0" fmla="*/ 784643 h 1654654"/>
              <a:gd name="connsiteX1" fmla="*/ 45630 w 1222767"/>
              <a:gd name="connsiteY1" fmla="*/ 859397 h 1654654"/>
              <a:gd name="connsiteX2" fmla="*/ 73363 w 1222767"/>
              <a:gd name="connsiteY2" fmla="*/ 74829 h 1654654"/>
              <a:gd name="connsiteX3" fmla="*/ 770994 w 1222767"/>
              <a:gd name="connsiteY3" fmla="*/ 166502 h 1654654"/>
              <a:gd name="connsiteX4" fmla="*/ 1155415 w 1222767"/>
              <a:gd name="connsiteY4" fmla="*/ 37057 h 1654654"/>
              <a:gd name="connsiteX5" fmla="*/ 1206192 w 1222767"/>
              <a:gd name="connsiteY5" fmla="*/ 765835 h 1654654"/>
              <a:gd name="connsiteX6" fmla="*/ 1061449 w 1222767"/>
              <a:gd name="connsiteY6" fmla="*/ 1070987 h 1654654"/>
              <a:gd name="connsiteX7" fmla="*/ 1068021 w 1222767"/>
              <a:gd name="connsiteY7" fmla="*/ 1479633 h 1654654"/>
              <a:gd name="connsiteX8" fmla="*/ 810838 w 1222767"/>
              <a:gd name="connsiteY8" fmla="*/ 1614064 h 1654654"/>
              <a:gd name="connsiteX9" fmla="*/ 354057 w 1222767"/>
              <a:gd name="connsiteY9" fmla="*/ 784643 h 165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2767" h="1654654">
                <a:moveTo>
                  <a:pt x="354057" y="784643"/>
                </a:moveTo>
                <a:cubicBezTo>
                  <a:pt x="226522" y="658865"/>
                  <a:pt x="82111" y="970082"/>
                  <a:pt x="45630" y="859397"/>
                </a:cubicBezTo>
                <a:cubicBezTo>
                  <a:pt x="9149" y="748712"/>
                  <a:pt x="-47531" y="190311"/>
                  <a:pt x="73363" y="74829"/>
                </a:cubicBezTo>
                <a:cubicBezTo>
                  <a:pt x="194257" y="-40653"/>
                  <a:pt x="314085" y="-27562"/>
                  <a:pt x="770994" y="166502"/>
                </a:cubicBezTo>
                <a:cubicBezTo>
                  <a:pt x="951336" y="160207"/>
                  <a:pt x="1055293" y="-92901"/>
                  <a:pt x="1155415" y="37057"/>
                </a:cubicBezTo>
                <a:cubicBezTo>
                  <a:pt x="1255537" y="167015"/>
                  <a:pt x="1217594" y="616726"/>
                  <a:pt x="1206192" y="765835"/>
                </a:cubicBezTo>
                <a:cubicBezTo>
                  <a:pt x="1068376" y="925100"/>
                  <a:pt x="1147880" y="925133"/>
                  <a:pt x="1061449" y="1070987"/>
                </a:cubicBezTo>
                <a:cubicBezTo>
                  <a:pt x="1021050" y="1177646"/>
                  <a:pt x="1109790" y="1389120"/>
                  <a:pt x="1068021" y="1479633"/>
                </a:cubicBezTo>
                <a:cubicBezTo>
                  <a:pt x="1026252" y="1570146"/>
                  <a:pt x="929832" y="1729896"/>
                  <a:pt x="810838" y="1614064"/>
                </a:cubicBezTo>
                <a:cubicBezTo>
                  <a:pt x="691844" y="1498232"/>
                  <a:pt x="481592" y="910421"/>
                  <a:pt x="354057" y="784643"/>
                </a:cubicBezTo>
                <a:close/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CBB1567D-E657-8B39-D3C4-DC09961800BC}"/>
              </a:ext>
            </a:extLst>
          </p:cNvPr>
          <p:cNvSpPr/>
          <p:nvPr/>
        </p:nvSpPr>
        <p:spPr>
          <a:xfrm rot="6609437">
            <a:off x="1916527" y="2606056"/>
            <a:ext cx="605851" cy="1026833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6FAEF7FC-FFFA-6A4F-D0AF-7957FA4E1D2E}"/>
              </a:ext>
            </a:extLst>
          </p:cNvPr>
          <p:cNvSpPr/>
          <p:nvPr/>
        </p:nvSpPr>
        <p:spPr>
          <a:xfrm rot="4257453">
            <a:off x="2401520" y="3365861"/>
            <a:ext cx="724830" cy="751179"/>
          </a:xfrm>
          <a:custGeom>
            <a:avLst/>
            <a:gdLst>
              <a:gd name="connsiteX0" fmla="*/ 0 w 556594"/>
              <a:gd name="connsiteY0" fmla="*/ 577090 h 1154179"/>
              <a:gd name="connsiteX1" fmla="*/ 278297 w 556594"/>
              <a:gd name="connsiteY1" fmla="*/ 0 h 1154179"/>
              <a:gd name="connsiteX2" fmla="*/ 556594 w 556594"/>
              <a:gd name="connsiteY2" fmla="*/ 577090 h 1154179"/>
              <a:gd name="connsiteX3" fmla="*/ 278297 w 556594"/>
              <a:gd name="connsiteY3" fmla="*/ 1154180 h 1154179"/>
              <a:gd name="connsiteX4" fmla="*/ 0 w 556594"/>
              <a:gd name="connsiteY4" fmla="*/ 577090 h 1154179"/>
              <a:gd name="connsiteX0" fmla="*/ 0 w 537608"/>
              <a:gd name="connsiteY0" fmla="*/ 578767 h 1159185"/>
              <a:gd name="connsiteX1" fmla="*/ 278297 w 537608"/>
              <a:gd name="connsiteY1" fmla="*/ 1677 h 1159185"/>
              <a:gd name="connsiteX2" fmla="*/ 537608 w 537608"/>
              <a:gd name="connsiteY2" fmla="*/ 735955 h 1159185"/>
              <a:gd name="connsiteX3" fmla="*/ 278297 w 537608"/>
              <a:gd name="connsiteY3" fmla="*/ 1155857 h 1159185"/>
              <a:gd name="connsiteX4" fmla="*/ 0 w 537608"/>
              <a:gd name="connsiteY4" fmla="*/ 578767 h 1159185"/>
              <a:gd name="connsiteX0" fmla="*/ 0 w 542108"/>
              <a:gd name="connsiteY0" fmla="*/ 577334 h 1155961"/>
              <a:gd name="connsiteX1" fmla="*/ 278297 w 542108"/>
              <a:gd name="connsiteY1" fmla="*/ 244 h 1155961"/>
              <a:gd name="connsiteX2" fmla="*/ 361140 w 542108"/>
              <a:gd name="connsiteY2" fmla="*/ 508505 h 1155961"/>
              <a:gd name="connsiteX3" fmla="*/ 537608 w 542108"/>
              <a:gd name="connsiteY3" fmla="*/ 734522 h 1155961"/>
              <a:gd name="connsiteX4" fmla="*/ 278297 w 542108"/>
              <a:gd name="connsiteY4" fmla="*/ 1154424 h 1155961"/>
              <a:gd name="connsiteX5" fmla="*/ 0 w 542108"/>
              <a:gd name="connsiteY5" fmla="*/ 577334 h 1155961"/>
              <a:gd name="connsiteX0" fmla="*/ 231 w 542339"/>
              <a:gd name="connsiteY0" fmla="*/ 437642 h 1016269"/>
              <a:gd name="connsiteX1" fmla="*/ 325994 w 542339"/>
              <a:gd name="connsiteY1" fmla="*/ 371 h 1016269"/>
              <a:gd name="connsiteX2" fmla="*/ 361371 w 542339"/>
              <a:gd name="connsiteY2" fmla="*/ 368813 h 1016269"/>
              <a:gd name="connsiteX3" fmla="*/ 537839 w 542339"/>
              <a:gd name="connsiteY3" fmla="*/ 594830 h 1016269"/>
              <a:gd name="connsiteX4" fmla="*/ 278528 w 542339"/>
              <a:gd name="connsiteY4" fmla="*/ 1014732 h 1016269"/>
              <a:gd name="connsiteX5" fmla="*/ 231 w 542339"/>
              <a:gd name="connsiteY5" fmla="*/ 437642 h 1016269"/>
              <a:gd name="connsiteX0" fmla="*/ 19935 w 562043"/>
              <a:gd name="connsiteY0" fmla="*/ 437642 h 756422"/>
              <a:gd name="connsiteX1" fmla="*/ 345698 w 562043"/>
              <a:gd name="connsiteY1" fmla="*/ 371 h 756422"/>
              <a:gd name="connsiteX2" fmla="*/ 381075 w 562043"/>
              <a:gd name="connsiteY2" fmla="*/ 368813 h 756422"/>
              <a:gd name="connsiteX3" fmla="*/ 557543 w 562043"/>
              <a:gd name="connsiteY3" fmla="*/ 594830 h 756422"/>
              <a:gd name="connsiteX4" fmla="*/ 92443 w 562043"/>
              <a:gd name="connsiteY4" fmla="*/ 749733 h 756422"/>
              <a:gd name="connsiteX5" fmla="*/ 19935 w 562043"/>
              <a:gd name="connsiteY5" fmla="*/ 437642 h 756422"/>
              <a:gd name="connsiteX0" fmla="*/ 13412 w 551020"/>
              <a:gd name="connsiteY0" fmla="*/ 437642 h 751019"/>
              <a:gd name="connsiteX1" fmla="*/ 339175 w 551020"/>
              <a:gd name="connsiteY1" fmla="*/ 371 h 751019"/>
              <a:gd name="connsiteX2" fmla="*/ 374552 w 551020"/>
              <a:gd name="connsiteY2" fmla="*/ 368813 h 751019"/>
              <a:gd name="connsiteX3" fmla="*/ 551020 w 551020"/>
              <a:gd name="connsiteY3" fmla="*/ 594830 h 751019"/>
              <a:gd name="connsiteX4" fmla="*/ 301840 w 551020"/>
              <a:gd name="connsiteY4" fmla="*/ 550282 h 751019"/>
              <a:gd name="connsiteX5" fmla="*/ 85920 w 551020"/>
              <a:gd name="connsiteY5" fmla="*/ 749733 h 751019"/>
              <a:gd name="connsiteX6" fmla="*/ 13412 w 551020"/>
              <a:gd name="connsiteY6" fmla="*/ 437642 h 751019"/>
              <a:gd name="connsiteX0" fmla="*/ 13412 w 528510"/>
              <a:gd name="connsiteY0" fmla="*/ 437642 h 751019"/>
              <a:gd name="connsiteX1" fmla="*/ 339175 w 528510"/>
              <a:gd name="connsiteY1" fmla="*/ 371 h 751019"/>
              <a:gd name="connsiteX2" fmla="*/ 374552 w 528510"/>
              <a:gd name="connsiteY2" fmla="*/ 368813 h 751019"/>
              <a:gd name="connsiteX3" fmla="*/ 528510 w 528510"/>
              <a:gd name="connsiteY3" fmla="*/ 587061 h 751019"/>
              <a:gd name="connsiteX4" fmla="*/ 301840 w 528510"/>
              <a:gd name="connsiteY4" fmla="*/ 550282 h 751019"/>
              <a:gd name="connsiteX5" fmla="*/ 85920 w 528510"/>
              <a:gd name="connsiteY5" fmla="*/ 749733 h 751019"/>
              <a:gd name="connsiteX6" fmla="*/ 13412 w 528510"/>
              <a:gd name="connsiteY6" fmla="*/ 437642 h 751019"/>
              <a:gd name="connsiteX0" fmla="*/ 13412 w 528557"/>
              <a:gd name="connsiteY0" fmla="*/ 437642 h 751019"/>
              <a:gd name="connsiteX1" fmla="*/ 339175 w 528557"/>
              <a:gd name="connsiteY1" fmla="*/ 371 h 751019"/>
              <a:gd name="connsiteX2" fmla="*/ 374552 w 528557"/>
              <a:gd name="connsiteY2" fmla="*/ 368813 h 751019"/>
              <a:gd name="connsiteX3" fmla="*/ 528510 w 528557"/>
              <a:gd name="connsiteY3" fmla="*/ 587061 h 751019"/>
              <a:gd name="connsiteX4" fmla="*/ 301840 w 528557"/>
              <a:gd name="connsiteY4" fmla="*/ 550282 h 751019"/>
              <a:gd name="connsiteX5" fmla="*/ 85920 w 528557"/>
              <a:gd name="connsiteY5" fmla="*/ 749733 h 751019"/>
              <a:gd name="connsiteX6" fmla="*/ 13412 w 528557"/>
              <a:gd name="connsiteY6" fmla="*/ 437642 h 751019"/>
              <a:gd name="connsiteX0" fmla="*/ 4987 w 724830"/>
              <a:gd name="connsiteY0" fmla="*/ 424809 h 751179"/>
              <a:gd name="connsiteX1" fmla="*/ 535448 w 724830"/>
              <a:gd name="connsiteY1" fmla="*/ 251 h 751179"/>
              <a:gd name="connsiteX2" fmla="*/ 570825 w 724830"/>
              <a:gd name="connsiteY2" fmla="*/ 368693 h 751179"/>
              <a:gd name="connsiteX3" fmla="*/ 724783 w 724830"/>
              <a:gd name="connsiteY3" fmla="*/ 586941 h 751179"/>
              <a:gd name="connsiteX4" fmla="*/ 498113 w 724830"/>
              <a:gd name="connsiteY4" fmla="*/ 550162 h 751179"/>
              <a:gd name="connsiteX5" fmla="*/ 282193 w 724830"/>
              <a:gd name="connsiteY5" fmla="*/ 749613 h 751179"/>
              <a:gd name="connsiteX6" fmla="*/ 4987 w 724830"/>
              <a:gd name="connsiteY6" fmla="*/ 424809 h 751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4830" h="751179">
                <a:moveTo>
                  <a:pt x="4987" y="424809"/>
                </a:moveTo>
                <a:cubicBezTo>
                  <a:pt x="47196" y="299915"/>
                  <a:pt x="441142" y="9604"/>
                  <a:pt x="535448" y="251"/>
                </a:cubicBezTo>
                <a:cubicBezTo>
                  <a:pt x="629754" y="-9102"/>
                  <a:pt x="527606" y="246313"/>
                  <a:pt x="570825" y="368693"/>
                </a:cubicBezTo>
                <a:cubicBezTo>
                  <a:pt x="614044" y="491073"/>
                  <a:pt x="724515" y="529329"/>
                  <a:pt x="724783" y="586941"/>
                </a:cubicBezTo>
                <a:cubicBezTo>
                  <a:pt x="725051" y="644553"/>
                  <a:pt x="730124" y="726297"/>
                  <a:pt x="498113" y="550162"/>
                </a:cubicBezTo>
                <a:cubicBezTo>
                  <a:pt x="420596" y="575979"/>
                  <a:pt x="364381" y="770505"/>
                  <a:pt x="282193" y="749613"/>
                </a:cubicBezTo>
                <a:cubicBezTo>
                  <a:pt x="200005" y="728721"/>
                  <a:pt x="-37222" y="549703"/>
                  <a:pt x="4987" y="424809"/>
                </a:cubicBezTo>
                <a:close/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294BC74D-E021-0877-E647-14A725DEF046}"/>
              </a:ext>
            </a:extLst>
          </p:cNvPr>
          <p:cNvSpPr/>
          <p:nvPr/>
        </p:nvSpPr>
        <p:spPr>
          <a:xfrm>
            <a:off x="2727867" y="2673048"/>
            <a:ext cx="855914" cy="1028833"/>
          </a:xfrm>
          <a:custGeom>
            <a:avLst/>
            <a:gdLst>
              <a:gd name="connsiteX0" fmla="*/ 0 w 824936"/>
              <a:gd name="connsiteY0" fmla="*/ 445396 h 890791"/>
              <a:gd name="connsiteX1" fmla="*/ 412468 w 824936"/>
              <a:gd name="connsiteY1" fmla="*/ 0 h 890791"/>
              <a:gd name="connsiteX2" fmla="*/ 824936 w 824936"/>
              <a:gd name="connsiteY2" fmla="*/ 445396 h 890791"/>
              <a:gd name="connsiteX3" fmla="*/ 412468 w 824936"/>
              <a:gd name="connsiteY3" fmla="*/ 890792 h 890791"/>
              <a:gd name="connsiteX4" fmla="*/ 0 w 824936"/>
              <a:gd name="connsiteY4" fmla="*/ 445396 h 890791"/>
              <a:gd name="connsiteX0" fmla="*/ 0 w 855892"/>
              <a:gd name="connsiteY0" fmla="*/ 446740 h 894847"/>
              <a:gd name="connsiteX1" fmla="*/ 412468 w 855892"/>
              <a:gd name="connsiteY1" fmla="*/ 1344 h 894847"/>
              <a:gd name="connsiteX2" fmla="*/ 855892 w 855892"/>
              <a:gd name="connsiteY2" fmla="*/ 570565 h 894847"/>
              <a:gd name="connsiteX3" fmla="*/ 412468 w 855892"/>
              <a:gd name="connsiteY3" fmla="*/ 892136 h 894847"/>
              <a:gd name="connsiteX4" fmla="*/ 0 w 855892"/>
              <a:gd name="connsiteY4" fmla="*/ 446740 h 894847"/>
              <a:gd name="connsiteX0" fmla="*/ 22 w 855914"/>
              <a:gd name="connsiteY0" fmla="*/ 446425 h 1028833"/>
              <a:gd name="connsiteX1" fmla="*/ 412490 w 855914"/>
              <a:gd name="connsiteY1" fmla="*/ 1029 h 1028833"/>
              <a:gd name="connsiteX2" fmla="*/ 855914 w 855914"/>
              <a:gd name="connsiteY2" fmla="*/ 570250 h 1028833"/>
              <a:gd name="connsiteX3" fmla="*/ 395821 w 855914"/>
              <a:gd name="connsiteY3" fmla="*/ 1027552 h 1028833"/>
              <a:gd name="connsiteX4" fmla="*/ 22 w 855914"/>
              <a:gd name="connsiteY4" fmla="*/ 446425 h 102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55914" h="1028833">
                <a:moveTo>
                  <a:pt x="22" y="446425"/>
                </a:moveTo>
                <a:cubicBezTo>
                  <a:pt x="2800" y="275338"/>
                  <a:pt x="269841" y="-19608"/>
                  <a:pt x="412490" y="1029"/>
                </a:cubicBezTo>
                <a:cubicBezTo>
                  <a:pt x="555139" y="21666"/>
                  <a:pt x="855914" y="324265"/>
                  <a:pt x="855914" y="570250"/>
                </a:cubicBezTo>
                <a:cubicBezTo>
                  <a:pt x="855914" y="816235"/>
                  <a:pt x="538470" y="1048189"/>
                  <a:pt x="395821" y="1027552"/>
                </a:cubicBezTo>
                <a:cubicBezTo>
                  <a:pt x="253172" y="1006915"/>
                  <a:pt x="-2756" y="617512"/>
                  <a:pt x="22" y="446425"/>
                </a:cubicBezTo>
                <a:close/>
              </a:path>
            </a:pathLst>
          </a:cu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灯片编号占位符 8">
            <a:extLst>
              <a:ext uri="{FF2B5EF4-FFF2-40B4-BE49-F238E27FC236}">
                <a16:creationId xmlns:a16="http://schemas.microsoft.com/office/drawing/2014/main" id="{7D2198A4-3E77-0BCF-4296-C260BFD6E9B7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5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530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30DF473-F47F-B7DA-1BC6-3B866C56B0CD}"/>
              </a:ext>
            </a:extLst>
          </p:cNvPr>
          <p:cNvGrpSpPr/>
          <p:nvPr/>
        </p:nvGrpSpPr>
        <p:grpSpPr>
          <a:xfrm>
            <a:off x="0" y="828874"/>
            <a:ext cx="12192000" cy="45719"/>
            <a:chOff x="0" y="6135"/>
            <a:chExt cx="19200" cy="186"/>
          </a:xfrm>
        </p:grpSpPr>
        <p:pic>
          <p:nvPicPr>
            <p:cNvPr id="4" name="图片 3" descr="色条">
              <a:extLst>
                <a:ext uri="{FF2B5EF4-FFF2-40B4-BE49-F238E27FC236}">
                  <a16:creationId xmlns:a16="http://schemas.microsoft.com/office/drawing/2014/main" id="{6688E549-36EE-D854-90F4-73744EE9E2DB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D780C6C-D42A-EBBC-5849-A7FF4E4BB5AE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图片 5" descr="OIL_logo_orange_LR">
            <a:extLst>
              <a:ext uri="{FF2B5EF4-FFF2-40B4-BE49-F238E27FC236}">
                <a16:creationId xmlns:a16="http://schemas.microsoft.com/office/drawing/2014/main" id="{E780568C-6237-1627-6F8B-DCCEA458DAE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4902" y="159057"/>
            <a:ext cx="2612390" cy="5137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A2BB606-5B15-FDBE-30FB-16360CD1BFA7}"/>
              </a:ext>
            </a:extLst>
          </p:cNvPr>
          <p:cNvSpPr txBox="1"/>
          <p:nvPr/>
        </p:nvSpPr>
        <p:spPr>
          <a:xfrm>
            <a:off x="3671729" y="417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  <a:endParaRPr lang="zh-CN" altLang="en-US" sz="4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26" name="Picture 2" descr="AMT - Assets - A portable nitrogen dioxide instrument using cavity ...">
            <a:extLst>
              <a:ext uri="{FF2B5EF4-FFF2-40B4-BE49-F238E27FC236}">
                <a16:creationId xmlns:a16="http://schemas.microsoft.com/office/drawing/2014/main" id="{BDED3ED8-6B86-643C-83EE-3B677DAE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197" y="1981413"/>
            <a:ext cx="4438603" cy="299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9233769-7726-5DC6-BF95-CC699528F85C}"/>
              </a:ext>
            </a:extLst>
          </p:cNvPr>
          <p:cNvSpPr txBox="1"/>
          <p:nvPr/>
        </p:nvSpPr>
        <p:spPr>
          <a:xfrm>
            <a:off x="484431" y="4972417"/>
            <a:ext cx="29217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Atmos. Meas. Tech. 2024, 17, 5903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3A1FF3-99B7-5671-B89A-D376EF1D262F}"/>
              </a:ext>
            </a:extLst>
          </p:cNvPr>
          <p:cNvSpPr txBox="1"/>
          <p:nvPr/>
        </p:nvSpPr>
        <p:spPr>
          <a:xfrm>
            <a:off x="6532426" y="5708332"/>
            <a:ext cx="53583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High light energy density and long distance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4C54B1-B00B-9F02-5468-06C8C8773AC1}"/>
              </a:ext>
            </a:extLst>
          </p:cNvPr>
          <p:cNvSpPr txBox="1"/>
          <p:nvPr/>
        </p:nvSpPr>
        <p:spPr>
          <a:xfrm>
            <a:off x="480876" y="5691753"/>
            <a:ext cx="5328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Sensitivity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Low light energy density and short distance 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C1B96C-1D08-4BC6-1E2C-C4052597D2DB}"/>
              </a:ext>
            </a:extLst>
          </p:cNvPr>
          <p:cNvSpPr txBox="1"/>
          <p:nvPr/>
        </p:nvSpPr>
        <p:spPr>
          <a:xfrm>
            <a:off x="442776" y="6250422"/>
            <a:ext cx="5328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Integration</a:t>
            </a:r>
            <a:r>
              <a:rPr lang="zh-CN" altLang="en-US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1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large volume</a:t>
            </a:r>
            <a:r>
              <a:rPr lang="zh-CN" alt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4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complex reflection will drift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EC17A9-F715-DE5E-E551-41405D8748BF}"/>
              </a:ext>
            </a:extLst>
          </p:cNvPr>
          <p:cNvSpPr txBox="1"/>
          <p:nvPr/>
        </p:nvSpPr>
        <p:spPr>
          <a:xfrm>
            <a:off x="6532426" y="6259947"/>
            <a:ext cx="53001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sz="1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smaller volume</a:t>
            </a:r>
            <a:r>
              <a:rPr lang="zh-CN" alt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compact all-fiber system</a:t>
            </a:r>
            <a:endParaRPr lang="zh-CN" altLang="en-US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2D67F1C-74C1-8F78-D9BB-0F1878AF2D78}"/>
              </a:ext>
            </a:extLst>
          </p:cNvPr>
          <p:cNvSpPr/>
          <p:nvPr/>
        </p:nvSpPr>
        <p:spPr>
          <a:xfrm>
            <a:off x="441731" y="1889439"/>
            <a:ext cx="5348835" cy="3563153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51C7C89-D088-8F10-07A0-F738AE8E7949}"/>
              </a:ext>
            </a:extLst>
          </p:cNvPr>
          <p:cNvSpPr/>
          <p:nvPr/>
        </p:nvSpPr>
        <p:spPr>
          <a:xfrm>
            <a:off x="441732" y="5593248"/>
            <a:ext cx="5328694" cy="1093398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14DC05-A756-E9E5-F783-9BFB19BC6CBF}"/>
              </a:ext>
            </a:extLst>
          </p:cNvPr>
          <p:cNvSpPr/>
          <p:nvPr/>
        </p:nvSpPr>
        <p:spPr>
          <a:xfrm>
            <a:off x="6503852" y="5602773"/>
            <a:ext cx="5328694" cy="1093398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0" name="Text Box 71">
            <a:extLst>
              <a:ext uri="{FF2B5EF4-FFF2-40B4-BE49-F238E27FC236}">
                <a16:creationId xmlns:a16="http://schemas.microsoft.com/office/drawing/2014/main" id="{38E09800-912F-300A-7133-78342EFA2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424" y="1487442"/>
            <a:ext cx="5358361" cy="403577"/>
          </a:xfrm>
          <a:prstGeom prst="rect">
            <a:avLst/>
          </a:prstGeom>
          <a:solidFill>
            <a:srgbClr val="10383C"/>
          </a:solidFill>
          <a:ln w="9525" cap="flat" cmpd="sng" algn="ctr">
            <a:solidFill>
              <a:srgbClr val="1038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defPPr>
              <a:defRPr lang="en-US"/>
            </a:defPPr>
            <a:lvl1pPr algn="ctr" eaLnBrk="1" hangingPunct="1">
              <a:defRPr sz="2400" b="1" u="sng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1600" u="none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Specialty fiber </a:t>
            </a:r>
            <a:r>
              <a:rPr lang="en-US" altLang="zh-CN" sz="1600" b="0" u="none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enhanced spectral gas detection</a:t>
            </a:r>
            <a:endParaRPr lang="zh-CN" altLang="en-US" sz="1600" b="0" u="none" kern="0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F62B65-1CA0-A064-982B-CE03F33AFAC5}"/>
              </a:ext>
            </a:extLst>
          </p:cNvPr>
          <p:cNvSpPr/>
          <p:nvPr/>
        </p:nvSpPr>
        <p:spPr>
          <a:xfrm>
            <a:off x="6503850" y="1878569"/>
            <a:ext cx="5328695" cy="3574024"/>
          </a:xfrm>
          <a:prstGeom prst="rect">
            <a:avLst/>
          </a:prstGeom>
          <a:noFill/>
          <a:ln w="38100" cap="flat" cmpd="sng" algn="ctr">
            <a:solidFill>
              <a:srgbClr val="10383C"/>
            </a:solidFill>
            <a:prstDash val="lg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A66FC59-6396-7CE3-D745-17F8D6CF1625}"/>
              </a:ext>
            </a:extLst>
          </p:cNvPr>
          <p:cNvSpPr/>
          <p:nvPr/>
        </p:nvSpPr>
        <p:spPr>
          <a:xfrm>
            <a:off x="918197" y="2057315"/>
            <a:ext cx="3690748" cy="718568"/>
          </a:xfrm>
          <a:prstGeom prst="roundRect">
            <a:avLst/>
          </a:prstGeom>
          <a:noFill/>
          <a:ln w="57150">
            <a:solidFill>
              <a:srgbClr val="54D1E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灯片编号占位符 8">
            <a:extLst>
              <a:ext uri="{FF2B5EF4-FFF2-40B4-BE49-F238E27FC236}">
                <a16:creationId xmlns:a16="http://schemas.microsoft.com/office/drawing/2014/main" id="{321EE2C5-84B7-C15E-D5B9-2E1587D89246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6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A7E2B2A-7C8A-8D5D-0AA0-0BAEA8386ECB}"/>
              </a:ext>
            </a:extLst>
          </p:cNvPr>
          <p:cNvSpPr txBox="1"/>
          <p:nvPr/>
        </p:nvSpPr>
        <p:spPr>
          <a:xfrm>
            <a:off x="431086" y="995322"/>
            <a:ext cx="11401459" cy="400110"/>
          </a:xfrm>
          <a:prstGeom prst="rect">
            <a:avLst/>
          </a:prstGeom>
          <a:solidFill>
            <a:srgbClr val="FBEDE3"/>
          </a:solidFill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0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All-fiber photothermal spectroscopy (Common advantages)</a:t>
            </a:r>
          </a:p>
        </p:txBody>
      </p:sp>
      <p:pic>
        <p:nvPicPr>
          <p:cNvPr id="1028" name="Picture 4" descr="figure 2">
            <a:extLst>
              <a:ext uri="{FF2B5EF4-FFF2-40B4-BE49-F238E27FC236}">
                <a16:creationId xmlns:a16="http://schemas.microsoft.com/office/drawing/2014/main" id="{04E8B719-BF71-6DFF-F3E0-0888448D0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8583" y="3104679"/>
            <a:ext cx="4074524" cy="1867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519A5066-CE3A-13D6-5A78-2DAAA3DBCD6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62271"/>
          <a:stretch/>
        </p:blipFill>
        <p:spPr>
          <a:xfrm>
            <a:off x="6806962" y="1933604"/>
            <a:ext cx="4809287" cy="942609"/>
          </a:xfrm>
          <a:prstGeom prst="rect">
            <a:avLst/>
          </a:prstGeom>
        </p:spPr>
      </p:pic>
      <p:sp>
        <p:nvSpPr>
          <p:cNvPr id="34" name="箭头: 上 33">
            <a:extLst>
              <a:ext uri="{FF2B5EF4-FFF2-40B4-BE49-F238E27FC236}">
                <a16:creationId xmlns:a16="http://schemas.microsoft.com/office/drawing/2014/main" id="{7C3ED11A-612F-18A6-C4F6-83CCFB880FFC}"/>
              </a:ext>
            </a:extLst>
          </p:cNvPr>
          <p:cNvSpPr/>
          <p:nvPr/>
        </p:nvSpPr>
        <p:spPr>
          <a:xfrm rot="2074506">
            <a:off x="7244861" y="3090230"/>
            <a:ext cx="1142392" cy="598427"/>
          </a:xfrm>
          <a:custGeom>
            <a:avLst/>
            <a:gdLst>
              <a:gd name="connsiteX0" fmla="*/ 0 w 218440"/>
              <a:gd name="connsiteY0" fmla="*/ 284018 h 731641"/>
              <a:gd name="connsiteX1" fmla="*/ 109220 w 218440"/>
              <a:gd name="connsiteY1" fmla="*/ 0 h 731641"/>
              <a:gd name="connsiteX2" fmla="*/ 218440 w 218440"/>
              <a:gd name="connsiteY2" fmla="*/ 284018 h 731641"/>
              <a:gd name="connsiteX3" fmla="*/ 163830 w 218440"/>
              <a:gd name="connsiteY3" fmla="*/ 284018 h 731641"/>
              <a:gd name="connsiteX4" fmla="*/ 163830 w 218440"/>
              <a:gd name="connsiteY4" fmla="*/ 731641 h 731641"/>
              <a:gd name="connsiteX5" fmla="*/ 54610 w 218440"/>
              <a:gd name="connsiteY5" fmla="*/ 731641 h 731641"/>
              <a:gd name="connsiteX6" fmla="*/ 54610 w 218440"/>
              <a:gd name="connsiteY6" fmla="*/ 284018 h 731641"/>
              <a:gd name="connsiteX7" fmla="*/ 0 w 218440"/>
              <a:gd name="connsiteY7" fmla="*/ 284018 h 731641"/>
              <a:gd name="connsiteX0" fmla="*/ 0 w 560070"/>
              <a:gd name="connsiteY0" fmla="*/ 284018 h 731641"/>
              <a:gd name="connsiteX1" fmla="*/ 109220 w 560070"/>
              <a:gd name="connsiteY1" fmla="*/ 0 h 731641"/>
              <a:gd name="connsiteX2" fmla="*/ 218440 w 560070"/>
              <a:gd name="connsiteY2" fmla="*/ 284018 h 731641"/>
              <a:gd name="connsiteX3" fmla="*/ 163830 w 560070"/>
              <a:gd name="connsiteY3" fmla="*/ 284018 h 731641"/>
              <a:gd name="connsiteX4" fmla="*/ 560070 w 560070"/>
              <a:gd name="connsiteY4" fmla="*/ 650361 h 731641"/>
              <a:gd name="connsiteX5" fmla="*/ 54610 w 560070"/>
              <a:gd name="connsiteY5" fmla="*/ 731641 h 731641"/>
              <a:gd name="connsiteX6" fmla="*/ 54610 w 560070"/>
              <a:gd name="connsiteY6" fmla="*/ 284018 h 731641"/>
              <a:gd name="connsiteX7" fmla="*/ 0 w 560070"/>
              <a:gd name="connsiteY7" fmla="*/ 284018 h 731641"/>
              <a:gd name="connsiteX0" fmla="*/ 0 w 567690"/>
              <a:gd name="connsiteY0" fmla="*/ 284018 h 731641"/>
              <a:gd name="connsiteX1" fmla="*/ 109220 w 567690"/>
              <a:gd name="connsiteY1" fmla="*/ 0 h 731641"/>
              <a:gd name="connsiteX2" fmla="*/ 218440 w 567690"/>
              <a:gd name="connsiteY2" fmla="*/ 284018 h 731641"/>
              <a:gd name="connsiteX3" fmla="*/ 163830 w 567690"/>
              <a:gd name="connsiteY3" fmla="*/ 284018 h 731641"/>
              <a:gd name="connsiteX4" fmla="*/ 560070 w 567690"/>
              <a:gd name="connsiteY4" fmla="*/ 650361 h 731641"/>
              <a:gd name="connsiteX5" fmla="*/ 567690 w 567690"/>
              <a:gd name="connsiteY5" fmla="*/ 731641 h 731641"/>
              <a:gd name="connsiteX6" fmla="*/ 54610 w 567690"/>
              <a:gd name="connsiteY6" fmla="*/ 284018 h 731641"/>
              <a:gd name="connsiteX7" fmla="*/ 0 w 567690"/>
              <a:gd name="connsiteY7" fmla="*/ 284018 h 731641"/>
              <a:gd name="connsiteX0" fmla="*/ 0 w 567690"/>
              <a:gd name="connsiteY0" fmla="*/ 284018 h 731641"/>
              <a:gd name="connsiteX1" fmla="*/ 109220 w 567690"/>
              <a:gd name="connsiteY1" fmla="*/ 0 h 731641"/>
              <a:gd name="connsiteX2" fmla="*/ 218440 w 567690"/>
              <a:gd name="connsiteY2" fmla="*/ 284018 h 731641"/>
              <a:gd name="connsiteX3" fmla="*/ 163830 w 567690"/>
              <a:gd name="connsiteY3" fmla="*/ 284018 h 731641"/>
              <a:gd name="connsiteX4" fmla="*/ 560070 w 567690"/>
              <a:gd name="connsiteY4" fmla="*/ 650361 h 731641"/>
              <a:gd name="connsiteX5" fmla="*/ 567690 w 567690"/>
              <a:gd name="connsiteY5" fmla="*/ 731641 h 731641"/>
              <a:gd name="connsiteX6" fmla="*/ 54610 w 567690"/>
              <a:gd name="connsiteY6" fmla="*/ 284018 h 731641"/>
              <a:gd name="connsiteX7" fmla="*/ 0 w 567690"/>
              <a:gd name="connsiteY7" fmla="*/ 284018 h 731641"/>
              <a:gd name="connsiteX0" fmla="*/ 0 w 567690"/>
              <a:gd name="connsiteY0" fmla="*/ 284018 h 731641"/>
              <a:gd name="connsiteX1" fmla="*/ 109220 w 567690"/>
              <a:gd name="connsiteY1" fmla="*/ 0 h 731641"/>
              <a:gd name="connsiteX2" fmla="*/ 218440 w 567690"/>
              <a:gd name="connsiteY2" fmla="*/ 284018 h 731641"/>
              <a:gd name="connsiteX3" fmla="*/ 163830 w 567690"/>
              <a:gd name="connsiteY3" fmla="*/ 284018 h 731641"/>
              <a:gd name="connsiteX4" fmla="*/ 560070 w 567690"/>
              <a:gd name="connsiteY4" fmla="*/ 650361 h 731641"/>
              <a:gd name="connsiteX5" fmla="*/ 567690 w 567690"/>
              <a:gd name="connsiteY5" fmla="*/ 731641 h 731641"/>
              <a:gd name="connsiteX6" fmla="*/ 54610 w 567690"/>
              <a:gd name="connsiteY6" fmla="*/ 284018 h 731641"/>
              <a:gd name="connsiteX7" fmla="*/ 0 w 567690"/>
              <a:gd name="connsiteY7" fmla="*/ 284018 h 731641"/>
              <a:gd name="connsiteX0" fmla="*/ 0 w 567690"/>
              <a:gd name="connsiteY0" fmla="*/ 284018 h 731641"/>
              <a:gd name="connsiteX1" fmla="*/ 109220 w 567690"/>
              <a:gd name="connsiteY1" fmla="*/ 0 h 731641"/>
              <a:gd name="connsiteX2" fmla="*/ 218440 w 567690"/>
              <a:gd name="connsiteY2" fmla="*/ 284018 h 731641"/>
              <a:gd name="connsiteX3" fmla="*/ 163830 w 567690"/>
              <a:gd name="connsiteY3" fmla="*/ 284018 h 731641"/>
              <a:gd name="connsiteX4" fmla="*/ 560070 w 567690"/>
              <a:gd name="connsiteY4" fmla="*/ 650361 h 731641"/>
              <a:gd name="connsiteX5" fmla="*/ 567690 w 567690"/>
              <a:gd name="connsiteY5" fmla="*/ 731641 h 731641"/>
              <a:gd name="connsiteX6" fmla="*/ 54610 w 567690"/>
              <a:gd name="connsiteY6" fmla="*/ 284018 h 731641"/>
              <a:gd name="connsiteX7" fmla="*/ 0 w 567690"/>
              <a:gd name="connsiteY7" fmla="*/ 284018 h 731641"/>
              <a:gd name="connsiteX0" fmla="*/ 0 w 567690"/>
              <a:gd name="connsiteY0" fmla="*/ 284018 h 731641"/>
              <a:gd name="connsiteX1" fmla="*/ 109220 w 567690"/>
              <a:gd name="connsiteY1" fmla="*/ 0 h 731641"/>
              <a:gd name="connsiteX2" fmla="*/ 218440 w 567690"/>
              <a:gd name="connsiteY2" fmla="*/ 284018 h 731641"/>
              <a:gd name="connsiteX3" fmla="*/ 163830 w 567690"/>
              <a:gd name="connsiteY3" fmla="*/ 284018 h 731641"/>
              <a:gd name="connsiteX4" fmla="*/ 560070 w 567690"/>
              <a:gd name="connsiteY4" fmla="*/ 650361 h 731641"/>
              <a:gd name="connsiteX5" fmla="*/ 567690 w 567690"/>
              <a:gd name="connsiteY5" fmla="*/ 731641 h 731641"/>
              <a:gd name="connsiteX6" fmla="*/ 54610 w 567690"/>
              <a:gd name="connsiteY6" fmla="*/ 284018 h 731641"/>
              <a:gd name="connsiteX7" fmla="*/ 0 w 567690"/>
              <a:gd name="connsiteY7" fmla="*/ 284018 h 731641"/>
              <a:gd name="connsiteX0" fmla="*/ 0 w 567690"/>
              <a:gd name="connsiteY0" fmla="*/ 284018 h 731641"/>
              <a:gd name="connsiteX1" fmla="*/ 109220 w 567690"/>
              <a:gd name="connsiteY1" fmla="*/ 0 h 731641"/>
              <a:gd name="connsiteX2" fmla="*/ 218440 w 567690"/>
              <a:gd name="connsiteY2" fmla="*/ 284018 h 731641"/>
              <a:gd name="connsiteX3" fmla="*/ 163830 w 567690"/>
              <a:gd name="connsiteY3" fmla="*/ 284018 h 731641"/>
              <a:gd name="connsiteX4" fmla="*/ 560070 w 567690"/>
              <a:gd name="connsiteY4" fmla="*/ 650361 h 731641"/>
              <a:gd name="connsiteX5" fmla="*/ 567690 w 567690"/>
              <a:gd name="connsiteY5" fmla="*/ 731641 h 731641"/>
              <a:gd name="connsiteX6" fmla="*/ 54610 w 567690"/>
              <a:gd name="connsiteY6" fmla="*/ 284018 h 731641"/>
              <a:gd name="connsiteX7" fmla="*/ 0 w 567690"/>
              <a:gd name="connsiteY7" fmla="*/ 284018 h 731641"/>
              <a:gd name="connsiteX0" fmla="*/ 0 w 567690"/>
              <a:gd name="connsiteY0" fmla="*/ 284018 h 731641"/>
              <a:gd name="connsiteX1" fmla="*/ 109220 w 567690"/>
              <a:gd name="connsiteY1" fmla="*/ 0 h 731641"/>
              <a:gd name="connsiteX2" fmla="*/ 218440 w 567690"/>
              <a:gd name="connsiteY2" fmla="*/ 284018 h 731641"/>
              <a:gd name="connsiteX3" fmla="*/ 163830 w 567690"/>
              <a:gd name="connsiteY3" fmla="*/ 284018 h 731641"/>
              <a:gd name="connsiteX4" fmla="*/ 560070 w 567690"/>
              <a:gd name="connsiteY4" fmla="*/ 650361 h 731641"/>
              <a:gd name="connsiteX5" fmla="*/ 567690 w 567690"/>
              <a:gd name="connsiteY5" fmla="*/ 731641 h 731641"/>
              <a:gd name="connsiteX6" fmla="*/ 54610 w 567690"/>
              <a:gd name="connsiteY6" fmla="*/ 284018 h 731641"/>
              <a:gd name="connsiteX7" fmla="*/ 0 w 567690"/>
              <a:gd name="connsiteY7" fmla="*/ 284018 h 731641"/>
              <a:gd name="connsiteX0" fmla="*/ 0 w 567690"/>
              <a:gd name="connsiteY0" fmla="*/ 284018 h 731641"/>
              <a:gd name="connsiteX1" fmla="*/ 109220 w 567690"/>
              <a:gd name="connsiteY1" fmla="*/ 0 h 731641"/>
              <a:gd name="connsiteX2" fmla="*/ 218440 w 567690"/>
              <a:gd name="connsiteY2" fmla="*/ 284018 h 731641"/>
              <a:gd name="connsiteX3" fmla="*/ 163830 w 567690"/>
              <a:gd name="connsiteY3" fmla="*/ 284018 h 731641"/>
              <a:gd name="connsiteX4" fmla="*/ 560070 w 567690"/>
              <a:gd name="connsiteY4" fmla="*/ 650361 h 731641"/>
              <a:gd name="connsiteX5" fmla="*/ 567690 w 567690"/>
              <a:gd name="connsiteY5" fmla="*/ 731641 h 731641"/>
              <a:gd name="connsiteX6" fmla="*/ 54610 w 567690"/>
              <a:gd name="connsiteY6" fmla="*/ 284018 h 731641"/>
              <a:gd name="connsiteX7" fmla="*/ 0 w 567690"/>
              <a:gd name="connsiteY7" fmla="*/ 284018 h 731641"/>
              <a:gd name="connsiteX0" fmla="*/ 0 w 811902"/>
              <a:gd name="connsiteY0" fmla="*/ 284018 h 731641"/>
              <a:gd name="connsiteX1" fmla="*/ 109220 w 811902"/>
              <a:gd name="connsiteY1" fmla="*/ 0 h 731641"/>
              <a:gd name="connsiteX2" fmla="*/ 218440 w 811902"/>
              <a:gd name="connsiteY2" fmla="*/ 284018 h 731641"/>
              <a:gd name="connsiteX3" fmla="*/ 163830 w 811902"/>
              <a:gd name="connsiteY3" fmla="*/ 284018 h 731641"/>
              <a:gd name="connsiteX4" fmla="*/ 811902 w 811902"/>
              <a:gd name="connsiteY4" fmla="*/ 294017 h 731641"/>
              <a:gd name="connsiteX5" fmla="*/ 567690 w 811902"/>
              <a:gd name="connsiteY5" fmla="*/ 731641 h 731641"/>
              <a:gd name="connsiteX6" fmla="*/ 54610 w 811902"/>
              <a:gd name="connsiteY6" fmla="*/ 284018 h 731641"/>
              <a:gd name="connsiteX7" fmla="*/ 0 w 811902"/>
              <a:gd name="connsiteY7" fmla="*/ 284018 h 731641"/>
              <a:gd name="connsiteX0" fmla="*/ 0 w 811902"/>
              <a:gd name="connsiteY0" fmla="*/ 284018 h 731641"/>
              <a:gd name="connsiteX1" fmla="*/ 109220 w 811902"/>
              <a:gd name="connsiteY1" fmla="*/ 0 h 731641"/>
              <a:gd name="connsiteX2" fmla="*/ 218440 w 811902"/>
              <a:gd name="connsiteY2" fmla="*/ 284018 h 731641"/>
              <a:gd name="connsiteX3" fmla="*/ 163830 w 811902"/>
              <a:gd name="connsiteY3" fmla="*/ 284018 h 731641"/>
              <a:gd name="connsiteX4" fmla="*/ 811902 w 811902"/>
              <a:gd name="connsiteY4" fmla="*/ 294017 h 731641"/>
              <a:gd name="connsiteX5" fmla="*/ 567690 w 811902"/>
              <a:gd name="connsiteY5" fmla="*/ 731641 h 731641"/>
              <a:gd name="connsiteX6" fmla="*/ 54610 w 811902"/>
              <a:gd name="connsiteY6" fmla="*/ 284018 h 731641"/>
              <a:gd name="connsiteX7" fmla="*/ 0 w 811902"/>
              <a:gd name="connsiteY7" fmla="*/ 284018 h 731641"/>
              <a:gd name="connsiteX0" fmla="*/ 0 w 954653"/>
              <a:gd name="connsiteY0" fmla="*/ 284018 h 400160"/>
              <a:gd name="connsiteX1" fmla="*/ 109220 w 954653"/>
              <a:gd name="connsiteY1" fmla="*/ 0 h 400160"/>
              <a:gd name="connsiteX2" fmla="*/ 218440 w 954653"/>
              <a:gd name="connsiteY2" fmla="*/ 284018 h 400160"/>
              <a:gd name="connsiteX3" fmla="*/ 163830 w 954653"/>
              <a:gd name="connsiteY3" fmla="*/ 284018 h 400160"/>
              <a:gd name="connsiteX4" fmla="*/ 811902 w 954653"/>
              <a:gd name="connsiteY4" fmla="*/ 294017 h 400160"/>
              <a:gd name="connsiteX5" fmla="*/ 954653 w 954653"/>
              <a:gd name="connsiteY5" fmla="*/ 400160 h 400160"/>
              <a:gd name="connsiteX6" fmla="*/ 54610 w 954653"/>
              <a:gd name="connsiteY6" fmla="*/ 284018 h 400160"/>
              <a:gd name="connsiteX7" fmla="*/ 0 w 954653"/>
              <a:gd name="connsiteY7" fmla="*/ 284018 h 400160"/>
              <a:gd name="connsiteX0" fmla="*/ 0 w 954653"/>
              <a:gd name="connsiteY0" fmla="*/ 284018 h 428934"/>
              <a:gd name="connsiteX1" fmla="*/ 109220 w 954653"/>
              <a:gd name="connsiteY1" fmla="*/ 0 h 428934"/>
              <a:gd name="connsiteX2" fmla="*/ 218440 w 954653"/>
              <a:gd name="connsiteY2" fmla="*/ 284018 h 428934"/>
              <a:gd name="connsiteX3" fmla="*/ 163830 w 954653"/>
              <a:gd name="connsiteY3" fmla="*/ 284018 h 428934"/>
              <a:gd name="connsiteX4" fmla="*/ 811902 w 954653"/>
              <a:gd name="connsiteY4" fmla="*/ 294017 h 428934"/>
              <a:gd name="connsiteX5" fmla="*/ 954653 w 954653"/>
              <a:gd name="connsiteY5" fmla="*/ 400160 h 428934"/>
              <a:gd name="connsiteX6" fmla="*/ 54610 w 954653"/>
              <a:gd name="connsiteY6" fmla="*/ 284018 h 428934"/>
              <a:gd name="connsiteX7" fmla="*/ 0 w 954653"/>
              <a:gd name="connsiteY7" fmla="*/ 284018 h 428934"/>
              <a:gd name="connsiteX0" fmla="*/ 0 w 954653"/>
              <a:gd name="connsiteY0" fmla="*/ 284018 h 428934"/>
              <a:gd name="connsiteX1" fmla="*/ 109220 w 954653"/>
              <a:gd name="connsiteY1" fmla="*/ 0 h 428934"/>
              <a:gd name="connsiteX2" fmla="*/ 218440 w 954653"/>
              <a:gd name="connsiteY2" fmla="*/ 284018 h 428934"/>
              <a:gd name="connsiteX3" fmla="*/ 163830 w 954653"/>
              <a:gd name="connsiteY3" fmla="*/ 284018 h 428934"/>
              <a:gd name="connsiteX4" fmla="*/ 811902 w 954653"/>
              <a:gd name="connsiteY4" fmla="*/ 294017 h 428934"/>
              <a:gd name="connsiteX5" fmla="*/ 954653 w 954653"/>
              <a:gd name="connsiteY5" fmla="*/ 400160 h 428934"/>
              <a:gd name="connsiteX6" fmla="*/ 54610 w 954653"/>
              <a:gd name="connsiteY6" fmla="*/ 284018 h 428934"/>
              <a:gd name="connsiteX7" fmla="*/ 0 w 954653"/>
              <a:gd name="connsiteY7" fmla="*/ 284018 h 428934"/>
              <a:gd name="connsiteX0" fmla="*/ 0 w 954653"/>
              <a:gd name="connsiteY0" fmla="*/ 284018 h 457323"/>
              <a:gd name="connsiteX1" fmla="*/ 109220 w 954653"/>
              <a:gd name="connsiteY1" fmla="*/ 0 h 457323"/>
              <a:gd name="connsiteX2" fmla="*/ 218440 w 954653"/>
              <a:gd name="connsiteY2" fmla="*/ 284018 h 457323"/>
              <a:gd name="connsiteX3" fmla="*/ 163830 w 954653"/>
              <a:gd name="connsiteY3" fmla="*/ 284018 h 457323"/>
              <a:gd name="connsiteX4" fmla="*/ 811902 w 954653"/>
              <a:gd name="connsiteY4" fmla="*/ 294017 h 457323"/>
              <a:gd name="connsiteX5" fmla="*/ 954653 w 954653"/>
              <a:gd name="connsiteY5" fmla="*/ 400160 h 457323"/>
              <a:gd name="connsiteX6" fmla="*/ 54610 w 954653"/>
              <a:gd name="connsiteY6" fmla="*/ 284018 h 457323"/>
              <a:gd name="connsiteX7" fmla="*/ 0 w 954653"/>
              <a:gd name="connsiteY7" fmla="*/ 284018 h 457323"/>
              <a:gd name="connsiteX0" fmla="*/ 0 w 954653"/>
              <a:gd name="connsiteY0" fmla="*/ 284018 h 457323"/>
              <a:gd name="connsiteX1" fmla="*/ 109220 w 954653"/>
              <a:gd name="connsiteY1" fmla="*/ 0 h 457323"/>
              <a:gd name="connsiteX2" fmla="*/ 218440 w 954653"/>
              <a:gd name="connsiteY2" fmla="*/ 284018 h 457323"/>
              <a:gd name="connsiteX3" fmla="*/ 163830 w 954653"/>
              <a:gd name="connsiteY3" fmla="*/ 284018 h 457323"/>
              <a:gd name="connsiteX4" fmla="*/ 843824 w 954653"/>
              <a:gd name="connsiteY4" fmla="*/ 239626 h 457323"/>
              <a:gd name="connsiteX5" fmla="*/ 954653 w 954653"/>
              <a:gd name="connsiteY5" fmla="*/ 400160 h 457323"/>
              <a:gd name="connsiteX6" fmla="*/ 54610 w 954653"/>
              <a:gd name="connsiteY6" fmla="*/ 284018 h 457323"/>
              <a:gd name="connsiteX7" fmla="*/ 0 w 954653"/>
              <a:gd name="connsiteY7" fmla="*/ 284018 h 457323"/>
              <a:gd name="connsiteX0" fmla="*/ 0 w 1281658"/>
              <a:gd name="connsiteY0" fmla="*/ 503479 h 676784"/>
              <a:gd name="connsiteX1" fmla="*/ 109220 w 1281658"/>
              <a:gd name="connsiteY1" fmla="*/ 219461 h 676784"/>
              <a:gd name="connsiteX2" fmla="*/ 218440 w 1281658"/>
              <a:gd name="connsiteY2" fmla="*/ 503479 h 676784"/>
              <a:gd name="connsiteX3" fmla="*/ 163830 w 1281658"/>
              <a:gd name="connsiteY3" fmla="*/ 503479 h 676784"/>
              <a:gd name="connsiteX4" fmla="*/ 1281658 w 1281658"/>
              <a:gd name="connsiteY4" fmla="*/ 0 h 676784"/>
              <a:gd name="connsiteX5" fmla="*/ 954653 w 1281658"/>
              <a:gd name="connsiteY5" fmla="*/ 619621 h 676784"/>
              <a:gd name="connsiteX6" fmla="*/ 54610 w 1281658"/>
              <a:gd name="connsiteY6" fmla="*/ 503479 h 676784"/>
              <a:gd name="connsiteX7" fmla="*/ 0 w 1281658"/>
              <a:gd name="connsiteY7" fmla="*/ 503479 h 676784"/>
              <a:gd name="connsiteX0" fmla="*/ 0 w 1645286"/>
              <a:gd name="connsiteY0" fmla="*/ 503479 h 627108"/>
              <a:gd name="connsiteX1" fmla="*/ 109220 w 1645286"/>
              <a:gd name="connsiteY1" fmla="*/ 219461 h 627108"/>
              <a:gd name="connsiteX2" fmla="*/ 218440 w 1645286"/>
              <a:gd name="connsiteY2" fmla="*/ 503479 h 627108"/>
              <a:gd name="connsiteX3" fmla="*/ 163830 w 1645286"/>
              <a:gd name="connsiteY3" fmla="*/ 503479 h 627108"/>
              <a:gd name="connsiteX4" fmla="*/ 1281658 w 1645286"/>
              <a:gd name="connsiteY4" fmla="*/ 0 h 627108"/>
              <a:gd name="connsiteX5" fmla="*/ 1645286 w 1645286"/>
              <a:gd name="connsiteY5" fmla="*/ 550826 h 627108"/>
              <a:gd name="connsiteX6" fmla="*/ 54610 w 1645286"/>
              <a:gd name="connsiteY6" fmla="*/ 503479 h 627108"/>
              <a:gd name="connsiteX7" fmla="*/ 0 w 1645286"/>
              <a:gd name="connsiteY7" fmla="*/ 503479 h 627108"/>
              <a:gd name="connsiteX0" fmla="*/ 0 w 1630257"/>
              <a:gd name="connsiteY0" fmla="*/ 503479 h 617582"/>
              <a:gd name="connsiteX1" fmla="*/ 109220 w 1630257"/>
              <a:gd name="connsiteY1" fmla="*/ 219461 h 617582"/>
              <a:gd name="connsiteX2" fmla="*/ 218440 w 1630257"/>
              <a:gd name="connsiteY2" fmla="*/ 503479 h 617582"/>
              <a:gd name="connsiteX3" fmla="*/ 163830 w 1630257"/>
              <a:gd name="connsiteY3" fmla="*/ 503479 h 617582"/>
              <a:gd name="connsiteX4" fmla="*/ 1281658 w 1630257"/>
              <a:gd name="connsiteY4" fmla="*/ 0 h 617582"/>
              <a:gd name="connsiteX5" fmla="*/ 1630257 w 1630257"/>
              <a:gd name="connsiteY5" fmla="*/ 535735 h 617582"/>
              <a:gd name="connsiteX6" fmla="*/ 54610 w 1630257"/>
              <a:gd name="connsiteY6" fmla="*/ 503479 h 617582"/>
              <a:gd name="connsiteX7" fmla="*/ 0 w 1630257"/>
              <a:gd name="connsiteY7" fmla="*/ 503479 h 617582"/>
              <a:gd name="connsiteX0" fmla="*/ 0 w 1640050"/>
              <a:gd name="connsiteY0" fmla="*/ 503479 h 608137"/>
              <a:gd name="connsiteX1" fmla="*/ 109220 w 1640050"/>
              <a:gd name="connsiteY1" fmla="*/ 219461 h 608137"/>
              <a:gd name="connsiteX2" fmla="*/ 218440 w 1640050"/>
              <a:gd name="connsiteY2" fmla="*/ 503479 h 608137"/>
              <a:gd name="connsiteX3" fmla="*/ 163830 w 1640050"/>
              <a:gd name="connsiteY3" fmla="*/ 503479 h 608137"/>
              <a:gd name="connsiteX4" fmla="*/ 1281658 w 1640050"/>
              <a:gd name="connsiteY4" fmla="*/ 0 h 608137"/>
              <a:gd name="connsiteX5" fmla="*/ 1640050 w 1640050"/>
              <a:gd name="connsiteY5" fmla="*/ 519731 h 608137"/>
              <a:gd name="connsiteX6" fmla="*/ 54610 w 1640050"/>
              <a:gd name="connsiteY6" fmla="*/ 503479 h 608137"/>
              <a:gd name="connsiteX7" fmla="*/ 0 w 1640050"/>
              <a:gd name="connsiteY7" fmla="*/ 503479 h 608137"/>
              <a:gd name="connsiteX0" fmla="*/ 0 w 1640050"/>
              <a:gd name="connsiteY0" fmla="*/ 497205 h 601863"/>
              <a:gd name="connsiteX1" fmla="*/ 109220 w 1640050"/>
              <a:gd name="connsiteY1" fmla="*/ 213187 h 601863"/>
              <a:gd name="connsiteX2" fmla="*/ 218440 w 1640050"/>
              <a:gd name="connsiteY2" fmla="*/ 497205 h 601863"/>
              <a:gd name="connsiteX3" fmla="*/ 163830 w 1640050"/>
              <a:gd name="connsiteY3" fmla="*/ 497205 h 601863"/>
              <a:gd name="connsiteX4" fmla="*/ 1285983 w 1640050"/>
              <a:gd name="connsiteY4" fmla="*/ 0 h 601863"/>
              <a:gd name="connsiteX5" fmla="*/ 1640050 w 1640050"/>
              <a:gd name="connsiteY5" fmla="*/ 513457 h 601863"/>
              <a:gd name="connsiteX6" fmla="*/ 54610 w 1640050"/>
              <a:gd name="connsiteY6" fmla="*/ 497205 h 601863"/>
              <a:gd name="connsiteX7" fmla="*/ 0 w 1640050"/>
              <a:gd name="connsiteY7" fmla="*/ 497205 h 601863"/>
              <a:gd name="connsiteX0" fmla="*/ 0 w 1640050"/>
              <a:gd name="connsiteY0" fmla="*/ 497205 h 638665"/>
              <a:gd name="connsiteX1" fmla="*/ 109220 w 1640050"/>
              <a:gd name="connsiteY1" fmla="*/ 213187 h 638665"/>
              <a:gd name="connsiteX2" fmla="*/ 218440 w 1640050"/>
              <a:gd name="connsiteY2" fmla="*/ 497205 h 638665"/>
              <a:gd name="connsiteX3" fmla="*/ 163830 w 1640050"/>
              <a:gd name="connsiteY3" fmla="*/ 497205 h 638665"/>
              <a:gd name="connsiteX4" fmla="*/ 1285983 w 1640050"/>
              <a:gd name="connsiteY4" fmla="*/ 0 h 638665"/>
              <a:gd name="connsiteX5" fmla="*/ 1640050 w 1640050"/>
              <a:gd name="connsiteY5" fmla="*/ 513457 h 638665"/>
              <a:gd name="connsiteX6" fmla="*/ 54610 w 1640050"/>
              <a:gd name="connsiteY6" fmla="*/ 497205 h 638665"/>
              <a:gd name="connsiteX7" fmla="*/ 0 w 1640050"/>
              <a:gd name="connsiteY7" fmla="*/ 497205 h 638665"/>
              <a:gd name="connsiteX0" fmla="*/ 0 w 1640050"/>
              <a:gd name="connsiteY0" fmla="*/ 497205 h 638665"/>
              <a:gd name="connsiteX1" fmla="*/ 109220 w 1640050"/>
              <a:gd name="connsiteY1" fmla="*/ 213187 h 638665"/>
              <a:gd name="connsiteX2" fmla="*/ 218440 w 1640050"/>
              <a:gd name="connsiteY2" fmla="*/ 497205 h 638665"/>
              <a:gd name="connsiteX3" fmla="*/ 163830 w 1640050"/>
              <a:gd name="connsiteY3" fmla="*/ 497205 h 638665"/>
              <a:gd name="connsiteX4" fmla="*/ 1285983 w 1640050"/>
              <a:gd name="connsiteY4" fmla="*/ 0 h 638665"/>
              <a:gd name="connsiteX5" fmla="*/ 1640050 w 1640050"/>
              <a:gd name="connsiteY5" fmla="*/ 513457 h 638665"/>
              <a:gd name="connsiteX6" fmla="*/ 54610 w 1640050"/>
              <a:gd name="connsiteY6" fmla="*/ 497205 h 638665"/>
              <a:gd name="connsiteX7" fmla="*/ 0 w 1640050"/>
              <a:gd name="connsiteY7" fmla="*/ 497205 h 638665"/>
              <a:gd name="connsiteX0" fmla="*/ 0 w 1640050"/>
              <a:gd name="connsiteY0" fmla="*/ 478276 h 619736"/>
              <a:gd name="connsiteX1" fmla="*/ 109220 w 1640050"/>
              <a:gd name="connsiteY1" fmla="*/ 194258 h 619736"/>
              <a:gd name="connsiteX2" fmla="*/ 218440 w 1640050"/>
              <a:gd name="connsiteY2" fmla="*/ 478276 h 619736"/>
              <a:gd name="connsiteX3" fmla="*/ 163830 w 1640050"/>
              <a:gd name="connsiteY3" fmla="*/ 478276 h 619736"/>
              <a:gd name="connsiteX4" fmla="*/ 1292087 w 1640050"/>
              <a:gd name="connsiteY4" fmla="*/ 0 h 619736"/>
              <a:gd name="connsiteX5" fmla="*/ 1640050 w 1640050"/>
              <a:gd name="connsiteY5" fmla="*/ 494528 h 619736"/>
              <a:gd name="connsiteX6" fmla="*/ 54610 w 1640050"/>
              <a:gd name="connsiteY6" fmla="*/ 478276 h 619736"/>
              <a:gd name="connsiteX7" fmla="*/ 0 w 1640050"/>
              <a:gd name="connsiteY7" fmla="*/ 478276 h 619736"/>
              <a:gd name="connsiteX0" fmla="*/ 0 w 1640050"/>
              <a:gd name="connsiteY0" fmla="*/ 476601 h 618061"/>
              <a:gd name="connsiteX1" fmla="*/ 109220 w 1640050"/>
              <a:gd name="connsiteY1" fmla="*/ 192583 h 618061"/>
              <a:gd name="connsiteX2" fmla="*/ 218440 w 1640050"/>
              <a:gd name="connsiteY2" fmla="*/ 476601 h 618061"/>
              <a:gd name="connsiteX3" fmla="*/ 163830 w 1640050"/>
              <a:gd name="connsiteY3" fmla="*/ 476601 h 618061"/>
              <a:gd name="connsiteX4" fmla="*/ 1286300 w 1640050"/>
              <a:gd name="connsiteY4" fmla="*/ 0 h 618061"/>
              <a:gd name="connsiteX5" fmla="*/ 1640050 w 1640050"/>
              <a:gd name="connsiteY5" fmla="*/ 492853 h 618061"/>
              <a:gd name="connsiteX6" fmla="*/ 54610 w 1640050"/>
              <a:gd name="connsiteY6" fmla="*/ 476601 h 618061"/>
              <a:gd name="connsiteX7" fmla="*/ 0 w 1640050"/>
              <a:gd name="connsiteY7" fmla="*/ 476601 h 618061"/>
              <a:gd name="connsiteX0" fmla="*/ 0 w 1625721"/>
              <a:gd name="connsiteY0" fmla="*/ 476601 h 615535"/>
              <a:gd name="connsiteX1" fmla="*/ 109220 w 1625721"/>
              <a:gd name="connsiteY1" fmla="*/ 192583 h 615535"/>
              <a:gd name="connsiteX2" fmla="*/ 218440 w 1625721"/>
              <a:gd name="connsiteY2" fmla="*/ 476601 h 615535"/>
              <a:gd name="connsiteX3" fmla="*/ 163830 w 1625721"/>
              <a:gd name="connsiteY3" fmla="*/ 476601 h 615535"/>
              <a:gd name="connsiteX4" fmla="*/ 1286300 w 1625721"/>
              <a:gd name="connsiteY4" fmla="*/ 0 h 615535"/>
              <a:gd name="connsiteX5" fmla="*/ 1625721 w 1625721"/>
              <a:gd name="connsiteY5" fmla="*/ 488847 h 615535"/>
              <a:gd name="connsiteX6" fmla="*/ 54610 w 1625721"/>
              <a:gd name="connsiteY6" fmla="*/ 476601 h 615535"/>
              <a:gd name="connsiteX7" fmla="*/ 0 w 1625721"/>
              <a:gd name="connsiteY7" fmla="*/ 476601 h 615535"/>
              <a:gd name="connsiteX0" fmla="*/ 0 w 1625721"/>
              <a:gd name="connsiteY0" fmla="*/ 476601 h 615535"/>
              <a:gd name="connsiteX1" fmla="*/ 109220 w 1625721"/>
              <a:gd name="connsiteY1" fmla="*/ 192583 h 615535"/>
              <a:gd name="connsiteX2" fmla="*/ 218440 w 1625721"/>
              <a:gd name="connsiteY2" fmla="*/ 476601 h 615535"/>
              <a:gd name="connsiteX3" fmla="*/ 626088 w 1625721"/>
              <a:gd name="connsiteY3" fmla="*/ 435642 h 615535"/>
              <a:gd name="connsiteX4" fmla="*/ 1286300 w 1625721"/>
              <a:gd name="connsiteY4" fmla="*/ 0 h 615535"/>
              <a:gd name="connsiteX5" fmla="*/ 1625721 w 1625721"/>
              <a:gd name="connsiteY5" fmla="*/ 488847 h 615535"/>
              <a:gd name="connsiteX6" fmla="*/ 54610 w 1625721"/>
              <a:gd name="connsiteY6" fmla="*/ 476601 h 615535"/>
              <a:gd name="connsiteX7" fmla="*/ 0 w 1625721"/>
              <a:gd name="connsiteY7" fmla="*/ 476601 h 615535"/>
              <a:gd name="connsiteX0" fmla="*/ 0 w 1625721"/>
              <a:gd name="connsiteY0" fmla="*/ 476601 h 615535"/>
              <a:gd name="connsiteX1" fmla="*/ 109220 w 1625721"/>
              <a:gd name="connsiteY1" fmla="*/ 192583 h 615535"/>
              <a:gd name="connsiteX2" fmla="*/ 695197 w 1625721"/>
              <a:gd name="connsiteY2" fmla="*/ 416395 h 615535"/>
              <a:gd name="connsiteX3" fmla="*/ 626088 w 1625721"/>
              <a:gd name="connsiteY3" fmla="*/ 435642 h 615535"/>
              <a:gd name="connsiteX4" fmla="*/ 1286300 w 1625721"/>
              <a:gd name="connsiteY4" fmla="*/ 0 h 615535"/>
              <a:gd name="connsiteX5" fmla="*/ 1625721 w 1625721"/>
              <a:gd name="connsiteY5" fmla="*/ 488847 h 615535"/>
              <a:gd name="connsiteX6" fmla="*/ 54610 w 1625721"/>
              <a:gd name="connsiteY6" fmla="*/ 476601 h 615535"/>
              <a:gd name="connsiteX7" fmla="*/ 0 w 1625721"/>
              <a:gd name="connsiteY7" fmla="*/ 476601 h 615535"/>
              <a:gd name="connsiteX0" fmla="*/ 0 w 1625721"/>
              <a:gd name="connsiteY0" fmla="*/ 476601 h 608352"/>
              <a:gd name="connsiteX1" fmla="*/ 109220 w 1625721"/>
              <a:gd name="connsiteY1" fmla="*/ 192583 h 608352"/>
              <a:gd name="connsiteX2" fmla="*/ 695197 w 1625721"/>
              <a:gd name="connsiteY2" fmla="*/ 416395 h 608352"/>
              <a:gd name="connsiteX3" fmla="*/ 626088 w 1625721"/>
              <a:gd name="connsiteY3" fmla="*/ 435642 h 608352"/>
              <a:gd name="connsiteX4" fmla="*/ 1286300 w 1625721"/>
              <a:gd name="connsiteY4" fmla="*/ 0 h 608352"/>
              <a:gd name="connsiteX5" fmla="*/ 1625721 w 1625721"/>
              <a:gd name="connsiteY5" fmla="*/ 488847 h 608352"/>
              <a:gd name="connsiteX6" fmla="*/ 540440 w 1625721"/>
              <a:gd name="connsiteY6" fmla="*/ 456414 h 608352"/>
              <a:gd name="connsiteX7" fmla="*/ 0 w 1625721"/>
              <a:gd name="connsiteY7" fmla="*/ 476601 h 608352"/>
              <a:gd name="connsiteX0" fmla="*/ 332160 w 1516501"/>
              <a:gd name="connsiteY0" fmla="*/ 452345 h 608352"/>
              <a:gd name="connsiteX1" fmla="*/ 0 w 1516501"/>
              <a:gd name="connsiteY1" fmla="*/ 192583 h 608352"/>
              <a:gd name="connsiteX2" fmla="*/ 585977 w 1516501"/>
              <a:gd name="connsiteY2" fmla="*/ 416395 h 608352"/>
              <a:gd name="connsiteX3" fmla="*/ 516868 w 1516501"/>
              <a:gd name="connsiteY3" fmla="*/ 435642 h 608352"/>
              <a:gd name="connsiteX4" fmla="*/ 1177080 w 1516501"/>
              <a:gd name="connsiteY4" fmla="*/ 0 h 608352"/>
              <a:gd name="connsiteX5" fmla="*/ 1516501 w 1516501"/>
              <a:gd name="connsiteY5" fmla="*/ 488847 h 608352"/>
              <a:gd name="connsiteX6" fmla="*/ 431220 w 1516501"/>
              <a:gd name="connsiteY6" fmla="*/ 456414 h 608352"/>
              <a:gd name="connsiteX7" fmla="*/ 332160 w 1516501"/>
              <a:gd name="connsiteY7" fmla="*/ 452345 h 608352"/>
              <a:gd name="connsiteX0" fmla="*/ 0 w 1184341"/>
              <a:gd name="connsiteY0" fmla="*/ 452345 h 608352"/>
              <a:gd name="connsiteX1" fmla="*/ 111658 w 1184341"/>
              <a:gd name="connsiteY1" fmla="*/ 155079 h 608352"/>
              <a:gd name="connsiteX2" fmla="*/ 253817 w 1184341"/>
              <a:gd name="connsiteY2" fmla="*/ 416395 h 608352"/>
              <a:gd name="connsiteX3" fmla="*/ 184708 w 1184341"/>
              <a:gd name="connsiteY3" fmla="*/ 435642 h 608352"/>
              <a:gd name="connsiteX4" fmla="*/ 844920 w 1184341"/>
              <a:gd name="connsiteY4" fmla="*/ 0 h 608352"/>
              <a:gd name="connsiteX5" fmla="*/ 1184341 w 1184341"/>
              <a:gd name="connsiteY5" fmla="*/ 488847 h 608352"/>
              <a:gd name="connsiteX6" fmla="*/ 99060 w 1184341"/>
              <a:gd name="connsiteY6" fmla="*/ 456414 h 608352"/>
              <a:gd name="connsiteX7" fmla="*/ 0 w 1184341"/>
              <a:gd name="connsiteY7" fmla="*/ 452345 h 608352"/>
              <a:gd name="connsiteX0" fmla="*/ 0 w 1184341"/>
              <a:gd name="connsiteY0" fmla="*/ 452345 h 564906"/>
              <a:gd name="connsiteX1" fmla="*/ 111658 w 1184341"/>
              <a:gd name="connsiteY1" fmla="*/ 155079 h 564906"/>
              <a:gd name="connsiteX2" fmla="*/ 253817 w 1184341"/>
              <a:gd name="connsiteY2" fmla="*/ 416395 h 564906"/>
              <a:gd name="connsiteX3" fmla="*/ 184708 w 1184341"/>
              <a:gd name="connsiteY3" fmla="*/ 435642 h 564906"/>
              <a:gd name="connsiteX4" fmla="*/ 844920 w 1184341"/>
              <a:gd name="connsiteY4" fmla="*/ 0 h 564906"/>
              <a:gd name="connsiteX5" fmla="*/ 1184341 w 1184341"/>
              <a:gd name="connsiteY5" fmla="*/ 488847 h 564906"/>
              <a:gd name="connsiteX6" fmla="*/ 99060 w 1184341"/>
              <a:gd name="connsiteY6" fmla="*/ 456414 h 564906"/>
              <a:gd name="connsiteX7" fmla="*/ 0 w 1184341"/>
              <a:gd name="connsiteY7" fmla="*/ 452345 h 564906"/>
              <a:gd name="connsiteX0" fmla="*/ 0 w 1184341"/>
              <a:gd name="connsiteY0" fmla="*/ 452345 h 564906"/>
              <a:gd name="connsiteX1" fmla="*/ 111658 w 1184341"/>
              <a:gd name="connsiteY1" fmla="*/ 155079 h 564906"/>
              <a:gd name="connsiteX2" fmla="*/ 253817 w 1184341"/>
              <a:gd name="connsiteY2" fmla="*/ 416395 h 564906"/>
              <a:gd name="connsiteX3" fmla="*/ 181464 w 1184341"/>
              <a:gd name="connsiteY3" fmla="*/ 430936 h 564906"/>
              <a:gd name="connsiteX4" fmla="*/ 844920 w 1184341"/>
              <a:gd name="connsiteY4" fmla="*/ 0 h 564906"/>
              <a:gd name="connsiteX5" fmla="*/ 1184341 w 1184341"/>
              <a:gd name="connsiteY5" fmla="*/ 488847 h 564906"/>
              <a:gd name="connsiteX6" fmla="*/ 99060 w 1184341"/>
              <a:gd name="connsiteY6" fmla="*/ 456414 h 564906"/>
              <a:gd name="connsiteX7" fmla="*/ 0 w 1184341"/>
              <a:gd name="connsiteY7" fmla="*/ 452345 h 564906"/>
              <a:gd name="connsiteX0" fmla="*/ 0 w 1184341"/>
              <a:gd name="connsiteY0" fmla="*/ 452345 h 561815"/>
              <a:gd name="connsiteX1" fmla="*/ 111658 w 1184341"/>
              <a:gd name="connsiteY1" fmla="*/ 155079 h 561815"/>
              <a:gd name="connsiteX2" fmla="*/ 253817 w 1184341"/>
              <a:gd name="connsiteY2" fmla="*/ 416395 h 561815"/>
              <a:gd name="connsiteX3" fmla="*/ 181464 w 1184341"/>
              <a:gd name="connsiteY3" fmla="*/ 430936 h 561815"/>
              <a:gd name="connsiteX4" fmla="*/ 844920 w 1184341"/>
              <a:gd name="connsiteY4" fmla="*/ 0 h 561815"/>
              <a:gd name="connsiteX5" fmla="*/ 1184341 w 1184341"/>
              <a:gd name="connsiteY5" fmla="*/ 488847 h 561815"/>
              <a:gd name="connsiteX6" fmla="*/ 100522 w 1184341"/>
              <a:gd name="connsiteY6" fmla="*/ 448467 h 561815"/>
              <a:gd name="connsiteX7" fmla="*/ 0 w 1184341"/>
              <a:gd name="connsiteY7" fmla="*/ 452345 h 561815"/>
              <a:gd name="connsiteX0" fmla="*/ 0 w 1184341"/>
              <a:gd name="connsiteY0" fmla="*/ 452345 h 561815"/>
              <a:gd name="connsiteX1" fmla="*/ 111658 w 1184341"/>
              <a:gd name="connsiteY1" fmla="*/ 155079 h 561815"/>
              <a:gd name="connsiteX2" fmla="*/ 253817 w 1184341"/>
              <a:gd name="connsiteY2" fmla="*/ 416395 h 561815"/>
              <a:gd name="connsiteX3" fmla="*/ 183626 w 1184341"/>
              <a:gd name="connsiteY3" fmla="*/ 434074 h 561815"/>
              <a:gd name="connsiteX4" fmla="*/ 844920 w 1184341"/>
              <a:gd name="connsiteY4" fmla="*/ 0 h 561815"/>
              <a:gd name="connsiteX5" fmla="*/ 1184341 w 1184341"/>
              <a:gd name="connsiteY5" fmla="*/ 488847 h 561815"/>
              <a:gd name="connsiteX6" fmla="*/ 100522 w 1184341"/>
              <a:gd name="connsiteY6" fmla="*/ 448467 h 561815"/>
              <a:gd name="connsiteX7" fmla="*/ 0 w 1184341"/>
              <a:gd name="connsiteY7" fmla="*/ 452345 h 561815"/>
              <a:gd name="connsiteX0" fmla="*/ 0 w 1184341"/>
              <a:gd name="connsiteY0" fmla="*/ 452345 h 561815"/>
              <a:gd name="connsiteX1" fmla="*/ 111658 w 1184341"/>
              <a:gd name="connsiteY1" fmla="*/ 155079 h 561815"/>
              <a:gd name="connsiteX2" fmla="*/ 253817 w 1184341"/>
              <a:gd name="connsiteY2" fmla="*/ 416395 h 561815"/>
              <a:gd name="connsiteX3" fmla="*/ 186170 w 1184341"/>
              <a:gd name="connsiteY3" fmla="*/ 427694 h 561815"/>
              <a:gd name="connsiteX4" fmla="*/ 844920 w 1184341"/>
              <a:gd name="connsiteY4" fmla="*/ 0 h 561815"/>
              <a:gd name="connsiteX5" fmla="*/ 1184341 w 1184341"/>
              <a:gd name="connsiteY5" fmla="*/ 488847 h 561815"/>
              <a:gd name="connsiteX6" fmla="*/ 100522 w 1184341"/>
              <a:gd name="connsiteY6" fmla="*/ 448467 h 561815"/>
              <a:gd name="connsiteX7" fmla="*/ 0 w 1184341"/>
              <a:gd name="connsiteY7" fmla="*/ 452345 h 561815"/>
              <a:gd name="connsiteX0" fmla="*/ 0 w 1184341"/>
              <a:gd name="connsiteY0" fmla="*/ 452345 h 561815"/>
              <a:gd name="connsiteX1" fmla="*/ 111658 w 1184341"/>
              <a:gd name="connsiteY1" fmla="*/ 155079 h 561815"/>
              <a:gd name="connsiteX2" fmla="*/ 253817 w 1184341"/>
              <a:gd name="connsiteY2" fmla="*/ 416395 h 561815"/>
              <a:gd name="connsiteX3" fmla="*/ 186170 w 1184341"/>
              <a:gd name="connsiteY3" fmla="*/ 427694 h 561815"/>
              <a:gd name="connsiteX4" fmla="*/ 844920 w 1184341"/>
              <a:gd name="connsiteY4" fmla="*/ 0 h 561815"/>
              <a:gd name="connsiteX5" fmla="*/ 1184341 w 1184341"/>
              <a:gd name="connsiteY5" fmla="*/ 488847 h 561815"/>
              <a:gd name="connsiteX6" fmla="*/ 100522 w 1184341"/>
              <a:gd name="connsiteY6" fmla="*/ 448467 h 561815"/>
              <a:gd name="connsiteX7" fmla="*/ 0 w 1184341"/>
              <a:gd name="connsiteY7" fmla="*/ 452345 h 561815"/>
              <a:gd name="connsiteX0" fmla="*/ 0 w 1184341"/>
              <a:gd name="connsiteY0" fmla="*/ 452345 h 561815"/>
              <a:gd name="connsiteX1" fmla="*/ 111658 w 1184341"/>
              <a:gd name="connsiteY1" fmla="*/ 155079 h 561815"/>
              <a:gd name="connsiteX2" fmla="*/ 253817 w 1184341"/>
              <a:gd name="connsiteY2" fmla="*/ 416395 h 561815"/>
              <a:gd name="connsiteX3" fmla="*/ 172540 w 1184341"/>
              <a:gd name="connsiteY3" fmla="*/ 434774 h 561815"/>
              <a:gd name="connsiteX4" fmla="*/ 844920 w 1184341"/>
              <a:gd name="connsiteY4" fmla="*/ 0 h 561815"/>
              <a:gd name="connsiteX5" fmla="*/ 1184341 w 1184341"/>
              <a:gd name="connsiteY5" fmla="*/ 488847 h 561815"/>
              <a:gd name="connsiteX6" fmla="*/ 100522 w 1184341"/>
              <a:gd name="connsiteY6" fmla="*/ 448467 h 561815"/>
              <a:gd name="connsiteX7" fmla="*/ 0 w 1184341"/>
              <a:gd name="connsiteY7" fmla="*/ 452345 h 561815"/>
              <a:gd name="connsiteX0" fmla="*/ 0 w 1184341"/>
              <a:gd name="connsiteY0" fmla="*/ 452345 h 561815"/>
              <a:gd name="connsiteX1" fmla="*/ 111658 w 1184341"/>
              <a:gd name="connsiteY1" fmla="*/ 155079 h 561815"/>
              <a:gd name="connsiteX2" fmla="*/ 253817 w 1184341"/>
              <a:gd name="connsiteY2" fmla="*/ 416395 h 561815"/>
              <a:gd name="connsiteX3" fmla="*/ 172540 w 1184341"/>
              <a:gd name="connsiteY3" fmla="*/ 434774 h 561815"/>
              <a:gd name="connsiteX4" fmla="*/ 844920 w 1184341"/>
              <a:gd name="connsiteY4" fmla="*/ 0 h 561815"/>
              <a:gd name="connsiteX5" fmla="*/ 1184341 w 1184341"/>
              <a:gd name="connsiteY5" fmla="*/ 488847 h 561815"/>
              <a:gd name="connsiteX6" fmla="*/ 100522 w 1184341"/>
              <a:gd name="connsiteY6" fmla="*/ 448467 h 561815"/>
              <a:gd name="connsiteX7" fmla="*/ 0 w 1184341"/>
              <a:gd name="connsiteY7" fmla="*/ 452345 h 561815"/>
              <a:gd name="connsiteX0" fmla="*/ 0 w 1184341"/>
              <a:gd name="connsiteY0" fmla="*/ 452345 h 561815"/>
              <a:gd name="connsiteX1" fmla="*/ 111658 w 1184341"/>
              <a:gd name="connsiteY1" fmla="*/ 155079 h 561815"/>
              <a:gd name="connsiteX2" fmla="*/ 253817 w 1184341"/>
              <a:gd name="connsiteY2" fmla="*/ 416395 h 561815"/>
              <a:gd name="connsiteX3" fmla="*/ 172540 w 1184341"/>
              <a:gd name="connsiteY3" fmla="*/ 434774 h 561815"/>
              <a:gd name="connsiteX4" fmla="*/ 844920 w 1184341"/>
              <a:gd name="connsiteY4" fmla="*/ 0 h 561815"/>
              <a:gd name="connsiteX5" fmla="*/ 1184341 w 1184341"/>
              <a:gd name="connsiteY5" fmla="*/ 488847 h 561815"/>
              <a:gd name="connsiteX6" fmla="*/ 100522 w 1184341"/>
              <a:gd name="connsiteY6" fmla="*/ 448467 h 561815"/>
              <a:gd name="connsiteX7" fmla="*/ 0 w 1184341"/>
              <a:gd name="connsiteY7" fmla="*/ 452345 h 561815"/>
              <a:gd name="connsiteX0" fmla="*/ 0 w 1184341"/>
              <a:gd name="connsiteY0" fmla="*/ 452345 h 541626"/>
              <a:gd name="connsiteX1" fmla="*/ 111658 w 1184341"/>
              <a:gd name="connsiteY1" fmla="*/ 155079 h 541626"/>
              <a:gd name="connsiteX2" fmla="*/ 253817 w 1184341"/>
              <a:gd name="connsiteY2" fmla="*/ 416395 h 541626"/>
              <a:gd name="connsiteX3" fmla="*/ 172540 w 1184341"/>
              <a:gd name="connsiteY3" fmla="*/ 434774 h 541626"/>
              <a:gd name="connsiteX4" fmla="*/ 844920 w 1184341"/>
              <a:gd name="connsiteY4" fmla="*/ 0 h 541626"/>
              <a:gd name="connsiteX5" fmla="*/ 1184341 w 1184341"/>
              <a:gd name="connsiteY5" fmla="*/ 488847 h 541626"/>
              <a:gd name="connsiteX6" fmla="*/ 100522 w 1184341"/>
              <a:gd name="connsiteY6" fmla="*/ 448467 h 541626"/>
              <a:gd name="connsiteX7" fmla="*/ 0 w 1184341"/>
              <a:gd name="connsiteY7" fmla="*/ 452345 h 541626"/>
              <a:gd name="connsiteX0" fmla="*/ 0 w 1142392"/>
              <a:gd name="connsiteY0" fmla="*/ 452345 h 519136"/>
              <a:gd name="connsiteX1" fmla="*/ 111658 w 1142392"/>
              <a:gd name="connsiteY1" fmla="*/ 155079 h 519136"/>
              <a:gd name="connsiteX2" fmla="*/ 253817 w 1142392"/>
              <a:gd name="connsiteY2" fmla="*/ 416395 h 519136"/>
              <a:gd name="connsiteX3" fmla="*/ 172540 w 1142392"/>
              <a:gd name="connsiteY3" fmla="*/ 434774 h 519136"/>
              <a:gd name="connsiteX4" fmla="*/ 844920 w 1142392"/>
              <a:gd name="connsiteY4" fmla="*/ 0 h 519136"/>
              <a:gd name="connsiteX5" fmla="*/ 1142392 w 1142392"/>
              <a:gd name="connsiteY5" fmla="*/ 441409 h 519136"/>
              <a:gd name="connsiteX6" fmla="*/ 100522 w 1142392"/>
              <a:gd name="connsiteY6" fmla="*/ 448467 h 519136"/>
              <a:gd name="connsiteX7" fmla="*/ 0 w 1142392"/>
              <a:gd name="connsiteY7" fmla="*/ 452345 h 519136"/>
              <a:gd name="connsiteX0" fmla="*/ 0 w 1142392"/>
              <a:gd name="connsiteY0" fmla="*/ 452345 h 598427"/>
              <a:gd name="connsiteX1" fmla="*/ 111658 w 1142392"/>
              <a:gd name="connsiteY1" fmla="*/ 155079 h 598427"/>
              <a:gd name="connsiteX2" fmla="*/ 253817 w 1142392"/>
              <a:gd name="connsiteY2" fmla="*/ 416395 h 598427"/>
              <a:gd name="connsiteX3" fmla="*/ 172540 w 1142392"/>
              <a:gd name="connsiteY3" fmla="*/ 434774 h 598427"/>
              <a:gd name="connsiteX4" fmla="*/ 844920 w 1142392"/>
              <a:gd name="connsiteY4" fmla="*/ 0 h 598427"/>
              <a:gd name="connsiteX5" fmla="*/ 1142392 w 1142392"/>
              <a:gd name="connsiteY5" fmla="*/ 441409 h 598427"/>
              <a:gd name="connsiteX6" fmla="*/ 100522 w 1142392"/>
              <a:gd name="connsiteY6" fmla="*/ 448467 h 598427"/>
              <a:gd name="connsiteX7" fmla="*/ 0 w 1142392"/>
              <a:gd name="connsiteY7" fmla="*/ 452345 h 598427"/>
              <a:gd name="connsiteX0" fmla="*/ 0 w 1142392"/>
              <a:gd name="connsiteY0" fmla="*/ 452345 h 598427"/>
              <a:gd name="connsiteX1" fmla="*/ 111658 w 1142392"/>
              <a:gd name="connsiteY1" fmla="*/ 155079 h 598427"/>
              <a:gd name="connsiteX2" fmla="*/ 253817 w 1142392"/>
              <a:gd name="connsiteY2" fmla="*/ 416395 h 598427"/>
              <a:gd name="connsiteX3" fmla="*/ 172540 w 1142392"/>
              <a:gd name="connsiteY3" fmla="*/ 434774 h 598427"/>
              <a:gd name="connsiteX4" fmla="*/ 844920 w 1142392"/>
              <a:gd name="connsiteY4" fmla="*/ 0 h 598427"/>
              <a:gd name="connsiteX5" fmla="*/ 1142392 w 1142392"/>
              <a:gd name="connsiteY5" fmla="*/ 441409 h 598427"/>
              <a:gd name="connsiteX6" fmla="*/ 100522 w 1142392"/>
              <a:gd name="connsiteY6" fmla="*/ 448467 h 598427"/>
              <a:gd name="connsiteX7" fmla="*/ 0 w 1142392"/>
              <a:gd name="connsiteY7" fmla="*/ 452345 h 598427"/>
              <a:gd name="connsiteX0" fmla="*/ 0 w 1142392"/>
              <a:gd name="connsiteY0" fmla="*/ 452345 h 598427"/>
              <a:gd name="connsiteX1" fmla="*/ 111658 w 1142392"/>
              <a:gd name="connsiteY1" fmla="*/ 155079 h 598427"/>
              <a:gd name="connsiteX2" fmla="*/ 253817 w 1142392"/>
              <a:gd name="connsiteY2" fmla="*/ 416395 h 598427"/>
              <a:gd name="connsiteX3" fmla="*/ 172540 w 1142392"/>
              <a:gd name="connsiteY3" fmla="*/ 434774 h 598427"/>
              <a:gd name="connsiteX4" fmla="*/ 844920 w 1142392"/>
              <a:gd name="connsiteY4" fmla="*/ 0 h 598427"/>
              <a:gd name="connsiteX5" fmla="*/ 1142392 w 1142392"/>
              <a:gd name="connsiteY5" fmla="*/ 441409 h 598427"/>
              <a:gd name="connsiteX6" fmla="*/ 100522 w 1142392"/>
              <a:gd name="connsiteY6" fmla="*/ 448467 h 598427"/>
              <a:gd name="connsiteX7" fmla="*/ 0 w 1142392"/>
              <a:gd name="connsiteY7" fmla="*/ 452345 h 598427"/>
              <a:gd name="connsiteX0" fmla="*/ 0 w 1142392"/>
              <a:gd name="connsiteY0" fmla="*/ 452345 h 598427"/>
              <a:gd name="connsiteX1" fmla="*/ 111658 w 1142392"/>
              <a:gd name="connsiteY1" fmla="*/ 155079 h 598427"/>
              <a:gd name="connsiteX2" fmla="*/ 253817 w 1142392"/>
              <a:gd name="connsiteY2" fmla="*/ 416395 h 598427"/>
              <a:gd name="connsiteX3" fmla="*/ 172540 w 1142392"/>
              <a:gd name="connsiteY3" fmla="*/ 434774 h 598427"/>
              <a:gd name="connsiteX4" fmla="*/ 844920 w 1142392"/>
              <a:gd name="connsiteY4" fmla="*/ 0 h 598427"/>
              <a:gd name="connsiteX5" fmla="*/ 1142392 w 1142392"/>
              <a:gd name="connsiteY5" fmla="*/ 441409 h 598427"/>
              <a:gd name="connsiteX6" fmla="*/ 100522 w 1142392"/>
              <a:gd name="connsiteY6" fmla="*/ 448467 h 598427"/>
              <a:gd name="connsiteX7" fmla="*/ 0 w 1142392"/>
              <a:gd name="connsiteY7" fmla="*/ 452345 h 598427"/>
              <a:gd name="connsiteX0" fmla="*/ 0 w 1142392"/>
              <a:gd name="connsiteY0" fmla="*/ 452345 h 598427"/>
              <a:gd name="connsiteX1" fmla="*/ 111658 w 1142392"/>
              <a:gd name="connsiteY1" fmla="*/ 155079 h 598427"/>
              <a:gd name="connsiteX2" fmla="*/ 253817 w 1142392"/>
              <a:gd name="connsiteY2" fmla="*/ 416395 h 598427"/>
              <a:gd name="connsiteX3" fmla="*/ 172540 w 1142392"/>
              <a:gd name="connsiteY3" fmla="*/ 434774 h 598427"/>
              <a:gd name="connsiteX4" fmla="*/ 844920 w 1142392"/>
              <a:gd name="connsiteY4" fmla="*/ 0 h 598427"/>
              <a:gd name="connsiteX5" fmla="*/ 1142392 w 1142392"/>
              <a:gd name="connsiteY5" fmla="*/ 441409 h 598427"/>
              <a:gd name="connsiteX6" fmla="*/ 100522 w 1142392"/>
              <a:gd name="connsiteY6" fmla="*/ 448467 h 598427"/>
              <a:gd name="connsiteX7" fmla="*/ 0 w 1142392"/>
              <a:gd name="connsiteY7" fmla="*/ 452345 h 59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2392" h="598427">
                <a:moveTo>
                  <a:pt x="0" y="452345"/>
                </a:moveTo>
                <a:lnTo>
                  <a:pt x="111658" y="155079"/>
                </a:lnTo>
                <a:lnTo>
                  <a:pt x="253817" y="416395"/>
                </a:lnTo>
                <a:cubicBezTo>
                  <a:pt x="232942" y="425948"/>
                  <a:pt x="205581" y="426090"/>
                  <a:pt x="172540" y="434774"/>
                </a:cubicBezTo>
                <a:cubicBezTo>
                  <a:pt x="169029" y="649404"/>
                  <a:pt x="1164446" y="444000"/>
                  <a:pt x="844920" y="0"/>
                </a:cubicBezTo>
                <a:lnTo>
                  <a:pt x="1142392" y="441409"/>
                </a:lnTo>
                <a:cubicBezTo>
                  <a:pt x="183792" y="718371"/>
                  <a:pt x="118937" y="568791"/>
                  <a:pt x="100522" y="448467"/>
                </a:cubicBezTo>
                <a:lnTo>
                  <a:pt x="0" y="452345"/>
                </a:lnTo>
                <a:close/>
              </a:path>
            </a:pathLst>
          </a:custGeom>
          <a:gradFill flip="none" rotWithShape="1">
            <a:gsLst>
              <a:gs pos="38000">
                <a:srgbClr val="FFE07D"/>
              </a:gs>
              <a:gs pos="100000">
                <a:schemeClr val="bg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E89DF05A-A0FA-2FA9-C85C-520E5F970655}"/>
              </a:ext>
            </a:extLst>
          </p:cNvPr>
          <p:cNvSpPr/>
          <p:nvPr/>
        </p:nvSpPr>
        <p:spPr>
          <a:xfrm>
            <a:off x="8209280" y="3267340"/>
            <a:ext cx="736600" cy="649638"/>
          </a:xfrm>
          <a:prstGeom prst="roundRect">
            <a:avLst>
              <a:gd name="adj" fmla="val 2591"/>
            </a:avLst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9EC7910-D963-03B5-CBC3-3DE63D8A626B}"/>
              </a:ext>
            </a:extLst>
          </p:cNvPr>
          <p:cNvSpPr txBox="1"/>
          <p:nvPr/>
        </p:nvSpPr>
        <p:spPr>
          <a:xfrm>
            <a:off x="8945880" y="5010103"/>
            <a:ext cx="3142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Lightwave Technol. 2019, 37, 4222.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87BC9F9-196A-4F96-FA2D-FD4378C8492E}"/>
              </a:ext>
            </a:extLst>
          </p:cNvPr>
          <p:cNvSpPr txBox="1"/>
          <p:nvPr/>
        </p:nvSpPr>
        <p:spPr>
          <a:xfrm>
            <a:off x="6579607" y="5010103"/>
            <a:ext cx="24729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zh-CN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 Commun, 2015, 6, 6767.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F01F35BB-4FFA-4196-269F-03944D2CAF64}"/>
              </a:ext>
            </a:extLst>
          </p:cNvPr>
          <p:cNvSpPr/>
          <p:nvPr/>
        </p:nvSpPr>
        <p:spPr>
          <a:xfrm>
            <a:off x="918196" y="3010405"/>
            <a:ext cx="4328059" cy="1731029"/>
          </a:xfrm>
          <a:prstGeom prst="roundRect">
            <a:avLst>
              <a:gd name="adj" fmla="val 8231"/>
            </a:avLst>
          </a:prstGeom>
          <a:noFill/>
          <a:ln w="57150">
            <a:solidFill>
              <a:srgbClr val="54D1E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弧形 23">
            <a:extLst>
              <a:ext uri="{FF2B5EF4-FFF2-40B4-BE49-F238E27FC236}">
                <a16:creationId xmlns:a16="http://schemas.microsoft.com/office/drawing/2014/main" id="{96A9AF43-2255-359E-74FE-7BB5B59D12C4}"/>
              </a:ext>
            </a:extLst>
          </p:cNvPr>
          <p:cNvSpPr/>
          <p:nvPr/>
        </p:nvSpPr>
        <p:spPr>
          <a:xfrm rot="658443" flipV="1">
            <a:off x="3799898" y="2385586"/>
            <a:ext cx="3665800" cy="1668148"/>
          </a:xfrm>
          <a:prstGeom prst="arc">
            <a:avLst>
              <a:gd name="adj1" fmla="val 15023741"/>
              <a:gd name="adj2" fmla="val 20842651"/>
            </a:avLst>
          </a:prstGeom>
          <a:noFill/>
          <a:ln w="57150">
            <a:solidFill>
              <a:srgbClr val="54D1E6"/>
            </a:solidFill>
            <a:tailEnd type="triangl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Text Box 71">
            <a:extLst>
              <a:ext uri="{FF2B5EF4-FFF2-40B4-BE49-F238E27FC236}">
                <a16:creationId xmlns:a16="http://schemas.microsoft.com/office/drawing/2014/main" id="{FAFA49E2-EE0D-9259-32BD-3EAA39FCF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156" y="1498313"/>
            <a:ext cx="5377410" cy="403577"/>
          </a:xfrm>
          <a:prstGeom prst="rect">
            <a:avLst/>
          </a:prstGeom>
          <a:solidFill>
            <a:srgbClr val="10383C"/>
          </a:solidFill>
          <a:ln w="9525" cap="flat" cmpd="sng" algn="ctr">
            <a:solidFill>
              <a:srgbClr val="10383C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>
            <a:defPPr>
              <a:defRPr lang="en-US"/>
            </a:defPPr>
            <a:lvl1pPr algn="ctr" eaLnBrk="1" hangingPunct="1">
              <a:defRPr sz="2400" b="1" u="sng">
                <a:solidFill>
                  <a:schemeClr val="bg1"/>
                </a:solidFill>
                <a:latin typeface="黑体" pitchFamily="49" charset="-122"/>
                <a:ea typeface="黑体" pitchFamily="49" charset="-122"/>
              </a:defRPr>
            </a:lvl1pPr>
          </a:lstStyle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altLang="zh-CN" sz="1600" u="none" kern="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Spatial</a:t>
            </a:r>
            <a:r>
              <a:rPr lang="en-US" altLang="zh-CN" sz="1600" u="none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b="0" u="none" kern="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optical cavity enhanced gas detection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5" name="弧形 24">
            <a:extLst>
              <a:ext uri="{FF2B5EF4-FFF2-40B4-BE49-F238E27FC236}">
                <a16:creationId xmlns:a16="http://schemas.microsoft.com/office/drawing/2014/main" id="{CBEB6BA5-97EE-2E88-69A7-AA0BCA0E4F6F}"/>
              </a:ext>
            </a:extLst>
          </p:cNvPr>
          <p:cNvSpPr/>
          <p:nvPr/>
        </p:nvSpPr>
        <p:spPr>
          <a:xfrm rot="21185182">
            <a:off x="3644734" y="1931307"/>
            <a:ext cx="3665800" cy="1668148"/>
          </a:xfrm>
          <a:prstGeom prst="arc">
            <a:avLst>
              <a:gd name="adj1" fmla="val 13349959"/>
              <a:gd name="adj2" fmla="val 20857912"/>
            </a:avLst>
          </a:prstGeom>
          <a:noFill/>
          <a:ln w="57150">
            <a:solidFill>
              <a:srgbClr val="54D1E6"/>
            </a:solidFill>
            <a:tailEnd type="triangle" w="med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195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E9EFA854-BD93-51D9-2786-D3F087E05EEB}"/>
              </a:ext>
            </a:extLst>
          </p:cNvPr>
          <p:cNvGrpSpPr>
            <a:grpSpLocks noChangeAspect="1"/>
          </p:cNvGrpSpPr>
          <p:nvPr/>
        </p:nvGrpSpPr>
        <p:grpSpPr>
          <a:xfrm>
            <a:off x="6157246" y="5317278"/>
            <a:ext cx="3592930" cy="1007586"/>
            <a:chOff x="6166820" y="5112726"/>
            <a:chExt cx="5927055" cy="1655056"/>
          </a:xfrm>
        </p:grpSpPr>
        <p:pic>
          <p:nvPicPr>
            <p:cNvPr id="147" name="图片 146">
              <a:extLst>
                <a:ext uri="{FF2B5EF4-FFF2-40B4-BE49-F238E27FC236}">
                  <a16:creationId xmlns:a16="http://schemas.microsoft.com/office/drawing/2014/main" id="{99521823-C24E-5750-6BC6-C0404BD4D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66552"/>
            <a:stretch/>
          </p:blipFill>
          <p:spPr>
            <a:xfrm>
              <a:off x="6264945" y="5135249"/>
              <a:ext cx="5828930" cy="1466157"/>
            </a:xfrm>
            <a:prstGeom prst="rect">
              <a:avLst/>
            </a:prstGeom>
          </p:spPr>
        </p:pic>
        <p:sp>
          <p:nvSpPr>
            <p:cNvPr id="149" name="矩形 148">
              <a:extLst>
                <a:ext uri="{FF2B5EF4-FFF2-40B4-BE49-F238E27FC236}">
                  <a16:creationId xmlns:a16="http://schemas.microsoft.com/office/drawing/2014/main" id="{FAF6F20A-A30F-5E17-926C-28A876BD1560}"/>
                </a:ext>
              </a:extLst>
            </p:cNvPr>
            <p:cNvSpPr/>
            <p:nvPr/>
          </p:nvSpPr>
          <p:spPr>
            <a:xfrm>
              <a:off x="6166820" y="5112726"/>
              <a:ext cx="451020" cy="2037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矩形 151">
              <a:extLst>
                <a:ext uri="{FF2B5EF4-FFF2-40B4-BE49-F238E27FC236}">
                  <a16:creationId xmlns:a16="http://schemas.microsoft.com/office/drawing/2014/main" id="{3FFAAF96-8CF6-15EA-A406-55546DB6779F}"/>
                </a:ext>
              </a:extLst>
            </p:cNvPr>
            <p:cNvSpPr/>
            <p:nvPr/>
          </p:nvSpPr>
          <p:spPr>
            <a:xfrm>
              <a:off x="6189051" y="6563997"/>
              <a:ext cx="451020" cy="2037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2C7ABFD-21A6-7DD1-6004-1B4D34C133A0}"/>
              </a:ext>
            </a:extLst>
          </p:cNvPr>
          <p:cNvSpPr txBox="1"/>
          <p:nvPr/>
        </p:nvSpPr>
        <p:spPr>
          <a:xfrm>
            <a:off x="0" y="4887331"/>
            <a:ext cx="2792872" cy="345544"/>
          </a:xfrm>
          <a:prstGeom prst="rect">
            <a:avLst/>
          </a:prstGeom>
          <a:solidFill>
            <a:srgbClr val="ED6C00"/>
          </a:solidFill>
          <a:ln w="12700" cap="flat" cmpd="sng" algn="ctr">
            <a:solidFill>
              <a:srgbClr val="ED6C00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A3AAC7-B51E-122D-BE72-8CE84B5C460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051" t="7017"/>
          <a:stretch>
            <a:fillRect/>
          </a:stretch>
        </p:blipFill>
        <p:spPr>
          <a:xfrm>
            <a:off x="501900" y="1135714"/>
            <a:ext cx="2134707" cy="1642781"/>
          </a:xfrm>
          <a:prstGeom prst="rect">
            <a:avLst/>
          </a:prstGeom>
          <a:solidFill>
            <a:srgbClr val="3F26AA"/>
          </a:solidFill>
          <a:ln>
            <a:noFill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02A611-47EC-AF41-CBF8-9D5A668D655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5999" t="7920"/>
          <a:stretch>
            <a:fillRect/>
          </a:stretch>
        </p:blipFill>
        <p:spPr>
          <a:xfrm>
            <a:off x="487680" y="3228685"/>
            <a:ext cx="2188047" cy="159430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F7F25FA0-365B-E44D-084F-0313147D5918}"/>
              </a:ext>
            </a:extLst>
          </p:cNvPr>
          <p:cNvSpPr txBox="1"/>
          <p:nvPr/>
        </p:nvSpPr>
        <p:spPr>
          <a:xfrm>
            <a:off x="-1" y="761233"/>
            <a:ext cx="2792872" cy="318229"/>
          </a:xfrm>
          <a:prstGeom prst="rect">
            <a:avLst/>
          </a:prstGeom>
          <a:solidFill>
            <a:srgbClr val="ED6C00"/>
          </a:solidFill>
          <a:ln w="12700" cap="flat" cmpd="sng" algn="ctr">
            <a:solidFill>
              <a:srgbClr val="ED6C00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285750" marR="0" lvl="0" indent="-28575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Free space PTI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108FE9E-FC31-38C6-969D-4CE9214D331C}"/>
              </a:ext>
            </a:extLst>
          </p:cNvPr>
          <p:cNvSpPr txBox="1"/>
          <p:nvPr/>
        </p:nvSpPr>
        <p:spPr>
          <a:xfrm>
            <a:off x="1" y="2845916"/>
            <a:ext cx="2792872" cy="345544"/>
          </a:xfrm>
          <a:prstGeom prst="rect">
            <a:avLst/>
          </a:prstGeom>
          <a:solidFill>
            <a:srgbClr val="ED6C00"/>
          </a:solidFill>
          <a:ln w="12700" cap="flat" cmpd="sng" algn="ctr">
            <a:solidFill>
              <a:srgbClr val="ED6C00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D16214-3C42-ECDD-FEAE-E720317427BE}"/>
              </a:ext>
            </a:extLst>
          </p:cNvPr>
          <p:cNvSpPr/>
          <p:nvPr/>
        </p:nvSpPr>
        <p:spPr>
          <a:xfrm>
            <a:off x="3433968" y="837647"/>
            <a:ext cx="2621801" cy="190270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FFFFFF">
                <a:lumMod val="9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7FD8246-8AE9-6FFA-3D77-6349EF3E15F5}"/>
              </a:ext>
            </a:extLst>
          </p:cNvPr>
          <p:cNvSpPr/>
          <p:nvPr/>
        </p:nvSpPr>
        <p:spPr>
          <a:xfrm>
            <a:off x="3361815" y="2929924"/>
            <a:ext cx="2687408" cy="1831802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FFFFFF">
                <a:lumMod val="9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24B930-3C60-A27B-2687-6DF6ED3FCC00}"/>
              </a:ext>
            </a:extLst>
          </p:cNvPr>
          <p:cNvSpPr/>
          <p:nvPr/>
        </p:nvSpPr>
        <p:spPr>
          <a:xfrm>
            <a:off x="3325977" y="4951099"/>
            <a:ext cx="2732413" cy="1854513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FFFFFF">
                <a:lumMod val="9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D966184-B7AF-0A49-7750-418BB4DB1479}"/>
              </a:ext>
            </a:extLst>
          </p:cNvPr>
          <p:cNvSpPr txBox="1"/>
          <p:nvPr/>
        </p:nvSpPr>
        <p:spPr>
          <a:xfrm>
            <a:off x="3424895" y="741514"/>
            <a:ext cx="2633496" cy="369332"/>
          </a:xfrm>
          <a:prstGeom prst="rect">
            <a:avLst/>
          </a:prstGeom>
          <a:solidFill>
            <a:srgbClr val="ED6C00"/>
          </a:solidFill>
          <a:ln>
            <a:solidFill>
              <a:srgbClr val="ED6C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Gaussian light field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EAD94AB-0910-3044-1E39-C76D7A8526B7}"/>
              </a:ext>
            </a:extLst>
          </p:cNvPr>
          <p:cNvSpPr txBox="1"/>
          <p:nvPr/>
        </p:nvSpPr>
        <p:spPr>
          <a:xfrm>
            <a:off x="3370982" y="2827350"/>
            <a:ext cx="2687408" cy="369332"/>
          </a:xfrm>
          <a:prstGeom prst="rect">
            <a:avLst/>
          </a:prstGeom>
          <a:solidFill>
            <a:srgbClr val="ED6C00"/>
          </a:solidFill>
          <a:ln>
            <a:solidFill>
              <a:srgbClr val="ED6C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Mode field of AR-HCF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B0D85D2-44EF-DF39-1BB4-7ED61FEAA740}"/>
              </a:ext>
            </a:extLst>
          </p:cNvPr>
          <p:cNvSpPr txBox="1"/>
          <p:nvPr/>
        </p:nvSpPr>
        <p:spPr>
          <a:xfrm>
            <a:off x="3323357" y="4893305"/>
            <a:ext cx="2732412" cy="369332"/>
          </a:xfrm>
          <a:prstGeom prst="rect">
            <a:avLst/>
          </a:prstGeom>
          <a:solidFill>
            <a:srgbClr val="ED6C00"/>
          </a:solidFill>
          <a:ln>
            <a:solidFill>
              <a:srgbClr val="ED6C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Evanescent field of NF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FC425D9-A6A5-A8C5-BFAB-A4FF3A6BEC7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3441" t="57817"/>
          <a:stretch/>
        </p:blipFill>
        <p:spPr>
          <a:xfrm>
            <a:off x="3479317" y="5455105"/>
            <a:ext cx="2447870" cy="1108892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05E9E5A1-4867-3EBD-CE04-EFBD07ECBEC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256" t="62553" r="52133" b="3647"/>
          <a:stretch/>
        </p:blipFill>
        <p:spPr>
          <a:xfrm>
            <a:off x="3495698" y="3526796"/>
            <a:ext cx="2405637" cy="932178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82FE7580-EA8F-532A-2F28-B7F2485FD8D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54508" t="8326" r="1983" b="53685"/>
          <a:stretch/>
        </p:blipFill>
        <p:spPr>
          <a:xfrm>
            <a:off x="3555526" y="1389728"/>
            <a:ext cx="2408548" cy="1051438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994B6DC0-1552-3FCC-FED5-51C0D46D7AA0}"/>
              </a:ext>
            </a:extLst>
          </p:cNvPr>
          <p:cNvSpPr txBox="1"/>
          <p:nvPr/>
        </p:nvSpPr>
        <p:spPr>
          <a:xfrm>
            <a:off x="3568406" y="4463654"/>
            <a:ext cx="23284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Nat. Commun,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2020, 11,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847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D3E2AB-A95B-BA3B-CEE8-9AD9BE6FF49F}"/>
              </a:ext>
            </a:extLst>
          </p:cNvPr>
          <p:cNvSpPr txBox="1"/>
          <p:nvPr/>
        </p:nvSpPr>
        <p:spPr>
          <a:xfrm>
            <a:off x="3344493" y="6539019"/>
            <a:ext cx="28476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J. Lightwave Technol.,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2017, 35,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24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3FA2ABD-4FAC-8F9C-1D42-8040B4314BB8}"/>
              </a:ext>
            </a:extLst>
          </p:cNvPr>
          <p:cNvSpPr txBox="1"/>
          <p:nvPr/>
        </p:nvSpPr>
        <p:spPr>
          <a:xfrm>
            <a:off x="-9166" y="2864830"/>
            <a:ext cx="2792872" cy="318229"/>
          </a:xfrm>
          <a:prstGeom prst="rect">
            <a:avLst/>
          </a:prstGeom>
          <a:solidFill>
            <a:srgbClr val="ED6C00"/>
          </a:solidFill>
          <a:ln>
            <a:solidFill>
              <a:srgbClr val="ED6C00"/>
            </a:solidFill>
          </a:ln>
        </p:spPr>
        <p:txBody>
          <a:bodyPr wrap="square">
            <a:spAutoFit/>
          </a:bodyPr>
          <a:lstStyle/>
          <a:p>
            <a:pPr marL="285750" marR="0" lvl="0" indent="-285750" algn="ct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Hollow core fiber PTI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7F8937D-6707-00B8-4570-D82D1D02534E}"/>
              </a:ext>
            </a:extLst>
          </p:cNvPr>
          <p:cNvSpPr txBox="1"/>
          <p:nvPr/>
        </p:nvSpPr>
        <p:spPr>
          <a:xfrm>
            <a:off x="0" y="4932662"/>
            <a:ext cx="2933789" cy="313932"/>
          </a:xfrm>
          <a:prstGeom prst="rect">
            <a:avLst/>
          </a:prstGeom>
          <a:solidFill>
            <a:srgbClr val="ED6C00"/>
          </a:solidFill>
          <a:ln>
            <a:solidFill>
              <a:srgbClr val="ED6C00"/>
            </a:solidFill>
          </a:ln>
        </p:spPr>
        <p:txBody>
          <a:bodyPr wrap="square">
            <a:spAutoFit/>
          </a:bodyPr>
          <a:lstStyle/>
          <a:p>
            <a:pPr marL="285750" marR="0" lvl="0" indent="-285750" algn="ctr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zh-CN" sz="180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Nano fiber PTI</a:t>
            </a:r>
          </a:p>
        </p:txBody>
      </p:sp>
      <p:pic>
        <p:nvPicPr>
          <p:cNvPr id="75" name="图片 74" descr="OIL_logo_orange_LR">
            <a:extLst>
              <a:ext uri="{FF2B5EF4-FFF2-40B4-BE49-F238E27FC236}">
                <a16:creationId xmlns:a16="http://schemas.microsoft.com/office/drawing/2014/main" id="{EEFD3D7C-BA80-580E-A3F9-CEAD31389D7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83337" y="103637"/>
            <a:ext cx="2612390" cy="513715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FE6150E3-B01C-556D-D5D1-15636852F0CF}"/>
              </a:ext>
            </a:extLst>
          </p:cNvPr>
          <p:cNvSpPr txBox="1"/>
          <p:nvPr/>
        </p:nvSpPr>
        <p:spPr>
          <a:xfrm>
            <a:off x="3667694" y="2460439"/>
            <a:ext cx="24085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>
                <a:solidFill>
                  <a:schemeClr val="bg1">
                    <a:lumMod val="50000"/>
                  </a:schemeClr>
                </a:solidFill>
              </a:rPr>
              <a:t>Appl. Phys. Lett., 2025, 126.</a:t>
            </a:r>
            <a:endParaRPr lang="zh-CN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E46649F6-DF61-CF2E-370C-1B790CB6A349}"/>
              </a:ext>
            </a:extLst>
          </p:cNvPr>
          <p:cNvGrpSpPr/>
          <p:nvPr/>
        </p:nvGrpSpPr>
        <p:grpSpPr>
          <a:xfrm>
            <a:off x="0" y="716330"/>
            <a:ext cx="12192000" cy="45719"/>
            <a:chOff x="0" y="6135"/>
            <a:chExt cx="19200" cy="186"/>
          </a:xfrm>
        </p:grpSpPr>
        <p:pic>
          <p:nvPicPr>
            <p:cNvPr id="90" name="图片 89" descr="色条">
              <a:extLst>
                <a:ext uri="{FF2B5EF4-FFF2-40B4-BE49-F238E27FC236}">
                  <a16:creationId xmlns:a16="http://schemas.microsoft.com/office/drawing/2014/main" id="{2A8F98C1-00E8-DCE9-99FE-A7D17023E212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33E9DAA0-EDA2-2FF1-EC5D-4731B757B0D0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6" name="图片 115">
            <a:extLst>
              <a:ext uri="{FF2B5EF4-FFF2-40B4-BE49-F238E27FC236}">
                <a16:creationId xmlns:a16="http://schemas.microsoft.com/office/drawing/2014/main" id="{84C90C64-497C-6B42-3B76-60C66A7E09D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44593"/>
          <a:stretch/>
        </p:blipFill>
        <p:spPr>
          <a:xfrm>
            <a:off x="8793805" y="868264"/>
            <a:ext cx="2859396" cy="1802263"/>
          </a:xfrm>
          <a:prstGeom prst="rect">
            <a:avLst/>
          </a:prstGeom>
        </p:spPr>
      </p:pic>
      <p:pic>
        <p:nvPicPr>
          <p:cNvPr id="117" name="图片 116">
            <a:extLst>
              <a:ext uri="{FF2B5EF4-FFF2-40B4-BE49-F238E27FC236}">
                <a16:creationId xmlns:a16="http://schemas.microsoft.com/office/drawing/2014/main" id="{6E04C1E5-236B-081E-75AF-E177736B04A1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24949" r="12241" b="57088"/>
          <a:stretch/>
        </p:blipFill>
        <p:spPr>
          <a:xfrm>
            <a:off x="6583633" y="885337"/>
            <a:ext cx="2171157" cy="1749855"/>
          </a:xfrm>
          <a:prstGeom prst="rect">
            <a:avLst/>
          </a:prstGeom>
        </p:spPr>
      </p:pic>
      <p:sp>
        <p:nvSpPr>
          <p:cNvPr id="118" name="文本框 117">
            <a:extLst>
              <a:ext uri="{FF2B5EF4-FFF2-40B4-BE49-F238E27FC236}">
                <a16:creationId xmlns:a16="http://schemas.microsoft.com/office/drawing/2014/main" id="{1CA592FE-0C48-E495-D5B9-99E4859075DA}"/>
              </a:ext>
            </a:extLst>
          </p:cNvPr>
          <p:cNvSpPr txBox="1"/>
          <p:nvPr/>
        </p:nvSpPr>
        <p:spPr>
          <a:xfrm>
            <a:off x="6617840" y="860542"/>
            <a:ext cx="3860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solidFill>
                  <a:srgbClr val="FFFFFF"/>
                </a:solidFill>
                <a:latin typeface="+mj-lt"/>
                <a:ea typeface="等线" panose="02010600030101010101" pitchFamily="2" charset="-122"/>
                <a:cs typeface="Times New Roman" panose="02020603050405020304" pitchFamily="18" charset="0"/>
              </a:rPr>
              <a:t>(a)</a:t>
            </a:r>
            <a:endParaRPr lang="zh-CN" altLang="en-US" sz="800" dirty="0">
              <a:solidFill>
                <a:srgbClr val="FFFFFF"/>
              </a:solidFill>
              <a:latin typeface="+mj-lt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9" name="图片 118">
            <a:extLst>
              <a:ext uri="{FF2B5EF4-FFF2-40B4-BE49-F238E27FC236}">
                <a16:creationId xmlns:a16="http://schemas.microsoft.com/office/drawing/2014/main" id="{E6922522-FF53-B213-DF49-71BB540EC7C2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3968"/>
          <a:stretch/>
        </p:blipFill>
        <p:spPr>
          <a:xfrm>
            <a:off x="6467044" y="3004914"/>
            <a:ext cx="5039888" cy="1696192"/>
          </a:xfrm>
          <a:prstGeom prst="rect">
            <a:avLst/>
          </a:prstGeom>
        </p:spPr>
      </p:pic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30F167C3-9C84-1FAF-9E21-2B2CA4BDC53D}"/>
              </a:ext>
            </a:extLst>
          </p:cNvPr>
          <p:cNvGrpSpPr/>
          <p:nvPr/>
        </p:nvGrpSpPr>
        <p:grpSpPr>
          <a:xfrm>
            <a:off x="0" y="2808496"/>
            <a:ext cx="12192000" cy="45719"/>
            <a:chOff x="0" y="6135"/>
            <a:chExt cx="19200" cy="186"/>
          </a:xfrm>
        </p:grpSpPr>
        <p:pic>
          <p:nvPicPr>
            <p:cNvPr id="124" name="图片 123" descr="色条">
              <a:extLst>
                <a:ext uri="{FF2B5EF4-FFF2-40B4-BE49-F238E27FC236}">
                  <a16:creationId xmlns:a16="http://schemas.microsoft.com/office/drawing/2014/main" id="{3C9260BC-A5BD-665C-80FE-7044A09EC4F0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F82BB7C9-0814-87BC-B396-8887058D81C1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AD070BC1-BF21-B2FD-8E9A-A71078BD97D3}"/>
              </a:ext>
            </a:extLst>
          </p:cNvPr>
          <p:cNvGrpSpPr/>
          <p:nvPr/>
        </p:nvGrpSpPr>
        <p:grpSpPr>
          <a:xfrm>
            <a:off x="3841" y="4884794"/>
            <a:ext cx="12192000" cy="45719"/>
            <a:chOff x="0" y="6135"/>
            <a:chExt cx="19200" cy="186"/>
          </a:xfrm>
        </p:grpSpPr>
        <p:pic>
          <p:nvPicPr>
            <p:cNvPr id="127" name="图片 126" descr="色条">
              <a:extLst>
                <a:ext uri="{FF2B5EF4-FFF2-40B4-BE49-F238E27FC236}">
                  <a16:creationId xmlns:a16="http://schemas.microsoft.com/office/drawing/2014/main" id="{9E2CC755-96FE-ED18-BD78-4A9F44759C4F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0" y="6139"/>
              <a:ext cx="9030" cy="182"/>
            </a:xfrm>
            <a:prstGeom prst="rect">
              <a:avLst/>
            </a:prstGeom>
          </p:spPr>
        </p:pic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23421216-6D69-F91E-F495-3A05424D521B}"/>
                </a:ext>
              </a:extLst>
            </p:cNvPr>
            <p:cNvSpPr/>
            <p:nvPr/>
          </p:nvSpPr>
          <p:spPr>
            <a:xfrm>
              <a:off x="5070" y="6135"/>
              <a:ext cx="14130" cy="180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6" name="组合 145">
            <a:extLst>
              <a:ext uri="{FF2B5EF4-FFF2-40B4-BE49-F238E27FC236}">
                <a16:creationId xmlns:a16="http://schemas.microsoft.com/office/drawing/2014/main" id="{3D9AEBF1-DC13-A922-49DB-4525B5164D51}"/>
              </a:ext>
            </a:extLst>
          </p:cNvPr>
          <p:cNvGrpSpPr/>
          <p:nvPr/>
        </p:nvGrpSpPr>
        <p:grpSpPr>
          <a:xfrm>
            <a:off x="487680" y="5239567"/>
            <a:ext cx="2205800" cy="1593569"/>
            <a:chOff x="487680" y="5239567"/>
            <a:chExt cx="2205800" cy="1593569"/>
          </a:xfrm>
        </p:grpSpPr>
        <p:pic>
          <p:nvPicPr>
            <p:cNvPr id="143" name="图片 142">
              <a:extLst>
                <a:ext uri="{FF2B5EF4-FFF2-40B4-BE49-F238E27FC236}">
                  <a16:creationId xmlns:a16="http://schemas.microsoft.com/office/drawing/2014/main" id="{33107F34-3395-B380-2960-BE20913C4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5999" t="7920"/>
            <a:stretch>
              <a:fillRect/>
            </a:stretch>
          </p:blipFill>
          <p:spPr>
            <a:xfrm>
              <a:off x="487680" y="5267334"/>
              <a:ext cx="2148927" cy="1565802"/>
            </a:xfrm>
            <a:prstGeom prst="rect">
              <a:avLst/>
            </a:prstGeom>
          </p:spPr>
        </p:pic>
        <p:pic>
          <p:nvPicPr>
            <p:cNvPr id="142" name="图片 141">
              <a:extLst>
                <a:ext uri="{FF2B5EF4-FFF2-40B4-BE49-F238E27FC236}">
                  <a16:creationId xmlns:a16="http://schemas.microsoft.com/office/drawing/2014/main" id="{4595D647-1324-6782-752E-6AD6E9F0A1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763" y="5307186"/>
              <a:ext cx="1846796" cy="1385713"/>
            </a:xfrm>
            <a:prstGeom prst="rect">
              <a:avLst/>
            </a:prstGeom>
          </p:spPr>
        </p:pic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0FD2DCB7-2279-2E09-2DEA-F95AAD1140B5}"/>
                </a:ext>
              </a:extLst>
            </p:cNvPr>
            <p:cNvSpPr txBox="1"/>
            <p:nvPr/>
          </p:nvSpPr>
          <p:spPr>
            <a:xfrm>
              <a:off x="2522828" y="5285828"/>
              <a:ext cx="170652" cy="1692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sz="5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5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41885923-CD19-6867-7443-7DAACEC740CE}"/>
                </a:ext>
              </a:extLst>
            </p:cNvPr>
            <p:cNvSpPr txBox="1"/>
            <p:nvPr/>
          </p:nvSpPr>
          <p:spPr>
            <a:xfrm>
              <a:off x="2441824" y="5239567"/>
              <a:ext cx="170652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" dirty="0">
                  <a:solidFill>
                    <a:schemeClr val="bg2">
                      <a:lumMod val="1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zh-CN" altLang="en-US" sz="4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55" name="文本框 154">
            <a:extLst>
              <a:ext uri="{FF2B5EF4-FFF2-40B4-BE49-F238E27FC236}">
                <a16:creationId xmlns:a16="http://schemas.microsoft.com/office/drawing/2014/main" id="{7F2AA294-E64F-FB70-41E8-C88E18EF2CE6}"/>
              </a:ext>
            </a:extLst>
          </p:cNvPr>
          <p:cNvSpPr txBox="1"/>
          <p:nvPr/>
        </p:nvSpPr>
        <p:spPr>
          <a:xfrm>
            <a:off x="4099983" y="1224057"/>
            <a:ext cx="1247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altLang="zh-CN" sz="1600" b="1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~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100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μm  </a:t>
            </a:r>
            <a:endParaRPr lang="zh-CN" altLang="en-US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05AB0350-D7A4-69BF-5A9E-7A2968C5D002}"/>
              </a:ext>
            </a:extLst>
          </p:cNvPr>
          <p:cNvSpPr txBox="1"/>
          <p:nvPr/>
        </p:nvSpPr>
        <p:spPr>
          <a:xfrm>
            <a:off x="4143529" y="3181661"/>
            <a:ext cx="1247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altLang="zh-CN" sz="1600" b="1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~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μm  </a:t>
            </a:r>
            <a:endParaRPr lang="zh-CN" altLang="en-US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9D438170-0BE0-CCA9-19D0-81B73E4B9D3F}"/>
              </a:ext>
            </a:extLst>
          </p:cNvPr>
          <p:cNvSpPr txBox="1"/>
          <p:nvPr/>
        </p:nvSpPr>
        <p:spPr>
          <a:xfrm>
            <a:off x="4065148" y="5176265"/>
            <a:ext cx="12478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40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US" altLang="zh-CN" sz="1600" b="1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 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~</a:t>
            </a:r>
            <a:r>
              <a:rPr lang="en-US" altLang="zh-CN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altLang="zh-CN" sz="1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μm  </a:t>
            </a:r>
            <a:endParaRPr lang="zh-CN" altLang="en-US" sz="16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8" name="灯片编号占位符 8">
            <a:extLst>
              <a:ext uri="{FF2B5EF4-FFF2-40B4-BE49-F238E27FC236}">
                <a16:creationId xmlns:a16="http://schemas.microsoft.com/office/drawing/2014/main" id="{51A0E035-6E6B-408C-9BE3-591BFD7C20E0}"/>
              </a:ext>
            </a:extLst>
          </p:cNvPr>
          <p:cNvSpPr txBox="1">
            <a:spLocks/>
          </p:cNvSpPr>
          <p:nvPr/>
        </p:nvSpPr>
        <p:spPr>
          <a:xfrm>
            <a:off x="11726332" y="6406000"/>
            <a:ext cx="4656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0C3C2B-A230-4A95-9E59-8A8F0CC18DC1}" type="slidenum">
              <a:rPr lang="zh-CN" altLang="en-US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7</a:t>
            </a:fld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FA2B6C-50BC-A2CA-BA1D-99218EE1B429}"/>
              </a:ext>
            </a:extLst>
          </p:cNvPr>
          <p:cNvSpPr txBox="1"/>
          <p:nvPr/>
        </p:nvSpPr>
        <p:spPr>
          <a:xfrm>
            <a:off x="3671729" y="-86670"/>
            <a:ext cx="484854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48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Background</a:t>
            </a:r>
            <a:endParaRPr lang="zh-CN" altLang="en-US" sz="4800" dirty="0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EB37E9-86E5-148C-7A55-DD989FA2C5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1601" y="5215415"/>
            <a:ext cx="2013624" cy="1661371"/>
          </a:xfrm>
          <a:prstGeom prst="rect">
            <a:avLst/>
          </a:prstGeom>
        </p:spPr>
      </p:pic>
      <p:sp>
        <p:nvSpPr>
          <p:cNvPr id="154" name="文本框 153">
            <a:extLst>
              <a:ext uri="{FF2B5EF4-FFF2-40B4-BE49-F238E27FC236}">
                <a16:creationId xmlns:a16="http://schemas.microsoft.com/office/drawing/2014/main" id="{51CE258B-8358-579E-3F65-BC3A1F131B14}"/>
              </a:ext>
            </a:extLst>
          </p:cNvPr>
          <p:cNvSpPr txBox="1"/>
          <p:nvPr/>
        </p:nvSpPr>
        <p:spPr>
          <a:xfrm>
            <a:off x="6703357" y="6497835"/>
            <a:ext cx="29330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LaserPhotonicsRev.2023,17,2200972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9D7573-8026-239D-134C-1DF7BA057ADF}"/>
              </a:ext>
            </a:extLst>
          </p:cNvPr>
          <p:cNvSpPr txBox="1"/>
          <p:nvPr/>
        </p:nvSpPr>
        <p:spPr>
          <a:xfrm>
            <a:off x="7620000" y="4958837"/>
            <a:ext cx="45489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 photothermal signal affects detection!</a:t>
            </a:r>
            <a:endParaRPr lang="zh-CN" alt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2"/>
            </p:custDataLst>
          </p:nvPr>
        </p:nvSpPr>
        <p:spPr>
          <a:xfrm>
            <a:off x="1500767" y="2650336"/>
            <a:ext cx="91904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THANKS FOR ATTENTION</a:t>
            </a:r>
            <a:r>
              <a:rPr kumimoji="0" lang="zh-CN" altLang="en-US" sz="4800" b="0" i="0" u="none" strike="noStrike" kern="120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思源黑体 CN Bold" panose="020B0800000000000000" pitchFamily="34" charset="-122"/>
                <a:ea typeface="思源黑体 CN Bold" panose="020B0800000000000000" pitchFamily="34" charset="-122"/>
                <a:cs typeface="+mn-cs"/>
              </a:rPr>
              <a:t>！</a:t>
            </a:r>
            <a:endParaRPr kumimoji="0" lang="en-US" altLang="zh-CN" sz="4800" b="0" i="0" u="none" strike="noStrike" kern="1200" cap="none" spc="3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思源黑体 CN Bold" panose="020B0800000000000000" pitchFamily="34" charset="-122"/>
              <a:ea typeface="思源黑体 CN Bold" panose="020B0800000000000000" pitchFamily="34" charset="-122"/>
              <a:cs typeface="+mn-cs"/>
            </a:endParaRPr>
          </a:p>
        </p:txBody>
      </p:sp>
      <p:pic>
        <p:nvPicPr>
          <p:cNvPr id="2" name="图片 1" descr="OIL_logo_white_L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1135" y="5851525"/>
            <a:ext cx="2741930" cy="539115"/>
          </a:xfrm>
          <a:prstGeom prst="rect">
            <a:avLst/>
          </a:prstGeom>
        </p:spPr>
      </p:pic>
      <p:pic>
        <p:nvPicPr>
          <p:cNvPr id="4" name="图片 3" descr="03 南科大与电子系（左右反白）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855" y="5851525"/>
            <a:ext cx="5452745" cy="59372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7bac95e-b4c4-4236-a94f-860ed59cb660"/>
  <p:tag name="COMMONDATA" val="eyJoZGlkIjoiNzgxN2FmZTI0OTI0NTg5MjgzNjRkMDZhZWRmZTliMz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基础母版样式">
  <a:themeElements>
    <a:clrScheme name="南方科技大学专属配色方案 01">
      <a:dk1>
        <a:srgbClr val="ED6C00"/>
      </a:dk1>
      <a:lt1>
        <a:srgbClr val="FFFFFF"/>
      </a:lt1>
      <a:dk2>
        <a:srgbClr val="01605A"/>
      </a:dk2>
      <a:lt2>
        <a:srgbClr val="F2F2F2"/>
      </a:lt2>
      <a:accent1>
        <a:srgbClr val="003F43"/>
      </a:accent1>
      <a:accent2>
        <a:srgbClr val="ED6C00"/>
      </a:accent2>
      <a:accent3>
        <a:srgbClr val="2BB7B3"/>
      </a:accent3>
      <a:accent4>
        <a:srgbClr val="01605A"/>
      </a:accent4>
      <a:accent5>
        <a:srgbClr val="77D3D2"/>
      </a:accent5>
      <a:accent6>
        <a:srgbClr val="DBF6EF"/>
      </a:accent6>
      <a:hlink>
        <a:srgbClr val="2BB7B3"/>
      </a:hlink>
      <a:folHlink>
        <a:srgbClr val="01605A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19512</TotalTime>
  <Words>299</Words>
  <Application>Microsoft Office PowerPoint</Application>
  <PresentationFormat>宽屏</PresentationFormat>
  <Paragraphs>86</Paragraphs>
  <Slides>8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等线</vt:lpstr>
      <vt:lpstr>思源黑体 CN Bold</vt:lpstr>
      <vt:lpstr>微软雅黑</vt:lpstr>
      <vt:lpstr>Arial</vt:lpstr>
      <vt:lpstr>Cambria Math</vt:lpstr>
      <vt:lpstr>Times New Roman</vt:lpstr>
      <vt:lpstr>Wingdings</vt:lpstr>
      <vt:lpstr>基础母版样式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Yaojia Zhang</dc:creator>
  <cp:lastModifiedBy>Sixiang Ran</cp:lastModifiedBy>
  <cp:revision>85</cp:revision>
  <dcterms:created xsi:type="dcterms:W3CDTF">2019-12-17T11:56:00Z</dcterms:created>
  <dcterms:modified xsi:type="dcterms:W3CDTF">2025-10-11T07:32:38Z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8E12E5B840D04B47B81BBD3139E68710_13</vt:lpwstr>
  </property>
</Properties>
</file>