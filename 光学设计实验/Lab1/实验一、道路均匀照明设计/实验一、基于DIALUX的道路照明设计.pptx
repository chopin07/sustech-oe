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5"/>
  </p:notesMasterIdLst>
  <p:sldIdLst>
    <p:sldId id="256" r:id="rId3"/>
    <p:sldId id="275" r:id="rId4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00CC"/>
    <a:srgbClr val="800000"/>
    <a:srgbClr val="660066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296" y="108"/>
      </p:cViewPr>
      <p:guideLst>
        <p:guide orient="horz" pos="2159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defRPr/>
            </a:pPr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43808" y="1268760"/>
            <a:ext cx="5832648" cy="2304256"/>
          </a:xfrm>
        </p:spPr>
        <p:txBody>
          <a:bodyPr/>
          <a:lstStyle/>
          <a:p>
            <a:pPr algn="l"/>
            <a:br>
              <a:rPr lang="en-US" altLang="zh-CN" cap="none" dirty="0"/>
            </a:br>
            <a:r>
              <a:rPr lang="zh-CN" altLang="en-US" cap="none" dirty="0" err="1"/>
              <a:t>实验一、</a:t>
            </a:r>
            <a:r>
              <a:rPr lang="zh-CN" altLang="en-US" cap="none" dirty="0"/>
              <a:t>基于</a:t>
            </a:r>
            <a:r>
              <a:rPr lang="en-US" altLang="zh-CN" cap="none" dirty="0"/>
              <a:t>DIALUX</a:t>
            </a:r>
            <a:r>
              <a:rPr lang="zh-CN" altLang="en-US" cap="none" dirty="0"/>
              <a:t>的道路照明设计</a:t>
            </a:r>
            <a:br>
              <a:rPr lang="en-US" altLang="zh-CN" cap="none" dirty="0"/>
            </a:br>
            <a:endParaRPr lang="zh-CN" altLang="en-US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043620" y="188640"/>
            <a:ext cx="677108" cy="63367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《Optical design experiment》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88352" y="479765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FF00"/>
                </a:solidFill>
              </a:rPr>
              <a:t>Teacher: </a:t>
            </a:r>
            <a:r>
              <a:rPr lang="en-US" altLang="zh-CN" sz="2400" dirty="0" err="1">
                <a:solidFill>
                  <a:srgbClr val="FFFF00"/>
                </a:solidFill>
              </a:rPr>
              <a:t>Xu</a:t>
            </a:r>
            <a:r>
              <a:rPr lang="en-US" altLang="zh-CN" sz="2400" dirty="0">
                <a:solidFill>
                  <a:srgbClr val="FFFF00"/>
                </a:solidFill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</a:rPr>
              <a:t>linlin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07315" y="11684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实验要求</a:t>
            </a:r>
            <a:endParaRPr lang="zh-CN" altLang="en-US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5" y="629285"/>
            <a:ext cx="7782560" cy="1522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DIALUX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软件仿真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双向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车道和双向四车道的道路照明情况；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从照度和亮度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辉度两个角度对比双向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车道和双向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车道的道路照明效果（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其他条件都相同，仅线道数不同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），指出哪种道路结构的照明效果最优。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参考文件：《城市道路照明设计标准</a:t>
            </a:r>
            <a:r>
              <a:rPr lang="en-US" altLang="zh-CN" sz="14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CJJ45-2006</a:t>
            </a:r>
            <a:r>
              <a:rPr lang="zh-CN" altLang="en-US" sz="14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》和《</a:t>
            </a:r>
            <a:r>
              <a:rPr lang="en-US" altLang="zh-CN" sz="14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altLang="en-US" sz="14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城市道路照明应用技术要求》。</a:t>
            </a:r>
            <a:endParaRPr lang="zh-CN" altLang="en-US" sz="1400" u="sng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218</Words>
  <Application>WPS 演示</Application>
  <PresentationFormat>全屏显示(4:3)</PresentationFormat>
  <Paragraphs>12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3" baseType="lpstr">
      <vt:lpstr>Arial</vt:lpstr>
      <vt:lpstr>宋体</vt:lpstr>
      <vt:lpstr>Wingdings</vt:lpstr>
      <vt:lpstr>Wingdings 2</vt:lpstr>
      <vt:lpstr>Wingdings</vt:lpstr>
      <vt:lpstr>Wingdings</vt:lpstr>
      <vt:lpstr>微软雅黑</vt:lpstr>
      <vt:lpstr>Times New Roman</vt:lpstr>
      <vt:lpstr>Adobe Gothic Std B</vt:lpstr>
      <vt:lpstr>华文宋体</vt:lpstr>
      <vt:lpstr>Yu Gothic</vt:lpstr>
      <vt:lpstr>Calibri</vt:lpstr>
      <vt:lpstr>Trebuchet MS</vt:lpstr>
      <vt:lpstr>华文新魏</vt:lpstr>
      <vt:lpstr>XcGJSymbol</vt:lpstr>
      <vt:lpstr>Arial Unicode MS</vt:lpstr>
      <vt:lpstr>黑体</vt:lpstr>
      <vt:lpstr>方正仿宋_GB2312</vt:lpstr>
      <vt:lpstr>Stymie Std Light Italic</vt:lpstr>
      <vt:lpstr>华文中宋</vt:lpstr>
      <vt:lpstr>华丽</vt:lpstr>
      <vt:lpstr> Exp 4 Design Of Free Lens for Single LED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dpcuser</dc:creator>
  <cp:lastModifiedBy>徐琳琳</cp:lastModifiedBy>
  <cp:revision>193</cp:revision>
  <dcterms:created xsi:type="dcterms:W3CDTF">2017-10-27T02:45:00Z</dcterms:created>
  <dcterms:modified xsi:type="dcterms:W3CDTF">2025-09-18T01:58:32Z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05722E9104654373B0301828DA8720A8</vt:lpwstr>
  </property>
</Properties>
</file>