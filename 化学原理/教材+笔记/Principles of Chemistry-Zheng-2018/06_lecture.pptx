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>
  <p:sldMasterIdLst>
    <p:sldMasterId id="2147483648" r:id="rId1"/>
    <p:sldMasterId id="2147483667" r:id="rId3"/>
  </p:sldMasterIdLst>
  <p:notesMasterIdLst>
    <p:notesMasterId r:id="rId5"/>
  </p:notesMasterIdLst>
  <p:sldIdLst>
    <p:sldId id="326" r:id="rId4"/>
    <p:sldId id="327" r:id="rId6"/>
    <p:sldId id="328" r:id="rId7"/>
    <p:sldId id="323" r:id="rId8"/>
    <p:sldId id="321" r:id="rId9"/>
    <p:sldId id="332" r:id="rId10"/>
    <p:sldId id="337" r:id="rId11"/>
    <p:sldId id="338" r:id="rId12"/>
    <p:sldId id="340" r:id="rId13"/>
    <p:sldId id="341" r:id="rId14"/>
    <p:sldId id="342" r:id="rId15"/>
    <p:sldId id="343" r:id="rId16"/>
    <p:sldId id="344" r:id="rId17"/>
    <p:sldId id="345" r:id="rId18"/>
    <p:sldId id="322" r:id="rId19"/>
    <p:sldId id="310" r:id="rId20"/>
    <p:sldId id="313" r:id="rId21"/>
    <p:sldId id="314" r:id="rId22"/>
    <p:sldId id="320" r:id="rId23"/>
    <p:sldId id="315" r:id="rId24"/>
    <p:sldId id="288" r:id="rId25"/>
    <p:sldId id="308" r:id="rId26"/>
    <p:sldId id="325" r:id="rId27"/>
    <p:sldId id="290" r:id="rId28"/>
    <p:sldId id="291" r:id="rId29"/>
    <p:sldId id="351" r:id="rId30"/>
    <p:sldId id="292" r:id="rId31"/>
    <p:sldId id="293" r:id="rId32"/>
    <p:sldId id="312" r:id="rId33"/>
    <p:sldId id="316" r:id="rId34"/>
    <p:sldId id="319" r:id="rId35"/>
    <p:sldId id="303" r:id="rId36"/>
    <p:sldId id="265" r:id="rId37"/>
    <p:sldId id="266" r:id="rId38"/>
    <p:sldId id="268" r:id="rId39"/>
    <p:sldId id="305" r:id="rId40"/>
    <p:sldId id="317" r:id="rId41"/>
    <p:sldId id="271" r:id="rId42"/>
    <p:sldId id="272" r:id="rId43"/>
    <p:sldId id="273" r:id="rId44"/>
    <p:sldId id="324" r:id="rId45"/>
    <p:sldId id="274" r:id="rId46"/>
    <p:sldId id="275" r:id="rId47"/>
    <p:sldId id="311" r:id="rId48"/>
    <p:sldId id="280" r:id="rId49"/>
    <p:sldId id="283" r:id="rId50"/>
    <p:sldId id="276" r:id="rId51"/>
    <p:sldId id="277" r:id="rId52"/>
    <p:sldId id="278" r:id="rId53"/>
    <p:sldId id="281" r:id="rId54"/>
    <p:sldId id="306" r:id="rId55"/>
    <p:sldId id="284" r:id="rId56"/>
    <p:sldId id="285" r:id="rId57"/>
    <p:sldId id="287" r:id="rId58"/>
  </p:sldIdLst>
  <p:sldSz cx="9144000" cy="6858000" type="screen4x3"/>
  <p:notesSz cx="6858000" cy="9144000"/>
  <p:defaultTextStyle>
    <a:defPPr>
      <a:defRPr lang="en-US"/>
    </a:defPPr>
    <a:lvl1pPr algn="ctr" rtl="0" eaLnBrk="0" fontAlgn="base" hangingPunct="0">
      <a:spcBef>
        <a:spcPct val="0"/>
      </a:spcBef>
      <a:spcAft>
        <a:spcPct val="0"/>
      </a:spcAft>
      <a:defRPr sz="2400" b="1" kern="1200">
        <a:solidFill>
          <a:srgbClr val="C82E32"/>
        </a:solidFill>
        <a:latin typeface="Arial" panose="020B0604020202020204" pitchFamily="34" charset="0"/>
        <a:ea typeface="MS PGothic" panose="020B0600070205080204" charset="-128"/>
        <a:cs typeface="+mn-cs"/>
      </a:defRPr>
    </a:lvl1pPr>
    <a:lvl2pPr marL="457200" algn="ctr" rtl="0" eaLnBrk="0" fontAlgn="base" hangingPunct="0">
      <a:spcBef>
        <a:spcPct val="0"/>
      </a:spcBef>
      <a:spcAft>
        <a:spcPct val="0"/>
      </a:spcAft>
      <a:defRPr sz="2400" b="1" kern="1200">
        <a:solidFill>
          <a:srgbClr val="C82E32"/>
        </a:solidFill>
        <a:latin typeface="Arial" panose="020B0604020202020204" pitchFamily="34" charset="0"/>
        <a:ea typeface="MS PGothic" panose="020B0600070205080204" charset="-128"/>
        <a:cs typeface="+mn-cs"/>
      </a:defRPr>
    </a:lvl2pPr>
    <a:lvl3pPr marL="914400" algn="ctr" rtl="0" eaLnBrk="0" fontAlgn="base" hangingPunct="0">
      <a:spcBef>
        <a:spcPct val="0"/>
      </a:spcBef>
      <a:spcAft>
        <a:spcPct val="0"/>
      </a:spcAft>
      <a:defRPr sz="2400" b="1" kern="1200">
        <a:solidFill>
          <a:srgbClr val="C82E32"/>
        </a:solidFill>
        <a:latin typeface="Arial" panose="020B0604020202020204" pitchFamily="34" charset="0"/>
        <a:ea typeface="MS PGothic" panose="020B0600070205080204" charset="-128"/>
        <a:cs typeface="+mn-cs"/>
      </a:defRPr>
    </a:lvl3pPr>
    <a:lvl4pPr marL="1371600" algn="ctr" rtl="0" eaLnBrk="0" fontAlgn="base" hangingPunct="0">
      <a:spcBef>
        <a:spcPct val="0"/>
      </a:spcBef>
      <a:spcAft>
        <a:spcPct val="0"/>
      </a:spcAft>
      <a:defRPr sz="2400" b="1" kern="1200">
        <a:solidFill>
          <a:srgbClr val="C82E32"/>
        </a:solidFill>
        <a:latin typeface="Arial" panose="020B0604020202020204" pitchFamily="34" charset="0"/>
        <a:ea typeface="MS PGothic" panose="020B0600070205080204" charset="-128"/>
        <a:cs typeface="+mn-cs"/>
      </a:defRPr>
    </a:lvl4pPr>
    <a:lvl5pPr marL="1828800" algn="ctr" rtl="0" eaLnBrk="0" fontAlgn="base" hangingPunct="0">
      <a:spcBef>
        <a:spcPct val="0"/>
      </a:spcBef>
      <a:spcAft>
        <a:spcPct val="0"/>
      </a:spcAft>
      <a:defRPr sz="2400" b="1" kern="1200">
        <a:solidFill>
          <a:srgbClr val="C82E32"/>
        </a:solidFill>
        <a:latin typeface="Arial" panose="020B0604020202020204" pitchFamily="34" charset="0"/>
        <a:ea typeface="MS PGothic" panose="020B0600070205080204" charset="-128"/>
        <a:cs typeface="+mn-cs"/>
      </a:defRPr>
    </a:lvl5pPr>
    <a:lvl6pPr marL="2286000" algn="l" defTabSz="914400" rtl="0" eaLnBrk="1" latinLnBrk="0" hangingPunct="1">
      <a:defRPr sz="2400" b="1" kern="1200">
        <a:solidFill>
          <a:srgbClr val="C82E32"/>
        </a:solidFill>
        <a:latin typeface="Arial" panose="020B0604020202020204" pitchFamily="34" charset="0"/>
        <a:ea typeface="MS PGothic" panose="020B0600070205080204" charset="-128"/>
        <a:cs typeface="+mn-cs"/>
      </a:defRPr>
    </a:lvl6pPr>
    <a:lvl7pPr marL="2743200" algn="l" defTabSz="914400" rtl="0" eaLnBrk="1" latinLnBrk="0" hangingPunct="1">
      <a:defRPr sz="2400" b="1" kern="1200">
        <a:solidFill>
          <a:srgbClr val="C82E32"/>
        </a:solidFill>
        <a:latin typeface="Arial" panose="020B0604020202020204" pitchFamily="34" charset="0"/>
        <a:ea typeface="MS PGothic" panose="020B0600070205080204" charset="-128"/>
        <a:cs typeface="+mn-cs"/>
      </a:defRPr>
    </a:lvl7pPr>
    <a:lvl8pPr marL="3200400" algn="l" defTabSz="914400" rtl="0" eaLnBrk="1" latinLnBrk="0" hangingPunct="1">
      <a:defRPr sz="2400" b="1" kern="1200">
        <a:solidFill>
          <a:srgbClr val="C82E32"/>
        </a:solidFill>
        <a:latin typeface="Arial" panose="020B0604020202020204" pitchFamily="34" charset="0"/>
        <a:ea typeface="MS PGothic" panose="020B0600070205080204" charset="-128"/>
        <a:cs typeface="+mn-cs"/>
      </a:defRPr>
    </a:lvl8pPr>
    <a:lvl9pPr marL="3657600" algn="l" defTabSz="914400" rtl="0" eaLnBrk="1" latinLnBrk="0" hangingPunct="1">
      <a:defRPr sz="2400" b="1" kern="1200">
        <a:solidFill>
          <a:srgbClr val="C82E32"/>
        </a:solidFill>
        <a:latin typeface="Arial" panose="020B0604020202020204" pitchFamily="34" charset="0"/>
        <a:ea typeface="MS PGothic" panose="020B0600070205080204" charset="-128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C82E32"/>
    <a:srgbClr val="8B0030"/>
    <a:srgbClr val="E8E8E8"/>
    <a:srgbClr val="000080"/>
    <a:srgbClr val="072E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3625" autoAdjust="0"/>
    <p:restoredTop sz="94700" autoAdjust="0"/>
  </p:normalViewPr>
  <p:slideViewPr>
    <p:cSldViewPr>
      <p:cViewPr varScale="1">
        <p:scale>
          <a:sx n="60" d="100"/>
          <a:sy n="60" d="100"/>
        </p:scale>
        <p:origin x="-1526" y="-5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774"/>
    </p:cViewPr>
  </p:sorterViewPr>
  <p:notesViewPr>
    <p:cSldViewPr>
      <p:cViewPr varScale="1">
        <p:scale>
          <a:sx n="79" d="100"/>
          <a:sy n="79" d="100"/>
        </p:scale>
        <p:origin x="-2004" y="-96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1" Type="http://schemas.openxmlformats.org/officeDocument/2006/relationships/tableStyles" Target="tableStyles.xml"/><Relationship Id="rId60" Type="http://schemas.openxmlformats.org/officeDocument/2006/relationships/viewProps" Target="viewProps.xml"/><Relationship Id="rId6" Type="http://schemas.openxmlformats.org/officeDocument/2006/relationships/slide" Target="slides/slide2.xml"/><Relationship Id="rId59" Type="http://schemas.openxmlformats.org/officeDocument/2006/relationships/presProps" Target="presProps.xml"/><Relationship Id="rId58" Type="http://schemas.openxmlformats.org/officeDocument/2006/relationships/slide" Target="slides/slide54.xml"/><Relationship Id="rId57" Type="http://schemas.openxmlformats.org/officeDocument/2006/relationships/slide" Target="slides/slide53.xml"/><Relationship Id="rId56" Type="http://schemas.openxmlformats.org/officeDocument/2006/relationships/slide" Target="slides/slide52.xml"/><Relationship Id="rId55" Type="http://schemas.openxmlformats.org/officeDocument/2006/relationships/slide" Target="slides/slide51.xml"/><Relationship Id="rId54" Type="http://schemas.openxmlformats.org/officeDocument/2006/relationships/slide" Target="slides/slide50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" Type="http://schemas.openxmlformats.org/officeDocument/2006/relationships/notesMaster" Target="notesMasters/notesMaster1.xml"/><Relationship Id="rId49" Type="http://schemas.openxmlformats.org/officeDocument/2006/relationships/slide" Target="slides/slide4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0" Type="http://schemas.openxmlformats.org/officeDocument/2006/relationships/slide" Target="slides/slide36.xml"/><Relationship Id="rId4" Type="http://schemas.openxmlformats.org/officeDocument/2006/relationships/slide" Target="slides/slide1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>
              <a:defRPr sz="1200" b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 b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42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12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noProof="0" smtClean="0"/>
              <a:t>Click to edit Master text styles</a:t>
            </a:r>
            <a:endParaRPr lang="en-US" noProof="0" smtClean="0"/>
          </a:p>
          <a:p>
            <a:pPr lvl="1"/>
            <a:r>
              <a:rPr lang="en-US" noProof="0" smtClean="0"/>
              <a:t>Second level</a:t>
            </a:r>
            <a:endParaRPr lang="en-US" noProof="0" smtClean="0"/>
          </a:p>
          <a:p>
            <a:pPr lvl="2"/>
            <a:r>
              <a:rPr lang="en-US" noProof="0" smtClean="0"/>
              <a:t>Third level</a:t>
            </a:r>
            <a:endParaRPr lang="en-US" noProof="0" smtClean="0"/>
          </a:p>
          <a:p>
            <a:pPr lvl="3"/>
            <a:r>
              <a:rPr lang="en-US" noProof="0" smtClean="0"/>
              <a:t>Fourth level</a:t>
            </a:r>
            <a:endParaRPr lang="en-US" noProof="0" smtClean="0"/>
          </a:p>
          <a:p>
            <a:pPr lvl="4"/>
            <a:r>
              <a:rPr lang="en-US" noProof="0" smtClean="0"/>
              <a:t>Fifth level</a:t>
            </a:r>
            <a:endParaRPr lang="en-US" noProof="0" smtClean="0"/>
          </a:p>
        </p:txBody>
      </p:sp>
      <p:sp>
        <p:nvSpPr>
          <p:cNvPr id="512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l">
              <a:defRPr sz="1200" b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 b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B57CA1F8-F934-45AD-8C6E-7D53BA332064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MS PGothic" panose="020B0600070205080204" charset="-128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MS PGothic" panose="020B060007020508020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MS PGothic" panose="020B060007020508020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MS PGothic" panose="020B060007020508020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MS PGothic" panose="020B0600070205080204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600" b="1">
                <a:solidFill>
                  <a:schemeClr val="tx1"/>
                </a:solidFill>
                <a:latin typeface="Calibri" panose="020F0502020204030204" pitchFamily="34" charset="0"/>
                <a:ea typeface="PMingLiU" pitchFamily="18" charset="-120"/>
              </a:defRPr>
            </a:lvl1pPr>
            <a:lvl2pPr marL="685800" indent="-263525">
              <a:defRPr sz="2600" b="1">
                <a:solidFill>
                  <a:schemeClr val="tx1"/>
                </a:solidFill>
                <a:latin typeface="Calibri" panose="020F0502020204030204" pitchFamily="34" charset="0"/>
                <a:ea typeface="PMingLiU" pitchFamily="18" charset="-120"/>
              </a:defRPr>
            </a:lvl2pPr>
            <a:lvl3pPr marL="1055370" indent="-210820">
              <a:defRPr sz="2600" b="1">
                <a:solidFill>
                  <a:schemeClr val="tx1"/>
                </a:solidFill>
                <a:latin typeface="Calibri" panose="020F0502020204030204" pitchFamily="34" charset="0"/>
                <a:ea typeface="PMingLiU" pitchFamily="18" charset="-120"/>
              </a:defRPr>
            </a:lvl3pPr>
            <a:lvl4pPr marL="1477010" indent="-210820">
              <a:defRPr sz="2600" b="1">
                <a:solidFill>
                  <a:schemeClr val="tx1"/>
                </a:solidFill>
                <a:latin typeface="Calibri" panose="020F0502020204030204" pitchFamily="34" charset="0"/>
                <a:ea typeface="PMingLiU" pitchFamily="18" charset="-120"/>
              </a:defRPr>
            </a:lvl4pPr>
            <a:lvl5pPr marL="1899285" indent="-210820">
              <a:defRPr sz="2600" b="1">
                <a:solidFill>
                  <a:schemeClr val="tx1"/>
                </a:solidFill>
                <a:latin typeface="Calibri" panose="020F0502020204030204" pitchFamily="34" charset="0"/>
                <a:ea typeface="PMingLiU" pitchFamily="18" charset="-120"/>
              </a:defRPr>
            </a:lvl5pPr>
            <a:lvl6pPr marL="2320925" indent="-21082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Calibri" panose="020F0502020204030204" pitchFamily="34" charset="0"/>
                <a:ea typeface="PMingLiU" pitchFamily="18" charset="-120"/>
              </a:defRPr>
            </a:lvl6pPr>
            <a:lvl7pPr marL="2743200" indent="-21082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Calibri" panose="020F0502020204030204" pitchFamily="34" charset="0"/>
                <a:ea typeface="PMingLiU" pitchFamily="18" charset="-120"/>
              </a:defRPr>
            </a:lvl7pPr>
            <a:lvl8pPr marL="3165475" indent="-21082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Calibri" panose="020F0502020204030204" pitchFamily="34" charset="0"/>
                <a:ea typeface="PMingLiU" pitchFamily="18" charset="-120"/>
              </a:defRPr>
            </a:lvl8pPr>
            <a:lvl9pPr marL="3587115" indent="-21082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Calibri" panose="020F0502020204030204" pitchFamily="34" charset="0"/>
                <a:ea typeface="PMingLiU" pitchFamily="18" charset="-120"/>
              </a:defRPr>
            </a:lvl9pPr>
          </a:lstStyle>
          <a:p>
            <a:fld id="{15D21A36-284C-4860-8AAA-9F3B531A6B1A}" type="slidenum">
              <a:rPr lang="en-US" altLang="zh-CN" sz="1200" b="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en-US" altLang="zh-CN" sz="1200" b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77155" name="Rectangle 2"/>
          <p:cNvSpPr>
            <a:spLocks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715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endParaRPr lang="en-US" altLang="zh-CN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78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600" b="1">
                <a:solidFill>
                  <a:schemeClr val="tx1"/>
                </a:solidFill>
                <a:latin typeface="Calibri" panose="020F0502020204030204" pitchFamily="34" charset="0"/>
                <a:ea typeface="PMingLiU" pitchFamily="18" charset="-120"/>
              </a:defRPr>
            </a:lvl1pPr>
            <a:lvl2pPr marL="685800" indent="-263525">
              <a:defRPr sz="2600" b="1">
                <a:solidFill>
                  <a:schemeClr val="tx1"/>
                </a:solidFill>
                <a:latin typeface="Calibri" panose="020F0502020204030204" pitchFamily="34" charset="0"/>
                <a:ea typeface="PMingLiU" pitchFamily="18" charset="-120"/>
              </a:defRPr>
            </a:lvl2pPr>
            <a:lvl3pPr marL="1055370" indent="-210820">
              <a:defRPr sz="2600" b="1">
                <a:solidFill>
                  <a:schemeClr val="tx1"/>
                </a:solidFill>
                <a:latin typeface="Calibri" panose="020F0502020204030204" pitchFamily="34" charset="0"/>
                <a:ea typeface="PMingLiU" pitchFamily="18" charset="-120"/>
              </a:defRPr>
            </a:lvl3pPr>
            <a:lvl4pPr marL="1477010" indent="-210820">
              <a:defRPr sz="2600" b="1">
                <a:solidFill>
                  <a:schemeClr val="tx1"/>
                </a:solidFill>
                <a:latin typeface="Calibri" panose="020F0502020204030204" pitchFamily="34" charset="0"/>
                <a:ea typeface="PMingLiU" pitchFamily="18" charset="-120"/>
              </a:defRPr>
            </a:lvl4pPr>
            <a:lvl5pPr marL="1899285" indent="-210820">
              <a:defRPr sz="2600" b="1">
                <a:solidFill>
                  <a:schemeClr val="tx1"/>
                </a:solidFill>
                <a:latin typeface="Calibri" panose="020F0502020204030204" pitchFamily="34" charset="0"/>
                <a:ea typeface="PMingLiU" pitchFamily="18" charset="-120"/>
              </a:defRPr>
            </a:lvl5pPr>
            <a:lvl6pPr marL="2320925" indent="-21082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Calibri" panose="020F0502020204030204" pitchFamily="34" charset="0"/>
                <a:ea typeface="PMingLiU" pitchFamily="18" charset="-120"/>
              </a:defRPr>
            </a:lvl6pPr>
            <a:lvl7pPr marL="2743200" indent="-21082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Calibri" panose="020F0502020204030204" pitchFamily="34" charset="0"/>
                <a:ea typeface="PMingLiU" pitchFamily="18" charset="-120"/>
              </a:defRPr>
            </a:lvl7pPr>
            <a:lvl8pPr marL="3165475" indent="-21082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Calibri" panose="020F0502020204030204" pitchFamily="34" charset="0"/>
                <a:ea typeface="PMingLiU" pitchFamily="18" charset="-120"/>
              </a:defRPr>
            </a:lvl8pPr>
            <a:lvl9pPr marL="3587115" indent="-21082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Calibri" panose="020F0502020204030204" pitchFamily="34" charset="0"/>
                <a:ea typeface="PMingLiU" pitchFamily="18" charset="-120"/>
              </a:defRPr>
            </a:lvl9pPr>
          </a:lstStyle>
          <a:p>
            <a:fld id="{B48600EB-F394-4B0E-9E7E-D204DF0312F5}" type="slidenum">
              <a:rPr lang="en-US" altLang="zh-CN" sz="1200" b="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en-US" altLang="zh-CN" sz="1200" b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78179" name="Rectangle 2"/>
          <p:cNvSpPr>
            <a:spLocks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818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endParaRPr lang="en-US" altLang="zh-CN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0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600" b="1">
                <a:solidFill>
                  <a:schemeClr val="tx1"/>
                </a:solidFill>
                <a:latin typeface="Calibri" panose="020F0502020204030204" pitchFamily="34" charset="0"/>
                <a:ea typeface="PMingLiU" pitchFamily="18" charset="-120"/>
              </a:defRPr>
            </a:lvl1pPr>
            <a:lvl2pPr marL="685800" indent="-263525">
              <a:defRPr sz="2600" b="1">
                <a:solidFill>
                  <a:schemeClr val="tx1"/>
                </a:solidFill>
                <a:latin typeface="Calibri" panose="020F0502020204030204" pitchFamily="34" charset="0"/>
                <a:ea typeface="PMingLiU" pitchFamily="18" charset="-120"/>
              </a:defRPr>
            </a:lvl2pPr>
            <a:lvl3pPr marL="1055370" indent="-210820">
              <a:defRPr sz="2600" b="1">
                <a:solidFill>
                  <a:schemeClr val="tx1"/>
                </a:solidFill>
                <a:latin typeface="Calibri" panose="020F0502020204030204" pitchFamily="34" charset="0"/>
                <a:ea typeface="PMingLiU" pitchFamily="18" charset="-120"/>
              </a:defRPr>
            </a:lvl3pPr>
            <a:lvl4pPr marL="1477010" indent="-210820">
              <a:defRPr sz="2600" b="1">
                <a:solidFill>
                  <a:schemeClr val="tx1"/>
                </a:solidFill>
                <a:latin typeface="Calibri" panose="020F0502020204030204" pitchFamily="34" charset="0"/>
                <a:ea typeface="PMingLiU" pitchFamily="18" charset="-120"/>
              </a:defRPr>
            </a:lvl4pPr>
            <a:lvl5pPr marL="1899285" indent="-210820">
              <a:defRPr sz="2600" b="1">
                <a:solidFill>
                  <a:schemeClr val="tx1"/>
                </a:solidFill>
                <a:latin typeface="Calibri" panose="020F0502020204030204" pitchFamily="34" charset="0"/>
                <a:ea typeface="PMingLiU" pitchFamily="18" charset="-120"/>
              </a:defRPr>
            </a:lvl5pPr>
            <a:lvl6pPr marL="2320925" indent="-21082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Calibri" panose="020F0502020204030204" pitchFamily="34" charset="0"/>
                <a:ea typeface="PMingLiU" pitchFamily="18" charset="-120"/>
              </a:defRPr>
            </a:lvl6pPr>
            <a:lvl7pPr marL="2743200" indent="-21082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Calibri" panose="020F0502020204030204" pitchFamily="34" charset="0"/>
                <a:ea typeface="PMingLiU" pitchFamily="18" charset="-120"/>
              </a:defRPr>
            </a:lvl7pPr>
            <a:lvl8pPr marL="3165475" indent="-21082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Calibri" panose="020F0502020204030204" pitchFamily="34" charset="0"/>
                <a:ea typeface="PMingLiU" pitchFamily="18" charset="-120"/>
              </a:defRPr>
            </a:lvl8pPr>
            <a:lvl9pPr marL="3587115" indent="-21082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Calibri" panose="020F0502020204030204" pitchFamily="34" charset="0"/>
                <a:ea typeface="PMingLiU" pitchFamily="18" charset="-120"/>
              </a:defRPr>
            </a:lvl9pPr>
          </a:lstStyle>
          <a:p>
            <a:fld id="{5B4C3130-CD01-4FA6-92DE-5D0BE07DB484}" type="slidenum">
              <a:rPr lang="en-US" altLang="zh-CN" sz="1200" b="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en-US" altLang="zh-CN" sz="1200" b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79203" name="Rectangle 2"/>
          <p:cNvSpPr>
            <a:spLocks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920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endParaRPr lang="en-US" altLang="zh-CN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98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Calibri" panose="020F0502020204030204" pitchFamily="34" charset="0"/>
                <a:ea typeface="PMingLiU" pitchFamily="18" charset="-12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Calibri" panose="020F0502020204030204" pitchFamily="34" charset="0"/>
                <a:ea typeface="PMingLiU" pitchFamily="18" charset="-12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Calibri" panose="020F0502020204030204" pitchFamily="34" charset="0"/>
                <a:ea typeface="PMingLiU" pitchFamily="18" charset="-12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Calibri" panose="020F0502020204030204" pitchFamily="34" charset="0"/>
                <a:ea typeface="PMingLiU" pitchFamily="18" charset="-12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Calibri" panose="020F0502020204030204" pitchFamily="34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Calibri" panose="020F0502020204030204" pitchFamily="34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Calibri" panose="020F0502020204030204" pitchFamily="34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Calibri" panose="020F0502020204030204" pitchFamily="34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Calibri" panose="020F0502020204030204" pitchFamily="34" charset="0"/>
                <a:ea typeface="PMingLiU" pitchFamily="18" charset="-120"/>
              </a:defRPr>
            </a:lvl9pPr>
          </a:lstStyle>
          <a:p>
            <a:fld id="{51EA193A-23B2-4506-8CBB-3E82C7142155}" type="slidenum">
              <a:rPr lang="en-US" altLang="zh-CN" sz="1300" b="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en-US" altLang="zh-CN" sz="1300" b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832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330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endParaRPr lang="en-US" altLang="zh-CN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98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Calibri" panose="020F0502020204030204" pitchFamily="34" charset="0"/>
                <a:ea typeface="PMingLiU" pitchFamily="18" charset="-12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Calibri" panose="020F0502020204030204" pitchFamily="34" charset="0"/>
                <a:ea typeface="PMingLiU" pitchFamily="18" charset="-12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Calibri" panose="020F0502020204030204" pitchFamily="34" charset="0"/>
                <a:ea typeface="PMingLiU" pitchFamily="18" charset="-12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Calibri" panose="020F0502020204030204" pitchFamily="34" charset="0"/>
                <a:ea typeface="PMingLiU" pitchFamily="18" charset="-12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Calibri" panose="020F0502020204030204" pitchFamily="34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Calibri" panose="020F0502020204030204" pitchFamily="34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Calibri" panose="020F0502020204030204" pitchFamily="34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Calibri" panose="020F0502020204030204" pitchFamily="34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Calibri" panose="020F0502020204030204" pitchFamily="34" charset="0"/>
                <a:ea typeface="PMingLiU" pitchFamily="18" charset="-120"/>
              </a:defRPr>
            </a:lvl9pPr>
          </a:lstStyle>
          <a:p>
            <a:fld id="{51EA193A-23B2-4506-8CBB-3E82C7142155}" type="slidenum">
              <a:rPr lang="en-US" altLang="zh-CN" sz="1300" b="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en-US" altLang="zh-CN" sz="1300" b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832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330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endParaRPr lang="en-US" altLang="zh-CN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98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600" b="1">
                <a:solidFill>
                  <a:schemeClr val="tx1"/>
                </a:solidFill>
                <a:latin typeface="Calibri" panose="020F0502020204030204" pitchFamily="34" charset="0"/>
                <a:ea typeface="PMingLiU" pitchFamily="18" charset="-120"/>
              </a:defRPr>
            </a:lvl1pPr>
            <a:lvl2pPr marL="685800" indent="-263525">
              <a:defRPr sz="2600" b="1">
                <a:solidFill>
                  <a:schemeClr val="tx1"/>
                </a:solidFill>
                <a:latin typeface="Calibri" panose="020F0502020204030204" pitchFamily="34" charset="0"/>
                <a:ea typeface="PMingLiU" pitchFamily="18" charset="-120"/>
              </a:defRPr>
            </a:lvl2pPr>
            <a:lvl3pPr marL="1055370" indent="-210820">
              <a:defRPr sz="2600" b="1">
                <a:solidFill>
                  <a:schemeClr val="tx1"/>
                </a:solidFill>
                <a:latin typeface="Calibri" panose="020F0502020204030204" pitchFamily="34" charset="0"/>
                <a:ea typeface="PMingLiU" pitchFamily="18" charset="-120"/>
              </a:defRPr>
            </a:lvl3pPr>
            <a:lvl4pPr marL="1477010" indent="-210820">
              <a:defRPr sz="2600" b="1">
                <a:solidFill>
                  <a:schemeClr val="tx1"/>
                </a:solidFill>
                <a:latin typeface="Calibri" panose="020F0502020204030204" pitchFamily="34" charset="0"/>
                <a:ea typeface="PMingLiU" pitchFamily="18" charset="-120"/>
              </a:defRPr>
            </a:lvl4pPr>
            <a:lvl5pPr marL="1899285" indent="-210820">
              <a:defRPr sz="2600" b="1">
                <a:solidFill>
                  <a:schemeClr val="tx1"/>
                </a:solidFill>
                <a:latin typeface="Calibri" panose="020F0502020204030204" pitchFamily="34" charset="0"/>
                <a:ea typeface="PMingLiU" pitchFamily="18" charset="-120"/>
              </a:defRPr>
            </a:lvl5pPr>
            <a:lvl6pPr marL="2320925" indent="-21082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Calibri" panose="020F0502020204030204" pitchFamily="34" charset="0"/>
                <a:ea typeface="PMingLiU" pitchFamily="18" charset="-120"/>
              </a:defRPr>
            </a:lvl6pPr>
            <a:lvl7pPr marL="2743200" indent="-21082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Calibri" panose="020F0502020204030204" pitchFamily="34" charset="0"/>
                <a:ea typeface="PMingLiU" pitchFamily="18" charset="-120"/>
              </a:defRPr>
            </a:lvl7pPr>
            <a:lvl8pPr marL="3165475" indent="-21082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Calibri" panose="020F0502020204030204" pitchFamily="34" charset="0"/>
                <a:ea typeface="PMingLiU" pitchFamily="18" charset="-120"/>
              </a:defRPr>
            </a:lvl8pPr>
            <a:lvl9pPr marL="3587115" indent="-21082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Calibri" panose="020F0502020204030204" pitchFamily="34" charset="0"/>
                <a:ea typeface="PMingLiU" pitchFamily="18" charset="-120"/>
              </a:defRPr>
            </a:lvl9pPr>
          </a:lstStyle>
          <a:p>
            <a:fld id="{991AD465-2CDD-43CD-8772-F813EF3D959E}" type="slidenum">
              <a:rPr lang="en-US" altLang="zh-CN" sz="1200" b="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en-US" altLang="zh-CN" sz="1200" b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83299" name="Rectangle 2"/>
          <p:cNvSpPr>
            <a:spLocks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330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endParaRPr lang="en-US" altLang="zh-CN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18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600" b="1">
                <a:solidFill>
                  <a:schemeClr val="tx1"/>
                </a:solidFill>
                <a:latin typeface="Calibri" panose="020F0502020204030204" pitchFamily="34" charset="0"/>
                <a:ea typeface="PMingLiU" pitchFamily="18" charset="-120"/>
              </a:defRPr>
            </a:lvl1pPr>
            <a:lvl2pPr marL="685800" indent="-263525">
              <a:defRPr sz="2600" b="1">
                <a:solidFill>
                  <a:schemeClr val="tx1"/>
                </a:solidFill>
                <a:latin typeface="Calibri" panose="020F0502020204030204" pitchFamily="34" charset="0"/>
                <a:ea typeface="PMingLiU" pitchFamily="18" charset="-120"/>
              </a:defRPr>
            </a:lvl2pPr>
            <a:lvl3pPr marL="1055370" indent="-210820">
              <a:defRPr sz="2600" b="1">
                <a:solidFill>
                  <a:schemeClr val="tx1"/>
                </a:solidFill>
                <a:latin typeface="Calibri" panose="020F0502020204030204" pitchFamily="34" charset="0"/>
                <a:ea typeface="PMingLiU" pitchFamily="18" charset="-120"/>
              </a:defRPr>
            </a:lvl3pPr>
            <a:lvl4pPr marL="1477010" indent="-210820">
              <a:defRPr sz="2600" b="1">
                <a:solidFill>
                  <a:schemeClr val="tx1"/>
                </a:solidFill>
                <a:latin typeface="Calibri" panose="020F0502020204030204" pitchFamily="34" charset="0"/>
                <a:ea typeface="PMingLiU" pitchFamily="18" charset="-120"/>
              </a:defRPr>
            </a:lvl4pPr>
            <a:lvl5pPr marL="1899285" indent="-210820">
              <a:defRPr sz="2600" b="1">
                <a:solidFill>
                  <a:schemeClr val="tx1"/>
                </a:solidFill>
                <a:latin typeface="Calibri" panose="020F0502020204030204" pitchFamily="34" charset="0"/>
                <a:ea typeface="PMingLiU" pitchFamily="18" charset="-120"/>
              </a:defRPr>
            </a:lvl5pPr>
            <a:lvl6pPr marL="2320925" indent="-21082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Calibri" panose="020F0502020204030204" pitchFamily="34" charset="0"/>
                <a:ea typeface="PMingLiU" pitchFamily="18" charset="-120"/>
              </a:defRPr>
            </a:lvl6pPr>
            <a:lvl7pPr marL="2743200" indent="-21082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Calibri" panose="020F0502020204030204" pitchFamily="34" charset="0"/>
                <a:ea typeface="PMingLiU" pitchFamily="18" charset="-120"/>
              </a:defRPr>
            </a:lvl7pPr>
            <a:lvl8pPr marL="3165475" indent="-21082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Calibri" panose="020F0502020204030204" pitchFamily="34" charset="0"/>
                <a:ea typeface="PMingLiU" pitchFamily="18" charset="-120"/>
              </a:defRPr>
            </a:lvl8pPr>
            <a:lvl9pPr marL="3587115" indent="-21082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Calibri" panose="020F0502020204030204" pitchFamily="34" charset="0"/>
                <a:ea typeface="PMingLiU" pitchFamily="18" charset="-120"/>
              </a:defRPr>
            </a:lvl9pPr>
          </a:lstStyle>
          <a:p>
            <a:fld id="{695167A2-477F-422A-9FAA-B62CEFE9CC5D}" type="slidenum">
              <a:rPr lang="en-US" altLang="zh-CN" sz="1200" b="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en-US" altLang="zh-CN" sz="1200" b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88419" name="Rectangle 2"/>
          <p:cNvSpPr>
            <a:spLocks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842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endParaRPr lang="en-US" altLang="zh-CN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44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600" b="1">
                <a:solidFill>
                  <a:schemeClr val="tx1"/>
                </a:solidFill>
                <a:latin typeface="Calibri" panose="020F0502020204030204" pitchFamily="34" charset="0"/>
                <a:ea typeface="PMingLiU" pitchFamily="18" charset="-120"/>
              </a:defRPr>
            </a:lvl1pPr>
            <a:lvl2pPr marL="685800" indent="-263525">
              <a:defRPr sz="2600" b="1">
                <a:solidFill>
                  <a:schemeClr val="tx1"/>
                </a:solidFill>
                <a:latin typeface="Calibri" panose="020F0502020204030204" pitchFamily="34" charset="0"/>
                <a:ea typeface="PMingLiU" pitchFamily="18" charset="-120"/>
              </a:defRPr>
            </a:lvl2pPr>
            <a:lvl3pPr marL="1055370" indent="-210820">
              <a:defRPr sz="2600" b="1">
                <a:solidFill>
                  <a:schemeClr val="tx1"/>
                </a:solidFill>
                <a:latin typeface="Calibri" panose="020F0502020204030204" pitchFamily="34" charset="0"/>
                <a:ea typeface="PMingLiU" pitchFamily="18" charset="-120"/>
              </a:defRPr>
            </a:lvl3pPr>
            <a:lvl4pPr marL="1477010" indent="-210820">
              <a:defRPr sz="2600" b="1">
                <a:solidFill>
                  <a:schemeClr val="tx1"/>
                </a:solidFill>
                <a:latin typeface="Calibri" panose="020F0502020204030204" pitchFamily="34" charset="0"/>
                <a:ea typeface="PMingLiU" pitchFamily="18" charset="-120"/>
              </a:defRPr>
            </a:lvl4pPr>
            <a:lvl5pPr marL="1899285" indent="-210820">
              <a:defRPr sz="2600" b="1">
                <a:solidFill>
                  <a:schemeClr val="tx1"/>
                </a:solidFill>
                <a:latin typeface="Calibri" panose="020F0502020204030204" pitchFamily="34" charset="0"/>
                <a:ea typeface="PMingLiU" pitchFamily="18" charset="-120"/>
              </a:defRPr>
            </a:lvl5pPr>
            <a:lvl6pPr marL="2320925" indent="-21082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Calibri" panose="020F0502020204030204" pitchFamily="34" charset="0"/>
                <a:ea typeface="PMingLiU" pitchFamily="18" charset="-120"/>
              </a:defRPr>
            </a:lvl6pPr>
            <a:lvl7pPr marL="2743200" indent="-21082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Calibri" panose="020F0502020204030204" pitchFamily="34" charset="0"/>
                <a:ea typeface="PMingLiU" pitchFamily="18" charset="-120"/>
              </a:defRPr>
            </a:lvl7pPr>
            <a:lvl8pPr marL="3165475" indent="-21082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Calibri" panose="020F0502020204030204" pitchFamily="34" charset="0"/>
                <a:ea typeface="PMingLiU" pitchFamily="18" charset="-120"/>
              </a:defRPr>
            </a:lvl8pPr>
            <a:lvl9pPr marL="3587115" indent="-21082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Calibri" panose="020F0502020204030204" pitchFamily="34" charset="0"/>
                <a:ea typeface="PMingLiU" pitchFamily="18" charset="-120"/>
              </a:defRPr>
            </a:lvl9pPr>
          </a:lstStyle>
          <a:p>
            <a:fld id="{7720802F-9EBC-4BB6-954E-3A059E79D10D}" type="slidenum">
              <a:rPr lang="en-US" altLang="zh-CN" sz="1200" b="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en-US" altLang="zh-CN" sz="1200" b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89443" name="Rectangle 2"/>
          <p:cNvSpPr>
            <a:spLocks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944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endParaRPr lang="en-US" altLang="zh-CN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90" name="Rectangle 2"/>
          <p:cNvSpPr>
            <a:spLocks noRo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1491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/>
            <a:r>
              <a:rPr lang="en-US" altLang="zh-CN" smtClean="0">
                <a:latin typeface="Arial" panose="020B0604020202020204" pitchFamily="34" charset="0"/>
              </a:rPr>
              <a:t>Answer: </a:t>
            </a:r>
            <a:r>
              <a:rPr lang="en-US" altLang="zh-CN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endParaRPr lang="en-US" altLang="zh-CN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514" name="Rectangle 2"/>
          <p:cNvSpPr>
            <a:spLocks noRo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2515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/>
            <a:r>
              <a:rPr lang="en-US" altLang="zh-CN" smtClean="0">
                <a:latin typeface="Arial" panose="020B0604020202020204" pitchFamily="34" charset="0"/>
              </a:rPr>
              <a:t>Answer: </a:t>
            </a:r>
            <a:r>
              <a:rPr lang="en-US" altLang="zh-CN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endParaRPr lang="en-US" altLang="zh-CN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538" name="Rectangle 2"/>
          <p:cNvSpPr>
            <a:spLocks noRo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3539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/>
            <a:r>
              <a:rPr lang="en-US" altLang="zh-CN" smtClean="0">
                <a:latin typeface="Arial" panose="020B0604020202020204" pitchFamily="34" charset="0"/>
              </a:rPr>
              <a:t>Answer: </a:t>
            </a:r>
            <a:r>
              <a:rPr lang="en-US" altLang="zh-CN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endParaRPr lang="en-US" altLang="zh-CN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62" name="Rectangle 2"/>
          <p:cNvSpPr>
            <a:spLocks noRo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4563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/>
            <a:r>
              <a:rPr lang="en-US" altLang="zh-CN" smtClean="0">
                <a:latin typeface="Arial" panose="020B0604020202020204" pitchFamily="34" charset="0"/>
              </a:rPr>
              <a:t>Answer: </a:t>
            </a:r>
            <a:r>
              <a:rPr lang="en-US" altLang="zh-CN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endParaRPr lang="en-US" altLang="zh-CN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8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600" b="1">
                <a:solidFill>
                  <a:schemeClr val="tx1"/>
                </a:solidFill>
                <a:latin typeface="Calibri" panose="020F0502020204030204" pitchFamily="34" charset="0"/>
                <a:ea typeface="PMingLiU" pitchFamily="18" charset="-120"/>
              </a:defRPr>
            </a:lvl1pPr>
            <a:lvl2pPr marL="685800" indent="-263525">
              <a:defRPr sz="2600" b="1">
                <a:solidFill>
                  <a:schemeClr val="tx1"/>
                </a:solidFill>
                <a:latin typeface="Calibri" panose="020F0502020204030204" pitchFamily="34" charset="0"/>
                <a:ea typeface="PMingLiU" pitchFamily="18" charset="-120"/>
              </a:defRPr>
            </a:lvl2pPr>
            <a:lvl3pPr marL="1055370" indent="-210820">
              <a:defRPr sz="2600" b="1">
                <a:solidFill>
                  <a:schemeClr val="tx1"/>
                </a:solidFill>
                <a:latin typeface="Calibri" panose="020F0502020204030204" pitchFamily="34" charset="0"/>
                <a:ea typeface="PMingLiU" pitchFamily="18" charset="-120"/>
              </a:defRPr>
            </a:lvl3pPr>
            <a:lvl4pPr marL="1477010" indent="-210820">
              <a:defRPr sz="2600" b="1">
                <a:solidFill>
                  <a:schemeClr val="tx1"/>
                </a:solidFill>
                <a:latin typeface="Calibri" panose="020F0502020204030204" pitchFamily="34" charset="0"/>
                <a:ea typeface="PMingLiU" pitchFamily="18" charset="-120"/>
              </a:defRPr>
            </a:lvl4pPr>
            <a:lvl5pPr marL="1899285" indent="-210820">
              <a:defRPr sz="2600" b="1">
                <a:solidFill>
                  <a:schemeClr val="tx1"/>
                </a:solidFill>
                <a:latin typeface="Calibri" panose="020F0502020204030204" pitchFamily="34" charset="0"/>
                <a:ea typeface="PMingLiU" pitchFamily="18" charset="-120"/>
              </a:defRPr>
            </a:lvl5pPr>
            <a:lvl6pPr marL="2320925" indent="-21082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Calibri" panose="020F0502020204030204" pitchFamily="34" charset="0"/>
                <a:ea typeface="PMingLiU" pitchFamily="18" charset="-120"/>
              </a:defRPr>
            </a:lvl6pPr>
            <a:lvl7pPr marL="2743200" indent="-21082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Calibri" panose="020F0502020204030204" pitchFamily="34" charset="0"/>
                <a:ea typeface="PMingLiU" pitchFamily="18" charset="-120"/>
              </a:defRPr>
            </a:lvl7pPr>
            <a:lvl8pPr marL="3165475" indent="-21082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Calibri" panose="020F0502020204030204" pitchFamily="34" charset="0"/>
                <a:ea typeface="PMingLiU" pitchFamily="18" charset="-120"/>
              </a:defRPr>
            </a:lvl8pPr>
            <a:lvl9pPr marL="3587115" indent="-21082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Calibri" panose="020F0502020204030204" pitchFamily="34" charset="0"/>
                <a:ea typeface="PMingLiU" pitchFamily="18" charset="-120"/>
              </a:defRPr>
            </a:lvl9pPr>
          </a:lstStyle>
          <a:p>
            <a:fld id="{2EE1323E-10F4-4519-8684-00C13392074B}" type="slidenum">
              <a:rPr lang="en-US" altLang="zh-CN" sz="1200" b="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en-US" altLang="zh-CN" sz="1200" b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95587" name="Rectangle 2"/>
          <p:cNvSpPr>
            <a:spLocks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558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/>
            <a:r>
              <a:rPr lang="en-US" altLang="zh-CN" smtClean="0"/>
              <a:t>Answer: B</a:t>
            </a:r>
            <a:endParaRPr lang="en-US" altLang="zh-CN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610" name="Rectangle 2"/>
          <p:cNvSpPr>
            <a:spLocks noRo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6611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/>
            <a:r>
              <a:rPr lang="en-US" altLang="zh-CN" smtClean="0">
                <a:latin typeface="Arial" panose="020B0604020202020204" pitchFamily="34" charset="0"/>
              </a:rPr>
              <a:t>Answer: </a:t>
            </a:r>
            <a:r>
              <a:rPr lang="en-US" altLang="zh-CN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endParaRPr lang="en-US" altLang="zh-CN" smtClean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CA65E58-3E81-4881-97C2-17D55B435AC8}" type="slidenum">
              <a:rPr lang="en-US" altLang="zh-CN" sz="1300">
                <a:latin typeface="Arial" panose="020B0604020202020204" pitchFamily="34" charset="0"/>
              </a:rPr>
            </a:fld>
            <a:endParaRPr lang="en-US" altLang="zh-CN" sz="1300">
              <a:latin typeface="Arial" panose="020B0604020202020204" pitchFamily="34" charset="0"/>
            </a:endParaRPr>
          </a:p>
        </p:txBody>
      </p:sp>
      <p:sp>
        <p:nvSpPr>
          <p:cNvPr id="286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endParaRPr lang="en-US" altLang="zh-CN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7CD079F9-51EC-4B0A-A4C2-0F1CC843CFBE}" type="slidenum">
              <a:rPr lang="en-GB" altLang="en-US"/>
            </a:fld>
            <a:endParaRPr lang="en-GB" altLang="en-US"/>
          </a:p>
        </p:txBody>
      </p:sp>
      <p:sp>
        <p:nvSpPr>
          <p:cNvPr id="204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64052CB5-9590-4B7C-A8BD-164440DB8569}" type="slidenum">
              <a:rPr lang="en-GB" altLang="en-US"/>
            </a:fld>
            <a:endParaRPr lang="en-GB" altLang="en-US"/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</a:ln>
        </p:spPr>
        <p:txBody>
          <a:bodyPr/>
          <a:lstStyle/>
          <a:p>
            <a:fld id="{C81E0830-A876-0F4F-A6EF-0A75ED34C493}" type="slidenum">
              <a:rPr lang="en-US"/>
            </a:fld>
            <a:endParaRPr lang="en-US"/>
          </a:p>
        </p:txBody>
      </p:sp>
      <p:sp>
        <p:nvSpPr>
          <p:cNvPr id="993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933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>
              <a:latin typeface="Arial" panose="020B0604020202020204" pitchFamily="34" charset="0"/>
              <a:ea typeface="MS PGothic" panose="020B0600070205080204" charset="-128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1pPr>
            <a:lvl2pPr marL="742950" indent="-285750"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2pPr>
            <a:lvl3pPr marL="1143000" indent="-228600"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3pPr>
            <a:lvl4pPr marL="1600200" indent="-228600"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4pPr>
            <a:lvl5pPr marL="2057400" indent="-228600"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9pPr>
          </a:lstStyle>
          <a:p>
            <a:fld id="{F766155C-4A28-4F3B-817B-937C0F0F98DB}" type="slidenum">
              <a:rPr lang="en-US" altLang="en-US" sz="1200" b="0" smtClean="0">
                <a:solidFill>
                  <a:schemeClr val="tx1"/>
                </a:solidFill>
              </a:rPr>
            </a:fld>
            <a:endParaRPr lang="en-US" altLang="en-US" sz="1200" b="0" smtClean="0">
              <a:solidFill>
                <a:schemeClr val="tx1"/>
              </a:solidFill>
            </a:endParaRPr>
          </a:p>
        </p:txBody>
      </p:sp>
      <p:sp>
        <p:nvSpPr>
          <p:cNvPr id="819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192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1pPr>
            <a:lvl2pPr marL="742950" indent="-285750"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2pPr>
            <a:lvl3pPr marL="1143000" indent="-228600"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3pPr>
            <a:lvl4pPr marL="1600200" indent="-228600"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4pPr>
            <a:lvl5pPr marL="2057400" indent="-228600"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9pPr>
          </a:lstStyle>
          <a:p>
            <a:fld id="{BF1704A1-E8C0-4915-9437-017F9F8CA12B}" type="slidenum">
              <a:rPr lang="en-US" altLang="en-US" sz="1200" b="0" smtClean="0">
                <a:solidFill>
                  <a:schemeClr val="tx1"/>
                </a:solidFill>
              </a:rPr>
            </a:fld>
            <a:endParaRPr lang="en-US" altLang="en-US" sz="1200" b="0" smtClean="0">
              <a:solidFill>
                <a:schemeClr val="tx1"/>
              </a:solidFill>
            </a:endParaRPr>
          </a:p>
        </p:txBody>
      </p:sp>
      <p:sp>
        <p:nvSpPr>
          <p:cNvPr id="849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499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1pPr>
            <a:lvl2pPr marL="742950" indent="-285750"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2pPr>
            <a:lvl3pPr marL="1143000" indent="-228600"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3pPr>
            <a:lvl4pPr marL="1600200" indent="-228600"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4pPr>
            <a:lvl5pPr marL="2057400" indent="-228600"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9pPr>
          </a:lstStyle>
          <a:p>
            <a:fld id="{BF1704A1-E8C0-4915-9437-017F9F8CA12B}" type="slidenum">
              <a:rPr lang="en-US" altLang="en-US" sz="1200" b="0" smtClean="0">
                <a:solidFill>
                  <a:schemeClr val="tx1"/>
                </a:solidFill>
              </a:rPr>
            </a:fld>
            <a:endParaRPr lang="en-US" altLang="en-US" sz="1200" b="0" smtClean="0">
              <a:solidFill>
                <a:schemeClr val="tx1"/>
              </a:solidFill>
            </a:endParaRPr>
          </a:p>
        </p:txBody>
      </p:sp>
      <p:sp>
        <p:nvSpPr>
          <p:cNvPr id="849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499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1pPr>
            <a:lvl2pPr marL="742950" indent="-285750"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2pPr>
            <a:lvl3pPr marL="1143000" indent="-228600"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3pPr>
            <a:lvl4pPr marL="1600200" indent="-228600"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4pPr>
            <a:lvl5pPr marL="2057400" indent="-228600"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9pPr>
          </a:lstStyle>
          <a:p>
            <a:fld id="{3D075905-5593-4858-B57B-B2B48E9156C1}" type="slidenum">
              <a:rPr lang="en-US" altLang="en-US" sz="1200" b="0" smtClean="0">
                <a:solidFill>
                  <a:schemeClr val="tx1"/>
                </a:solidFill>
              </a:rPr>
            </a:fld>
            <a:endParaRPr lang="en-US" altLang="en-US" sz="1200" b="0" smtClean="0">
              <a:solidFill>
                <a:schemeClr val="tx1"/>
              </a:solidFill>
            </a:endParaRPr>
          </a:p>
        </p:txBody>
      </p:sp>
      <p:sp>
        <p:nvSpPr>
          <p:cNvPr id="860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602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1pPr>
            <a:lvl2pPr marL="742950" indent="-285750"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2pPr>
            <a:lvl3pPr marL="1143000" indent="-228600"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3pPr>
            <a:lvl4pPr marL="1600200" indent="-228600"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4pPr>
            <a:lvl5pPr marL="2057400" indent="-228600"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9pPr>
          </a:lstStyle>
          <a:p>
            <a:fld id="{D17AE400-9149-4840-873D-FA14E2EA5C61}" type="slidenum">
              <a:rPr lang="en-US" altLang="en-US" sz="1200" b="0" smtClean="0">
                <a:solidFill>
                  <a:schemeClr val="tx1"/>
                </a:solidFill>
              </a:rPr>
            </a:fld>
            <a:endParaRPr lang="en-US" altLang="en-US" sz="1200" b="0" smtClean="0">
              <a:solidFill>
                <a:schemeClr val="tx1"/>
              </a:solidFill>
            </a:endParaRPr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1pPr>
            <a:lvl2pPr marL="742950" indent="-285750"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2pPr>
            <a:lvl3pPr marL="1143000" indent="-228600"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3pPr>
            <a:lvl4pPr marL="1600200" indent="-228600"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4pPr>
            <a:lvl5pPr marL="2057400" indent="-228600"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9pPr>
          </a:lstStyle>
          <a:p>
            <a:fld id="{6267672E-0FF4-4B5A-84D2-0A1194AE286F}" type="slidenum">
              <a:rPr lang="en-US" altLang="en-US" sz="1200" b="0" smtClean="0">
                <a:solidFill>
                  <a:schemeClr val="tx1"/>
                </a:solidFill>
              </a:rPr>
            </a:fld>
            <a:endParaRPr lang="en-US" altLang="en-US" sz="1200" b="0" smtClean="0">
              <a:solidFill>
                <a:schemeClr val="tx1"/>
              </a:solidFill>
            </a:endParaRPr>
          </a:p>
        </p:txBody>
      </p:sp>
      <p:sp>
        <p:nvSpPr>
          <p:cNvPr id="880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806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1pPr>
            <a:lvl2pPr marL="742950" indent="-285750"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2pPr>
            <a:lvl3pPr marL="1143000" indent="-228600"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3pPr>
            <a:lvl4pPr marL="1600200" indent="-228600"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4pPr>
            <a:lvl5pPr marL="2057400" indent="-228600"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9pPr>
          </a:lstStyle>
          <a:p>
            <a:fld id="{B9B5F72B-5608-4935-97E2-D5E685CD4888}" type="slidenum">
              <a:rPr lang="en-US" altLang="en-US" sz="1200" b="0" smtClean="0">
                <a:solidFill>
                  <a:schemeClr val="tx1"/>
                </a:solidFill>
              </a:rPr>
            </a:fld>
            <a:endParaRPr lang="en-US" altLang="en-US" sz="1200" b="0" smtClean="0">
              <a:solidFill>
                <a:schemeClr val="tx1"/>
              </a:solidFill>
            </a:endParaRPr>
          </a:p>
        </p:txBody>
      </p:sp>
      <p:sp>
        <p:nvSpPr>
          <p:cNvPr id="890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909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1pPr>
            <a:lvl2pPr marL="742950" indent="-285750"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2pPr>
            <a:lvl3pPr marL="1143000" indent="-228600"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3pPr>
            <a:lvl4pPr marL="1600200" indent="-228600"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4pPr>
            <a:lvl5pPr marL="2057400" indent="-228600"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9pPr>
          </a:lstStyle>
          <a:p>
            <a:fld id="{19651F7F-03BF-41C5-8D87-EDA964FF5CE6}" type="slidenum">
              <a:rPr lang="en-US" altLang="en-US" sz="1200" b="0" smtClean="0">
                <a:solidFill>
                  <a:schemeClr val="tx1"/>
                </a:solidFill>
              </a:rPr>
            </a:fld>
            <a:endParaRPr lang="en-US" altLang="en-US" sz="1200" b="0" smtClean="0">
              <a:solidFill>
                <a:schemeClr val="tx1"/>
              </a:solidFill>
            </a:endParaRPr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1pPr>
            <a:lvl2pPr marL="742950" indent="-285750"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2pPr>
            <a:lvl3pPr marL="1143000" indent="-228600"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3pPr>
            <a:lvl4pPr marL="1600200" indent="-228600"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4pPr>
            <a:lvl5pPr marL="2057400" indent="-228600"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9pPr>
          </a:lstStyle>
          <a:p>
            <a:fld id="{DB27AA02-F4B7-4FF7-B727-939B20D193FD}" type="slidenum">
              <a:rPr lang="en-US" altLang="en-US" sz="1200" b="0" smtClean="0">
                <a:solidFill>
                  <a:schemeClr val="tx1"/>
                </a:solidFill>
              </a:rPr>
            </a:fld>
            <a:endParaRPr lang="en-US" altLang="en-US" sz="1200" b="0" smtClean="0">
              <a:solidFill>
                <a:schemeClr val="tx1"/>
              </a:solidFill>
            </a:endParaRPr>
          </a:p>
        </p:txBody>
      </p:sp>
      <p:sp>
        <p:nvSpPr>
          <p:cNvPr id="62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1pPr>
            <a:lvl2pPr marL="742950" indent="-285750"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2pPr>
            <a:lvl3pPr marL="1143000" indent="-228600"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3pPr>
            <a:lvl4pPr marL="1600200" indent="-228600"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4pPr>
            <a:lvl5pPr marL="2057400" indent="-228600"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9pPr>
          </a:lstStyle>
          <a:p>
            <a:fld id="{134C241F-DA2C-4999-85D6-3C54F264AA53}" type="slidenum">
              <a:rPr lang="en-US" altLang="en-US" sz="1200" b="0" smtClean="0">
                <a:solidFill>
                  <a:schemeClr val="tx1"/>
                </a:solidFill>
              </a:rPr>
            </a:fld>
            <a:endParaRPr lang="en-US" altLang="en-US" sz="1200" b="0" smtClean="0">
              <a:solidFill>
                <a:schemeClr val="tx1"/>
              </a:solidFill>
            </a:endParaRPr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1pPr>
            <a:lvl2pPr marL="742950" indent="-285750"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2pPr>
            <a:lvl3pPr marL="1143000" indent="-228600"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3pPr>
            <a:lvl4pPr marL="1600200" indent="-228600"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4pPr>
            <a:lvl5pPr marL="2057400" indent="-228600"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9pPr>
          </a:lstStyle>
          <a:p>
            <a:fld id="{CFB8F770-C516-42FC-AB49-D90E403BED07}" type="slidenum">
              <a:rPr lang="en-US" altLang="en-US" sz="1200" b="0" smtClean="0">
                <a:solidFill>
                  <a:schemeClr val="tx1"/>
                </a:solidFill>
              </a:rPr>
            </a:fld>
            <a:endParaRPr lang="en-US" altLang="en-US" sz="1200" b="0" smtClean="0">
              <a:solidFill>
                <a:schemeClr val="tx1"/>
              </a:solidFill>
            </a:endParaRP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1pPr>
            <a:lvl2pPr marL="742950" indent="-285750"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2pPr>
            <a:lvl3pPr marL="1143000" indent="-228600"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3pPr>
            <a:lvl4pPr marL="1600200" indent="-228600"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4pPr>
            <a:lvl5pPr marL="2057400" indent="-228600"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9pPr>
          </a:lstStyle>
          <a:p>
            <a:fld id="{ADA499B9-CD8A-443B-91A0-14955A1C8794}" type="slidenum">
              <a:rPr lang="en-US" altLang="en-US" sz="1200" b="0" smtClean="0">
                <a:solidFill>
                  <a:schemeClr val="tx1"/>
                </a:solidFill>
              </a:rPr>
            </a:fld>
            <a:endParaRPr lang="en-US" altLang="en-US" sz="1200" b="0" smtClean="0">
              <a:solidFill>
                <a:schemeClr val="tx1"/>
              </a:solidFill>
            </a:endParaRPr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1pPr>
            <a:lvl2pPr marL="742950" indent="-285750"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2pPr>
            <a:lvl3pPr marL="1143000" indent="-228600"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3pPr>
            <a:lvl4pPr marL="1600200" indent="-228600"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4pPr>
            <a:lvl5pPr marL="2057400" indent="-228600"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9pPr>
          </a:lstStyle>
          <a:p>
            <a:fld id="{A284972F-5EB5-4E89-B50F-5FFA50E55DF8}" type="slidenum">
              <a:rPr lang="en-US" altLang="en-US" sz="1200" b="0" smtClean="0">
                <a:solidFill>
                  <a:schemeClr val="tx1"/>
                </a:solidFill>
              </a:rPr>
            </a:fld>
            <a:endParaRPr lang="en-US" altLang="en-US" sz="1200" b="0" smtClean="0">
              <a:solidFill>
                <a:schemeClr val="tx1"/>
              </a:solidFill>
            </a:endParaRPr>
          </a:p>
        </p:txBody>
      </p:sp>
      <p:sp>
        <p:nvSpPr>
          <p:cNvPr id="67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1pPr>
            <a:lvl2pPr marL="742950" indent="-285750"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2pPr>
            <a:lvl3pPr marL="1143000" indent="-228600"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3pPr>
            <a:lvl4pPr marL="1600200" indent="-228600"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4pPr>
            <a:lvl5pPr marL="2057400" indent="-228600"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9pPr>
          </a:lstStyle>
          <a:p>
            <a:fld id="{C6094ECE-8CA5-4FD1-8697-A377DED9423F}" type="slidenum">
              <a:rPr lang="en-US" altLang="en-US" sz="1200" b="0" smtClean="0">
                <a:solidFill>
                  <a:schemeClr val="tx1"/>
                </a:solidFill>
              </a:rPr>
            </a:fld>
            <a:endParaRPr lang="en-US" altLang="en-US" sz="1200" b="0" smtClean="0">
              <a:solidFill>
                <a:schemeClr val="tx1"/>
              </a:solidFill>
            </a:endParaRPr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1pPr>
            <a:lvl2pPr marL="742950" indent="-285750"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2pPr>
            <a:lvl3pPr marL="1143000" indent="-228600"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3pPr>
            <a:lvl4pPr marL="1600200" indent="-228600"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4pPr>
            <a:lvl5pPr marL="2057400" indent="-228600"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9pPr>
          </a:lstStyle>
          <a:p>
            <a:fld id="{A254EB41-02F5-4DBA-A45A-2DEEBE985527}" type="slidenum">
              <a:rPr lang="en-US" altLang="en-US" sz="1200" b="0" smtClean="0">
                <a:solidFill>
                  <a:schemeClr val="tx1"/>
                </a:solidFill>
              </a:rPr>
            </a:fld>
            <a:endParaRPr lang="en-US" altLang="en-US" sz="1200" b="0" smtClean="0">
              <a:solidFill>
                <a:schemeClr val="tx1"/>
              </a:solidFill>
            </a:endParaRPr>
          </a:p>
        </p:txBody>
      </p:sp>
      <p:sp>
        <p:nvSpPr>
          <p:cNvPr id="696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963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1pPr>
            <a:lvl2pPr marL="742950" indent="-285750"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2pPr>
            <a:lvl3pPr marL="1143000" indent="-228600"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3pPr>
            <a:lvl4pPr marL="1600200" indent="-228600"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4pPr>
            <a:lvl5pPr marL="2057400" indent="-228600"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9pPr>
          </a:lstStyle>
          <a:p>
            <a:fld id="{E24B1310-4961-4F36-99C5-2EA9D89B17D3}" type="slidenum">
              <a:rPr lang="en-US" altLang="en-US" sz="1200" b="0" smtClean="0">
                <a:solidFill>
                  <a:schemeClr val="tx1"/>
                </a:solidFill>
              </a:rPr>
            </a:fld>
            <a:endParaRPr lang="en-US" altLang="en-US" sz="1200" b="0" smtClean="0">
              <a:solidFill>
                <a:schemeClr val="tx1"/>
              </a:solidFill>
            </a:endParaRPr>
          </a:p>
        </p:txBody>
      </p:sp>
      <p:sp>
        <p:nvSpPr>
          <p:cNvPr id="665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656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1pPr>
            <a:lvl2pPr marL="742950" indent="-285750"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2pPr>
            <a:lvl3pPr marL="1143000" indent="-228600"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3pPr>
            <a:lvl4pPr marL="1600200" indent="-228600"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4pPr>
            <a:lvl5pPr marL="2057400" indent="-228600"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9pPr>
          </a:lstStyle>
          <a:p>
            <a:fld id="{D4AAC71A-DAD1-4136-A7E3-4F4F225DDD5D}" type="slidenum">
              <a:rPr lang="en-US" altLang="en-US" sz="1200" b="0" smtClean="0">
                <a:solidFill>
                  <a:schemeClr val="tx1"/>
                </a:solidFill>
              </a:rPr>
            </a:fld>
            <a:endParaRPr lang="en-US" altLang="en-US" sz="1200" b="0" smtClean="0">
              <a:solidFill>
                <a:schemeClr val="tx1"/>
              </a:solidFill>
            </a:endParaRPr>
          </a:p>
        </p:txBody>
      </p:sp>
      <p:sp>
        <p:nvSpPr>
          <p:cNvPr id="70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1pPr>
            <a:lvl2pPr marL="742950" indent="-285750"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2pPr>
            <a:lvl3pPr marL="1143000" indent="-228600"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3pPr>
            <a:lvl4pPr marL="1600200" indent="-228600"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4pPr>
            <a:lvl5pPr marL="2057400" indent="-228600"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9pPr>
          </a:lstStyle>
          <a:p>
            <a:fld id="{B4678888-634F-43C8-B825-74EC0B342623}" type="slidenum">
              <a:rPr lang="en-US" altLang="en-US" sz="1200" b="0" smtClean="0">
                <a:solidFill>
                  <a:schemeClr val="tx1"/>
                </a:solidFill>
              </a:rPr>
            </a:fld>
            <a:endParaRPr lang="en-US" altLang="en-US" sz="1200" b="0" smtClean="0">
              <a:solidFill>
                <a:schemeClr val="tx1"/>
              </a:solidFill>
            </a:endParaRPr>
          </a:p>
        </p:txBody>
      </p:sp>
      <p:sp>
        <p:nvSpPr>
          <p:cNvPr id="716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168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1pPr>
            <a:lvl2pPr marL="742950" indent="-285750"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2pPr>
            <a:lvl3pPr marL="1143000" indent="-228600"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3pPr>
            <a:lvl4pPr marL="1600200" indent="-228600"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4pPr>
            <a:lvl5pPr marL="2057400" indent="-228600"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9pPr>
          </a:lstStyle>
          <a:p>
            <a:fld id="{E451C175-D295-4998-91E7-F4868E2362A4}" type="slidenum">
              <a:rPr lang="en-US" altLang="en-US" sz="1200" b="0" smtClean="0">
                <a:solidFill>
                  <a:schemeClr val="tx1"/>
                </a:solidFill>
              </a:rPr>
            </a:fld>
            <a:endParaRPr lang="en-US" altLang="en-US" sz="1200" b="0" smtClean="0">
              <a:solidFill>
                <a:schemeClr val="tx1"/>
              </a:solidFill>
            </a:endParaRPr>
          </a:p>
        </p:txBody>
      </p:sp>
      <p:sp>
        <p:nvSpPr>
          <p:cNvPr id="727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270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1pPr>
            <a:lvl2pPr marL="742950" indent="-285750"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2pPr>
            <a:lvl3pPr marL="1143000" indent="-228600"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3pPr>
            <a:lvl4pPr marL="1600200" indent="-228600"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4pPr>
            <a:lvl5pPr marL="2057400" indent="-228600"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9pPr>
          </a:lstStyle>
          <a:p>
            <a:fld id="{6D6EA038-1A0A-4FE1-B48F-5DB58357EBC0}" type="slidenum">
              <a:rPr lang="en-US" altLang="en-US" sz="1200" b="0" smtClean="0">
                <a:solidFill>
                  <a:schemeClr val="tx1"/>
                </a:solidFill>
              </a:rPr>
            </a:fld>
            <a:endParaRPr lang="en-US" altLang="en-US" sz="1200" b="0" smtClean="0">
              <a:solidFill>
                <a:schemeClr val="tx1"/>
              </a:solidFill>
            </a:endParaRPr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1pPr>
            <a:lvl2pPr marL="742950" indent="-285750"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2pPr>
            <a:lvl3pPr marL="1143000" indent="-228600"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3pPr>
            <a:lvl4pPr marL="1600200" indent="-228600"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4pPr>
            <a:lvl5pPr marL="2057400" indent="-228600"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9pPr>
          </a:lstStyle>
          <a:p>
            <a:fld id="{72BCDA22-1AB8-4622-B331-44AE5A444AD4}" type="slidenum">
              <a:rPr lang="en-US" altLang="en-US" sz="1200" b="0" smtClean="0">
                <a:solidFill>
                  <a:schemeClr val="tx1"/>
                </a:solidFill>
              </a:rPr>
            </a:fld>
            <a:endParaRPr lang="en-US" altLang="en-US" sz="1200" b="0" smtClean="0">
              <a:solidFill>
                <a:schemeClr val="tx1"/>
              </a:solidFill>
            </a:endParaRPr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1pPr>
            <a:lvl2pPr marL="742950" indent="-285750"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2pPr>
            <a:lvl3pPr marL="1143000" indent="-228600"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3pPr>
            <a:lvl4pPr marL="1600200" indent="-228600"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4pPr>
            <a:lvl5pPr marL="2057400" indent="-228600"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9pPr>
          </a:lstStyle>
          <a:p>
            <a:fld id="{F1FF0BD4-ED2C-48D5-9C57-C43BAF4113CE}" type="slidenum">
              <a:rPr lang="en-US" altLang="en-US" sz="1200" b="0" smtClean="0">
                <a:solidFill>
                  <a:schemeClr val="tx1"/>
                </a:solidFill>
              </a:rPr>
            </a:fld>
            <a:endParaRPr lang="en-US" altLang="en-US" sz="1200" b="0" smtClean="0">
              <a:solidFill>
                <a:schemeClr val="tx1"/>
              </a:solidFill>
            </a:endParaRPr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1pPr>
            <a:lvl2pPr marL="742950" indent="-285750"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2pPr>
            <a:lvl3pPr marL="1143000" indent="-228600"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3pPr>
            <a:lvl4pPr marL="1600200" indent="-228600"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4pPr>
            <a:lvl5pPr marL="2057400" indent="-228600"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9pPr>
          </a:lstStyle>
          <a:p>
            <a:fld id="{777EAFE5-10FD-42BA-A6DF-356642DB0161}" type="slidenum">
              <a:rPr lang="en-US" altLang="en-US" sz="1200" b="0" smtClean="0">
                <a:solidFill>
                  <a:schemeClr val="tx1"/>
                </a:solidFill>
              </a:rPr>
            </a:fld>
            <a:endParaRPr lang="en-US" altLang="en-US" sz="1200" b="0" smtClean="0">
              <a:solidFill>
                <a:schemeClr val="tx1"/>
              </a:solidFill>
            </a:endParaRPr>
          </a:p>
        </p:txBody>
      </p:sp>
      <p:sp>
        <p:nvSpPr>
          <p:cNvPr id="768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680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1pPr>
            <a:lvl2pPr marL="742950" indent="-285750"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2pPr>
            <a:lvl3pPr marL="1143000" indent="-228600"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3pPr>
            <a:lvl4pPr marL="1600200" indent="-228600"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4pPr>
            <a:lvl5pPr marL="2057400" indent="-228600"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9pPr>
          </a:lstStyle>
          <a:p>
            <a:fld id="{5A03252D-6BC5-429D-9E62-4B39621EB06A}" type="slidenum">
              <a:rPr lang="en-US" altLang="en-US" sz="1200" b="0" smtClean="0">
                <a:solidFill>
                  <a:schemeClr val="tx1"/>
                </a:solidFill>
              </a:rPr>
            </a:fld>
            <a:endParaRPr lang="en-US" altLang="en-US" sz="1200" b="0" smtClean="0">
              <a:solidFill>
                <a:schemeClr val="tx1"/>
              </a:solidFill>
            </a:endParaRPr>
          </a:p>
        </p:txBody>
      </p:sp>
      <p:sp>
        <p:nvSpPr>
          <p:cNvPr id="778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782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1pPr>
            <a:lvl2pPr marL="742950" indent="-285750"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2pPr>
            <a:lvl3pPr marL="1143000" indent="-228600"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3pPr>
            <a:lvl4pPr marL="1600200" indent="-228600"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4pPr>
            <a:lvl5pPr marL="2057400" indent="-228600"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9pPr>
          </a:lstStyle>
          <a:p>
            <a:fld id="{B9459E48-3DB8-4EC9-A239-214ADD53237E}" type="slidenum">
              <a:rPr lang="en-US" altLang="en-US" sz="1200" b="0" smtClean="0">
                <a:solidFill>
                  <a:schemeClr val="tx1"/>
                </a:solidFill>
              </a:rPr>
            </a:fld>
            <a:endParaRPr lang="en-US" altLang="en-US" sz="1200" b="0" smtClean="0">
              <a:solidFill>
                <a:schemeClr val="tx1"/>
              </a:solidFill>
            </a:endParaRPr>
          </a:p>
        </p:txBody>
      </p:sp>
      <p:sp>
        <p:nvSpPr>
          <p:cNvPr id="788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885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1pPr>
            <a:lvl2pPr marL="742950" indent="-285750"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2pPr>
            <a:lvl3pPr marL="1143000" indent="-228600"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3pPr>
            <a:lvl4pPr marL="1600200" indent="-228600"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4pPr>
            <a:lvl5pPr marL="2057400" indent="-228600"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9pPr>
          </a:lstStyle>
          <a:p>
            <a:fld id="{A0BBBFA4-7710-4E0A-A08B-D1886FDFFE02}" type="slidenum">
              <a:rPr lang="en-US" altLang="en-US" sz="1200" b="0" smtClean="0">
                <a:solidFill>
                  <a:schemeClr val="tx1"/>
                </a:solidFill>
              </a:rPr>
            </a:fld>
            <a:endParaRPr lang="en-US" altLang="en-US" sz="1200" b="0" smtClean="0">
              <a:solidFill>
                <a:schemeClr val="tx1"/>
              </a:solidFill>
            </a:endParaRPr>
          </a:p>
        </p:txBody>
      </p:sp>
      <p:sp>
        <p:nvSpPr>
          <p:cNvPr id="798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987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1pPr>
            <a:lvl2pPr marL="742950" indent="-285750"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2pPr>
            <a:lvl3pPr marL="1143000" indent="-228600"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3pPr>
            <a:lvl4pPr marL="1600200" indent="-228600"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4pPr>
            <a:lvl5pPr marL="2057400" indent="-228600"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9pPr>
          </a:lstStyle>
          <a:p>
            <a:fld id="{83D5CCF2-58E3-46A1-BD78-696353452D39}" type="slidenum">
              <a:rPr lang="en-US" altLang="en-US" sz="1200" b="0" smtClean="0">
                <a:solidFill>
                  <a:schemeClr val="tx1"/>
                </a:solidFill>
              </a:rPr>
            </a:fld>
            <a:endParaRPr lang="en-US" altLang="en-US" sz="1200" b="0" smtClean="0">
              <a:solidFill>
                <a:schemeClr val="tx1"/>
              </a:solidFill>
            </a:endParaRPr>
          </a:p>
        </p:txBody>
      </p:sp>
      <p:sp>
        <p:nvSpPr>
          <p:cNvPr id="808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090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3E4888F-BAA1-49F6-9CA4-9C6C22D55EEF}" type="slidenum">
              <a:rPr lang="en-US"/>
            </a:fld>
            <a:endParaRPr lang="en-US" dirty="0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  <p:transition spd="slow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0285F4-4BDD-4F98-9349-ACB6738DDEFA}" type="slidenum">
              <a:rPr lang="en-US"/>
            </a:fld>
            <a:endParaRPr lang="en-US" dirty="0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  <p:transition spd="slow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03D600-164D-47CE-8BB2-236E40D4A465}" type="slidenum">
              <a:rPr lang="en-US"/>
            </a:fld>
            <a:endParaRPr lang="en-US" dirty="0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  <p:transition spd="slow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195960-012E-4D64-A815-297500ED069E}" type="slidenum">
              <a:rPr lang="en-US"/>
            </a:fld>
            <a:endParaRPr lang="en-US" dirty="0"/>
          </a:p>
        </p:txBody>
      </p:sp>
      <p:sp>
        <p:nvSpPr>
          <p:cNvPr id="7" name="Rectangle 12"/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  <p:transition spd="slow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CBA4F3-FCD0-4415-9E16-C53AFB5CC11E}" type="slidenum">
              <a:rPr lang="en-US"/>
            </a:fld>
            <a:endParaRPr lang="en-US" dirty="0"/>
          </a:p>
        </p:txBody>
      </p:sp>
      <p:sp>
        <p:nvSpPr>
          <p:cNvPr id="9" name="Rectangle 12"/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  <p:transition spd="slow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60ECD8-3ED6-485E-9739-038802CCF7B6}" type="slidenum">
              <a:rPr lang="en-US"/>
            </a:fld>
            <a:endParaRPr lang="en-US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2015 Pearson Education, Inc.</a:t>
            </a:r>
            <a:endParaRPr lang="en-US"/>
          </a:p>
        </p:txBody>
      </p:sp>
    </p:spTree>
  </p:cSld>
  <p:clrMapOvr>
    <a:masterClrMapping/>
  </p:clrMapOvr>
  <p:transition spd="slow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403941-AD14-437A-AE58-E720A29CE709}" type="slidenum">
              <a:rPr lang="en-US"/>
            </a:fld>
            <a:endParaRPr lang="en-US" dirty="0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4467501-E8CD-428E-99F0-9F52D18F9F13}" type="slidenum">
              <a:rPr lang="en-US"/>
            </a:fld>
            <a:endParaRPr lang="en-US"/>
          </a:p>
        </p:txBody>
      </p:sp>
      <p:sp>
        <p:nvSpPr>
          <p:cNvPr id="7" name="Rectangle 12"/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2015 Pearson Education, Inc.</a:t>
            </a:r>
            <a:endParaRPr lang="en-US"/>
          </a:p>
        </p:txBody>
      </p:sp>
    </p:spTree>
  </p:cSld>
  <p:clrMapOvr>
    <a:masterClrMapping/>
  </p:clrMapOvr>
  <p:transition spd="slow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CFD8D9-7006-47A7-AD82-58380B79918F}" type="slidenum">
              <a:rPr lang="en-US"/>
            </a:fld>
            <a:endParaRPr lang="en-US"/>
          </a:p>
        </p:txBody>
      </p:sp>
      <p:sp>
        <p:nvSpPr>
          <p:cNvPr id="7" name="Rectangle 12"/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2015 Pearson Education, Inc.</a:t>
            </a:r>
            <a:endParaRPr lang="en-US"/>
          </a:p>
        </p:txBody>
      </p:sp>
    </p:spTree>
  </p:cSld>
  <p:clrMapOvr>
    <a:masterClrMapping/>
  </p:clrMapOvr>
  <p:transition spd="slow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84C28EE-9673-435D-BB93-FDB76C550E7A}" type="slidenum">
              <a:rPr lang="en-US"/>
            </a:fld>
            <a:endParaRPr lang="en-US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2015 Pearson Education, Inc.</a:t>
            </a:r>
            <a:endParaRPr lang="en-US"/>
          </a:p>
        </p:txBody>
      </p:sp>
    </p:spTree>
  </p:cSld>
  <p:clrMapOvr>
    <a:masterClrMapping/>
  </p:clrMapOvr>
  <p:transition spd="slow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228600"/>
            <a:ext cx="2286000" cy="5867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0" y="228600"/>
            <a:ext cx="6705600" cy="5867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B1F73A5-0C3C-4655-AD9D-E038DF0AF6E8}" type="slidenum">
              <a:rPr lang="en-US"/>
            </a:fld>
            <a:endParaRPr lang="en-US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2015 Pearson Education, Inc.</a:t>
            </a:r>
            <a:endParaRPr lang="en-US"/>
          </a:p>
        </p:txBody>
      </p:sp>
    </p:spTree>
  </p:cSld>
  <p:clrMapOvr>
    <a:masterClrMapping/>
  </p:clrMapOvr>
  <p:transition spd="slow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 and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28600"/>
            <a:ext cx="91440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7772400" cy="1981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114800"/>
            <a:ext cx="7772400" cy="1981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DA76DD7-F366-44AB-9AC5-6061186F58B2}" type="slidenum">
              <a:rPr lang="en-US"/>
            </a:fld>
            <a:endParaRPr lang="en-US" dirty="0"/>
          </a:p>
        </p:txBody>
      </p:sp>
      <p:sp>
        <p:nvSpPr>
          <p:cNvPr id="7" name="Rectangle 12"/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  <p:transition spd="slow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x" preserve="1">
  <p:cSld name="Title, Conten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28600"/>
            <a:ext cx="91440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AB2B319-F66B-4011-A175-4555F9481B59}" type="slidenum">
              <a:rPr lang="en-US"/>
            </a:fld>
            <a:endParaRPr lang="en-US" dirty="0"/>
          </a:p>
        </p:txBody>
      </p:sp>
      <p:sp>
        <p:nvSpPr>
          <p:cNvPr id="7" name="Rectangle 12"/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  <p:transition spd="slow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28600"/>
            <a:ext cx="91440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2D60CE8-7D6F-4191-92BB-9ABBFD7953FC}" type="slidenum">
              <a:rPr lang="en-US"/>
            </a:fld>
            <a:endParaRPr lang="en-US" dirty="0"/>
          </a:p>
        </p:txBody>
      </p:sp>
      <p:sp>
        <p:nvSpPr>
          <p:cNvPr id="7" name="Rectangle 12"/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  <p:transition spd="slow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28600"/>
            <a:ext cx="91440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981200"/>
            <a:ext cx="3810000" cy="1981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4114800"/>
            <a:ext cx="3810000" cy="1981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4A4208-5D77-4530-9D28-8B0A69784871}" type="slidenum">
              <a:rPr lang="en-US"/>
            </a:fld>
            <a:endParaRPr lang="en-US" dirty="0"/>
          </a:p>
        </p:txBody>
      </p:sp>
      <p:sp>
        <p:nvSpPr>
          <p:cNvPr id="8" name="Rectangle 12"/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  <p:transition spd="slow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28600"/>
            <a:ext cx="91440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85800" y="1981200"/>
            <a:ext cx="7772400" cy="4114800"/>
          </a:xfrm>
        </p:spPr>
        <p:txBody>
          <a:bodyPr/>
          <a:lstStyle/>
          <a:p>
            <a:pPr lvl="0"/>
            <a:endParaRPr lang="en-US" noProof="0" smtClean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50B38F-F6F0-49B4-B0A0-DDEAF613CA03}" type="slidenum">
              <a:rPr lang="en-US"/>
            </a:fld>
            <a:endParaRPr lang="en-US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2015 Pearson Education, Inc.</a:t>
            </a:r>
            <a:endParaRPr lang="en-US"/>
          </a:p>
        </p:txBody>
      </p:sp>
    </p:spTree>
  </p:cSld>
  <p:clrMapOvr>
    <a:masterClrMapping/>
  </p:clrMapOvr>
  <p:transition spd="slow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>
  <p:cSld name="Title and Tex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28600"/>
            <a:ext cx="91440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981200"/>
            <a:ext cx="7772400" cy="1981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4114800"/>
            <a:ext cx="7772400" cy="1981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B8A273-334E-4DE2-B8DC-1E1B4D819EAC}" type="slidenum">
              <a:rPr lang="en-US"/>
            </a:fld>
            <a:endParaRPr lang="en-US" dirty="0"/>
          </a:p>
        </p:txBody>
      </p:sp>
      <p:sp>
        <p:nvSpPr>
          <p:cNvPr id="7" name="Rectangle 12"/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  <p:transition spd="slow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Tx" preserve="1">
  <p:cSld name="Title, 2 Conten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28600"/>
            <a:ext cx="91440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85800" y="1981200"/>
            <a:ext cx="3810000" cy="1981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85800" y="4114800"/>
            <a:ext cx="3810000" cy="1981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half" idx="3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7949E1-1160-4095-8856-8C068A358585}" type="slidenum">
              <a:rPr lang="en-US"/>
            </a:fld>
            <a:endParaRPr lang="en-US" dirty="0"/>
          </a:p>
        </p:txBody>
      </p:sp>
      <p:sp>
        <p:nvSpPr>
          <p:cNvPr id="8" name="Rectangle 12"/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  <p:transition spd="slow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0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9" Type="http://schemas.openxmlformats.org/officeDocument/2006/relationships/image" Target="../media/image1.jpeg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7.xml"/><Relationship Id="rId8" Type="http://schemas.openxmlformats.org/officeDocument/2006/relationships/slideLayout" Target="../slideLayouts/slideLayout26.xml"/><Relationship Id="rId7" Type="http://schemas.openxmlformats.org/officeDocument/2006/relationships/slideLayout" Target="../slideLayouts/slideLayout25.xml"/><Relationship Id="rId6" Type="http://schemas.openxmlformats.org/officeDocument/2006/relationships/slideLayout" Target="../slideLayouts/slideLayout24.xml"/><Relationship Id="rId5" Type="http://schemas.openxmlformats.org/officeDocument/2006/relationships/slideLayout" Target="../slideLayouts/slideLayout23.xml"/><Relationship Id="rId4" Type="http://schemas.openxmlformats.org/officeDocument/2006/relationships/slideLayout" Target="../slideLayouts/slideLayout22.xml"/><Relationship Id="rId3" Type="http://schemas.openxmlformats.org/officeDocument/2006/relationships/slideLayout" Target="../slideLayouts/slideLayout21.xml"/><Relationship Id="rId2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28.xml"/><Relationship Id="rId1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0" y="228600"/>
            <a:ext cx="91440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altLang="en-US" smtClean="0"/>
              <a:t>Click to edit Master title style</a:t>
            </a:r>
            <a:endParaRPr lang="en-US" altLang="en-US" smtClean="0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en-US" smtClean="0"/>
              <a:t>Click to edit Master text styles</a:t>
            </a:r>
            <a:endParaRPr lang="en-US" altLang="en-US" smtClean="0"/>
          </a:p>
          <a:p>
            <a:pPr lvl="1"/>
            <a:r>
              <a:rPr lang="en-US" altLang="en-US" smtClean="0"/>
              <a:t>Second level</a:t>
            </a:r>
            <a:endParaRPr lang="en-US" altLang="en-US" smtClean="0"/>
          </a:p>
          <a:p>
            <a:pPr lvl="2"/>
            <a:r>
              <a:rPr lang="en-US" altLang="en-US" smtClean="0"/>
              <a:t>Third level</a:t>
            </a:r>
            <a:endParaRPr lang="en-US" altLang="en-US" smtClean="0"/>
          </a:p>
          <a:p>
            <a:pPr lvl="3"/>
            <a:r>
              <a:rPr lang="en-US" altLang="en-US" smtClean="0"/>
              <a:t>Fourth level</a:t>
            </a:r>
            <a:endParaRPr lang="en-US" altLang="en-US" smtClean="0"/>
          </a:p>
          <a:p>
            <a:pPr lvl="4"/>
            <a:r>
              <a:rPr lang="en-US" altLang="en-US" smtClean="0"/>
              <a:t>Fifth level</a:t>
            </a:r>
            <a:endParaRPr lang="en-US" altLang="en-US" smtClean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>
              <a:defRPr sz="1400" b="0" dirty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 b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98741C18-3E31-4710-AD24-EA8AE62F0ADA}" type="slidenum">
              <a:rPr lang="en-US"/>
            </a:fld>
            <a:endParaRPr lang="en-US" dirty="0"/>
          </a:p>
        </p:txBody>
      </p:sp>
      <p:grpSp>
        <p:nvGrpSpPr>
          <p:cNvPr id="2" name="Group 11"/>
          <p:cNvGrpSpPr/>
          <p:nvPr userDrawn="1"/>
        </p:nvGrpSpPr>
        <p:grpSpPr bwMode="auto">
          <a:xfrm>
            <a:off x="7772400" y="5486400"/>
            <a:ext cx="1371600" cy="1371600"/>
            <a:chOff x="4896" y="3456"/>
            <a:chExt cx="864" cy="864"/>
          </a:xfrm>
        </p:grpSpPr>
        <p:pic>
          <p:nvPicPr>
            <p:cNvPr id="1033" name="Picture 10" descr="Triangle--Gray"/>
            <p:cNvPicPr>
              <a:picLocks noChangeArrowheads="1"/>
            </p:cNvPicPr>
            <p:nvPr userDrawn="1"/>
          </p:nvPicPr>
          <p:blipFill>
            <a:blip r:embed="rId1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96" y="3456"/>
              <a:ext cx="864" cy="8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" name="Rectangle 8"/>
            <p:cNvSpPr>
              <a:spLocks noChangeArrowheads="1"/>
            </p:cNvSpPr>
            <p:nvPr userDrawn="1"/>
          </p:nvSpPr>
          <p:spPr bwMode="auto">
            <a:xfrm>
              <a:off x="5056" y="3696"/>
              <a:ext cx="608" cy="4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b="1">
                  <a:solidFill>
                    <a:srgbClr val="C82E32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1pPr>
              <a:lvl2pPr marL="742950" indent="-285750">
                <a:defRPr sz="2400" b="1">
                  <a:solidFill>
                    <a:srgbClr val="C82E32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2pPr>
              <a:lvl3pPr marL="1143000" indent="-228600">
                <a:defRPr sz="2400" b="1">
                  <a:solidFill>
                    <a:srgbClr val="C82E32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3pPr>
              <a:lvl4pPr marL="1600200" indent="-228600">
                <a:defRPr sz="2400" b="1">
                  <a:solidFill>
                    <a:srgbClr val="C82E32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4pPr>
              <a:lvl5pPr marL="2057400" indent="-228600">
                <a:defRPr sz="2400" b="1">
                  <a:solidFill>
                    <a:srgbClr val="C82E32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C82E32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C82E32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C82E32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C82E32"/>
                  </a:solidFill>
                  <a:latin typeface="Arial" panose="020B0604020202020204" pitchFamily="34" charset="0"/>
                  <a:ea typeface="MS PGothic" panose="020B0600070205080204" charset="-128"/>
                </a:defRPr>
              </a:lvl9pPr>
            </a:lstStyle>
            <a:p>
              <a:pPr>
                <a:defRPr/>
              </a:pPr>
              <a:r>
                <a:rPr lang="en-US" altLang="en-US" sz="1400" b="0" smtClean="0">
                  <a:solidFill>
                    <a:schemeClr val="tx1"/>
                  </a:solidFill>
                </a:rPr>
                <a:t>Electronic</a:t>
              </a:r>
              <a:endParaRPr lang="en-US" altLang="en-US" sz="1400" b="0" smtClean="0">
                <a:solidFill>
                  <a:schemeClr val="tx1"/>
                </a:solidFill>
              </a:endParaRPr>
            </a:p>
            <a:p>
              <a:pPr>
                <a:defRPr/>
              </a:pPr>
              <a:r>
                <a:rPr lang="en-US" altLang="en-US" sz="1400" b="0" smtClean="0">
                  <a:solidFill>
                    <a:schemeClr val="tx1"/>
                  </a:solidFill>
                </a:rPr>
                <a:t>Structure</a:t>
              </a:r>
              <a:endParaRPr lang="en-US" altLang="en-US" sz="1400" b="0" smtClean="0">
                <a:solidFill>
                  <a:schemeClr val="tx1"/>
                </a:solidFill>
              </a:endParaRPr>
            </a:p>
            <a:p>
              <a:pPr>
                <a:defRPr/>
              </a:pPr>
              <a:r>
                <a:rPr lang="en-US" altLang="en-US" sz="1400" b="0" smtClean="0">
                  <a:solidFill>
                    <a:schemeClr val="tx1"/>
                  </a:solidFill>
                </a:rPr>
                <a:t>of Atoms</a:t>
              </a:r>
              <a:endParaRPr lang="en-US" altLang="en-US" sz="1400" b="0" smtClean="0">
                <a:solidFill>
                  <a:schemeClr val="tx1"/>
                </a:solidFill>
              </a:endParaRPr>
            </a:p>
          </p:txBody>
        </p:sp>
      </p:grpSp>
      <p:sp>
        <p:nvSpPr>
          <p:cNvPr id="1036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209800" y="6248400"/>
            <a:ext cx="4724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>
              <a:defRPr sz="1400" b="0" dirty="0">
                <a:solidFill>
                  <a:srgbClr val="808080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" name="Text Box 2"/>
          <p:cNvSpPr txBox="1">
            <a:spLocks noChangeArrowheads="1"/>
          </p:cNvSpPr>
          <p:nvPr userDrawn="1"/>
        </p:nvSpPr>
        <p:spPr bwMode="auto">
          <a:xfrm>
            <a:off x="365125" y="6580188"/>
            <a:ext cx="82296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charset="-128"/>
                <a:cs typeface="MS PGothic" panose="020B060007020508020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charset="-128"/>
                <a:cs typeface="MS PGothic" panose="020B060007020508020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charset="-128"/>
                <a:cs typeface="MS PGothic" panose="020B060007020508020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charset="-128"/>
                <a:cs typeface="MS PGothic" panose="020B060007020508020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charset="-128"/>
                <a:cs typeface="MS PGothic" panose="020B060007020508020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charset="-128"/>
                <a:cs typeface="MS PGothic" panose="020B060007020508020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charset="-128"/>
                <a:cs typeface="MS PGothic" panose="020B060007020508020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charset="-128"/>
                <a:cs typeface="MS PGothic" panose="020B060007020508020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charset="-128"/>
                <a:cs typeface="MS PGothic" panose="020B0600070205080204" charset="-128"/>
              </a:defRPr>
            </a:lvl9pPr>
          </a:lstStyle>
          <a:p>
            <a:pPr algn="l" eaLnBrk="1" hangingPunct="1">
              <a:defRPr/>
            </a:pPr>
            <a:r>
              <a:rPr lang="en-US" sz="1000" b="0" dirty="0" smtClean="0">
                <a:solidFill>
                  <a:srgbClr val="73738C"/>
                </a:solidFill>
              </a:rPr>
              <a:t>© 2015 Pearson Education</a:t>
            </a:r>
            <a:endParaRPr lang="en-US" b="0" dirty="0" smtClean="0">
              <a:solidFill>
                <a:srgbClr val="73738C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</p:sldLayoutIdLst>
  <p:transition spd="slow"/>
  <p:timing>
    <p:tnLst>
      <p:par>
        <p:cTn id="1" dur="indefinite" restart="never" nodeType="tmRoot"/>
      </p:par>
    </p:tnLst>
  </p:timing>
  <p:hf sldNum="0"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MS PGothic" panose="020B0600070205080204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MS PGothic" panose="020B0600070205080204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MS PGothic" panose="020B0600070205080204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MS PGothic" panose="020B0600070205080204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MS PGothic" panose="020B0600070205080204" charset="-128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MS PGothic" panose="020B0600070205080204" charset="-128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MS PGothic" panose="020B0600070205080204" charset="-128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MS PGothic" panose="020B0600070205080204" charset="-128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8" descr="696727_BLB12e_thumbnail"/>
          <p:cNvPicPr>
            <a:picLocks noChangeAspect="1" noChangeArrowheads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725" y="685800"/>
            <a:ext cx="4227513" cy="541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1" name="Title 1"/>
          <p:cNvSpPr/>
          <p:nvPr userDrawn="1"/>
        </p:nvSpPr>
        <p:spPr bwMode="auto">
          <a:xfrm>
            <a:off x="4495800" y="1676400"/>
            <a:ext cx="4572000" cy="3505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1pPr>
            <a:lvl2pPr marL="742950" indent="-285750"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2pPr>
            <a:lvl3pPr marL="1143000" indent="-228600"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3pPr>
            <a:lvl4pPr marL="1600200" indent="-228600"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4pPr>
            <a:lvl5pPr marL="2057400" indent="-228600"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9pPr>
          </a:lstStyle>
          <a:p>
            <a:pPr eaLnBrk="1" hangingPunct="1">
              <a:defRPr/>
            </a:pPr>
            <a:r>
              <a:rPr lang="en-US" altLang="en-US" sz="3400" smtClean="0">
                <a:solidFill>
                  <a:schemeClr val="tx2"/>
                </a:solidFill>
              </a:rPr>
              <a:t>Chapter 6</a:t>
            </a:r>
            <a:br>
              <a:rPr lang="en-US" altLang="en-US" sz="3400" smtClean="0">
                <a:solidFill>
                  <a:schemeClr val="tx2"/>
                </a:solidFill>
              </a:rPr>
            </a:br>
            <a:br>
              <a:rPr lang="en-US" altLang="en-US" sz="3400" smtClean="0">
                <a:solidFill>
                  <a:schemeClr val="tx2"/>
                </a:solidFill>
              </a:rPr>
            </a:br>
            <a:r>
              <a:rPr lang="en-US" altLang="en-US" sz="3400" smtClean="0">
                <a:solidFill>
                  <a:schemeClr val="tx2"/>
                </a:solidFill>
              </a:rPr>
              <a:t> Electronic Structure</a:t>
            </a:r>
            <a:br>
              <a:rPr lang="en-US" altLang="en-US" sz="3400" smtClean="0">
                <a:solidFill>
                  <a:schemeClr val="tx2"/>
                </a:solidFill>
              </a:rPr>
            </a:br>
            <a:r>
              <a:rPr lang="en-US" altLang="en-US" sz="3400" smtClean="0">
                <a:solidFill>
                  <a:schemeClr val="tx2"/>
                </a:solidFill>
              </a:rPr>
              <a:t>of Atoms</a:t>
            </a:r>
            <a:endParaRPr lang="en-US" altLang="en-US" sz="3400" smtClean="0">
              <a:solidFill>
                <a:schemeClr val="tx2"/>
              </a:solidFill>
            </a:endParaRPr>
          </a:p>
        </p:txBody>
      </p:sp>
      <p:sp>
        <p:nvSpPr>
          <p:cNvPr id="2052" name="Subtitle 2"/>
          <p:cNvSpPr/>
          <p:nvPr userDrawn="1"/>
        </p:nvSpPr>
        <p:spPr bwMode="auto">
          <a:xfrm>
            <a:off x="4495800" y="5791200"/>
            <a:ext cx="45720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1pPr>
            <a:lvl2pPr marL="742950" indent="-285750"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2pPr>
            <a:lvl3pPr marL="1143000" indent="-228600"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3pPr>
            <a:lvl4pPr marL="1600200" indent="-228600"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4pPr>
            <a:lvl5pPr marL="2057400" indent="-228600"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9pPr>
          </a:lstStyle>
          <a:p>
            <a:pPr eaLnBrk="1" hangingPunct="1">
              <a:spcBef>
                <a:spcPct val="20000"/>
              </a:spcBef>
              <a:defRPr/>
            </a:pPr>
            <a:r>
              <a:rPr lang="en-US" altLang="en-US" sz="1800" b="0" smtClean="0">
                <a:solidFill>
                  <a:schemeClr val="tx1"/>
                </a:solidFill>
              </a:rPr>
              <a:t>James F. Kirby</a:t>
            </a:r>
            <a:endParaRPr lang="en-US" altLang="en-US" sz="1800" b="0" smtClean="0">
              <a:solidFill>
                <a:schemeClr val="tx1"/>
              </a:solidFill>
            </a:endParaRPr>
          </a:p>
          <a:p>
            <a:pPr eaLnBrk="1" hangingPunct="1">
              <a:spcBef>
                <a:spcPct val="20000"/>
              </a:spcBef>
              <a:defRPr/>
            </a:pPr>
            <a:r>
              <a:rPr lang="en-US" altLang="en-US" sz="1800" b="0" smtClean="0">
                <a:solidFill>
                  <a:schemeClr val="tx1"/>
                </a:solidFill>
              </a:rPr>
              <a:t>Quinnipiac University</a:t>
            </a:r>
            <a:endParaRPr lang="en-US" altLang="en-US" sz="1800" b="0" smtClean="0">
              <a:solidFill>
                <a:schemeClr val="tx1"/>
              </a:solidFill>
            </a:endParaRPr>
          </a:p>
          <a:p>
            <a:pPr eaLnBrk="1" hangingPunct="1">
              <a:spcBef>
                <a:spcPct val="20000"/>
              </a:spcBef>
              <a:defRPr/>
            </a:pPr>
            <a:r>
              <a:rPr lang="en-US" altLang="en-US" sz="1800" b="0" smtClean="0">
                <a:solidFill>
                  <a:schemeClr val="tx1"/>
                </a:solidFill>
              </a:rPr>
              <a:t>Hamden, CT</a:t>
            </a:r>
            <a:endParaRPr lang="en-US" altLang="en-US" sz="1800" b="0" smtClean="0">
              <a:solidFill>
                <a:schemeClr val="tx1"/>
              </a:solidFill>
            </a:endParaRPr>
          </a:p>
        </p:txBody>
      </p:sp>
      <p:sp>
        <p:nvSpPr>
          <p:cNvPr id="2053" name="Rectangle 11"/>
          <p:cNvSpPr>
            <a:spLocks noChangeArrowheads="1"/>
          </p:cNvSpPr>
          <p:nvPr userDrawn="1"/>
        </p:nvSpPr>
        <p:spPr bwMode="auto">
          <a:xfrm>
            <a:off x="4495800" y="700088"/>
            <a:ext cx="4648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1pPr>
            <a:lvl2pPr marL="742950" indent="-285750"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2pPr>
            <a:lvl3pPr marL="1143000" indent="-228600"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3pPr>
            <a:lvl4pPr marL="1600200" indent="-228600"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4pPr>
            <a:lvl5pPr marL="2057400" indent="-228600"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9pPr>
          </a:lstStyle>
          <a:p>
            <a:pPr eaLnBrk="1" hangingPunct="1">
              <a:defRPr/>
            </a:pPr>
            <a:r>
              <a:rPr lang="en-US" altLang="en-US" sz="2800" b="0" smtClean="0">
                <a:solidFill>
                  <a:srgbClr val="000000"/>
                </a:solidFill>
                <a:cs typeface="Arial" panose="020B0604020202020204" pitchFamily="34" charset="0"/>
              </a:rPr>
              <a:t>Lecture Presentation</a:t>
            </a:r>
            <a:endParaRPr lang="en-US" altLang="en-US" sz="2800" b="0" smtClean="0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sp>
        <p:nvSpPr>
          <p:cNvPr id="2054" name="Text Box 12"/>
          <p:cNvSpPr txBox="1">
            <a:spLocks noChangeArrowheads="1"/>
          </p:cNvSpPr>
          <p:nvPr userDrawn="1"/>
        </p:nvSpPr>
        <p:spPr bwMode="auto">
          <a:xfrm>
            <a:off x="365125" y="6580188"/>
            <a:ext cx="82296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1pPr>
            <a:lvl2pPr marL="742950" indent="-285750"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2pPr>
            <a:lvl3pPr marL="1143000" indent="-228600"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3pPr>
            <a:lvl4pPr marL="1600200" indent="-228600"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4pPr>
            <a:lvl5pPr marL="2057400" indent="-228600"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9pPr>
          </a:lstStyle>
          <a:p>
            <a:pPr algn="l" eaLnBrk="1" hangingPunct="1">
              <a:defRPr/>
            </a:pPr>
            <a:r>
              <a:rPr lang="en-US" sz="1000" b="0" smtClean="0">
                <a:solidFill>
                  <a:srgbClr val="73738C"/>
                </a:solidFill>
              </a:rPr>
              <a:t>© 2015 Pearson Education, Inc.</a:t>
            </a:r>
            <a:endParaRPr lang="en-US" smtClean="0">
              <a:solidFill>
                <a:srgbClr val="73738C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3400" b="1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400" b="1">
          <a:solidFill>
            <a:schemeClr val="tx2"/>
          </a:solidFill>
          <a:latin typeface="Arial" panose="020B060402020202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400" b="1">
          <a:solidFill>
            <a:schemeClr val="tx2"/>
          </a:solidFill>
          <a:latin typeface="Arial" panose="020B060402020202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400" b="1">
          <a:solidFill>
            <a:schemeClr val="tx2"/>
          </a:solidFill>
          <a:latin typeface="Arial" panose="020B060402020202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400" b="1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400" b="1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400" b="1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400" b="1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400" b="1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ctr" rtl="0" eaLnBrk="0" fontAlgn="base" hangingPunct="0">
        <a:spcBef>
          <a:spcPct val="20000"/>
        </a:spcBef>
        <a:spcAft>
          <a:spcPct val="0"/>
        </a:spcAft>
        <a:defRPr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5.jpe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5.xml"/><Relationship Id="rId2" Type="http://schemas.openxmlformats.org/officeDocument/2006/relationships/image" Target="../media/image7.jpeg"/><Relationship Id="rId1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1" Type="http://schemas.openxmlformats.org/officeDocument/2006/relationships/tags" Target="../tags/tag1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1" Type="http://schemas.openxmlformats.org/officeDocument/2006/relationships/tags" Target="../tags/tag2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1" Type="http://schemas.openxmlformats.org/officeDocument/2006/relationships/tags" Target="../tags/tag3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1" Type="http://schemas.openxmlformats.org/officeDocument/2006/relationships/tags" Target="../tags/tag4.xml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8.png"/><Relationship Id="rId2" Type="http://schemas.openxmlformats.org/officeDocument/2006/relationships/tags" Target="../tags/tag5.xml"/><Relationship Id="rId1" Type="http://schemas.openxmlformats.org/officeDocument/2006/relationships/image" Target="../media/image9.jpe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1" Type="http://schemas.openxmlformats.org/officeDocument/2006/relationships/tags" Target="../tags/tag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1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1.xml"/><Relationship Id="rId5" Type="http://schemas.openxmlformats.org/officeDocument/2006/relationships/slideLayout" Target="../slideLayouts/slideLayout13.xml"/><Relationship Id="rId4" Type="http://schemas.openxmlformats.org/officeDocument/2006/relationships/hyperlink" Target="https://en.wikipedia.org/wiki/Energy_level" TargetMode="External"/><Relationship Id="rId3" Type="http://schemas.openxmlformats.org/officeDocument/2006/relationships/hyperlink" Target="https://en.wikipedia.org/wiki/Atomic_orbital" TargetMode="External"/><Relationship Id="rId2" Type="http://schemas.openxmlformats.org/officeDocument/2006/relationships/hyperlink" Target="https://en.wikipedia.org/wiki/Electron" TargetMode="External"/><Relationship Id="rId1" Type="http://schemas.openxmlformats.org/officeDocument/2006/relationships/image" Target="../media/image12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13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4.jpe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5.jpe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17.xml"/><Relationship Id="rId1" Type="http://schemas.openxmlformats.org/officeDocument/2006/relationships/image" Target="../media/image16.jpe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7.jpe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8.jpeg"/></Relationships>
</file>

<file path=ppt/slides/_rels/slide3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6.xml"/><Relationship Id="rId3" Type="http://schemas.openxmlformats.org/officeDocument/2006/relationships/slideLayout" Target="../slideLayouts/slideLayout15.xml"/><Relationship Id="rId2" Type="http://schemas.openxmlformats.org/officeDocument/2006/relationships/image" Target="../media/image20.jpeg"/><Relationship Id="rId1" Type="http://schemas.openxmlformats.org/officeDocument/2006/relationships/image" Target="../media/image19.jpe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2.jpeg"/><Relationship Id="rId1" Type="http://schemas.openxmlformats.org/officeDocument/2006/relationships/image" Target="../media/image21.jpe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23.jpe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24.jpe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25.jpe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0.xml"/><Relationship Id="rId4" Type="http://schemas.openxmlformats.org/officeDocument/2006/relationships/slideLayout" Target="../slideLayouts/slideLayout13.xml"/><Relationship Id="rId3" Type="http://schemas.openxmlformats.org/officeDocument/2006/relationships/image" Target="../media/image28.png"/><Relationship Id="rId2" Type="http://schemas.openxmlformats.org/officeDocument/2006/relationships/image" Target="../media/image27.jpeg"/><Relationship Id="rId1" Type="http://schemas.openxmlformats.org/officeDocument/2006/relationships/image" Target="../media/image26.jpe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29.jpe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29.jpe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0.jpe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8.xml"/><Relationship Id="rId2" Type="http://schemas.openxmlformats.org/officeDocument/2006/relationships/slideLayout" Target="../slideLayouts/slideLayout17.xml"/><Relationship Id="rId1" Type="http://schemas.openxmlformats.org/officeDocument/2006/relationships/image" Target="../media/image31.jpe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9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32.jpeg"/></Relationships>
</file>

<file path=ppt/slides/_rels/slide4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0.xml"/><Relationship Id="rId3" Type="http://schemas.openxmlformats.org/officeDocument/2006/relationships/slideLayout" Target="../slideLayouts/slideLayout18.xml"/><Relationship Id="rId2" Type="http://schemas.openxmlformats.org/officeDocument/2006/relationships/image" Target="../media/image34.jpeg"/><Relationship Id="rId1" Type="http://schemas.openxmlformats.org/officeDocument/2006/relationships/image" Target="../media/image33.jpe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1.xml"/><Relationship Id="rId2" Type="http://schemas.openxmlformats.org/officeDocument/2006/relationships/slideLayout" Target="../slideLayouts/slideLayout17.xml"/><Relationship Id="rId1" Type="http://schemas.openxmlformats.org/officeDocument/2006/relationships/image" Target="../media/image35.jpe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2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36.jpeg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3.xml"/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37.jpe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4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38.jpe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5.xml"/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3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smtClean="0">
                <a:solidFill>
                  <a:srgbClr val="C00000"/>
                </a:solidFill>
              </a:rPr>
              <a:t>Hess’s Law</a:t>
            </a:r>
            <a:endParaRPr lang="en-US" altLang="zh-CN" sz="3200" b="1" smtClean="0">
              <a:solidFill>
                <a:srgbClr val="C00000"/>
              </a:solidFill>
            </a:endParaRPr>
          </a:p>
        </p:txBody>
      </p:sp>
      <p:sp>
        <p:nvSpPr>
          <p:cNvPr id="921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90538" y="1628775"/>
            <a:ext cx="8205787" cy="4114800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  <a:defRPr/>
            </a:pPr>
            <a:r>
              <a:rPr lang="en-US" altLang="zh-CN" dirty="0" smtClean="0">
                <a:latin typeface="Symbol" panose="05050102010706020507" pitchFamily="18" charset="2"/>
                <a:sym typeface="Symbol" panose="05050102010706020507" pitchFamily="18" charset="2"/>
              </a:rPr>
              <a:t></a:t>
            </a:r>
            <a:r>
              <a:rPr lang="en-US" altLang="zh-CN" i="1" dirty="0" smtClean="0"/>
              <a:t>H</a:t>
            </a:r>
            <a:r>
              <a:rPr lang="en-US" altLang="zh-CN" dirty="0" smtClean="0"/>
              <a:t> is well known for many reactions, and it is </a:t>
            </a:r>
            <a:r>
              <a:rPr lang="en-US" altLang="zh-CN" u="sng" dirty="0" smtClean="0"/>
              <a:t>inconvenient</a:t>
            </a:r>
            <a:r>
              <a:rPr lang="en-US" altLang="zh-CN" dirty="0" smtClean="0"/>
              <a:t> to measure </a:t>
            </a:r>
            <a:r>
              <a:rPr lang="en-US" altLang="zh-CN" dirty="0" smtClean="0">
                <a:latin typeface="Symbol" panose="05050102010706020507" pitchFamily="18" charset="2"/>
                <a:sym typeface="Symbol" panose="05050102010706020507" pitchFamily="18" charset="2"/>
              </a:rPr>
              <a:t></a:t>
            </a:r>
            <a:r>
              <a:rPr lang="en-US" altLang="zh-CN" i="1" dirty="0" smtClean="0"/>
              <a:t>H</a:t>
            </a:r>
            <a:r>
              <a:rPr lang="en-US" altLang="zh-CN" dirty="0" smtClean="0"/>
              <a:t> for every reaction in which we are interested.</a:t>
            </a:r>
            <a:endParaRPr lang="en-US" altLang="zh-CN" dirty="0" smtClean="0"/>
          </a:p>
          <a:p>
            <a:pPr>
              <a:buFont typeface="Arial" panose="020B0604020202020204" pitchFamily="34" charset="0"/>
              <a:buChar char="•"/>
              <a:defRPr/>
            </a:pPr>
            <a:r>
              <a:rPr lang="en-US" altLang="zh-CN" dirty="0" smtClean="0"/>
              <a:t>However, we can </a:t>
            </a:r>
            <a:r>
              <a:rPr lang="en-US" altLang="zh-CN" u="sng" dirty="0" smtClean="0"/>
              <a:t>estimate</a:t>
            </a:r>
            <a:r>
              <a:rPr lang="en-US" altLang="zh-CN" dirty="0" smtClean="0"/>
              <a:t> </a:t>
            </a:r>
            <a:r>
              <a:rPr lang="en-US" altLang="zh-CN" dirty="0" smtClean="0">
                <a:latin typeface="Symbol" panose="05050102010706020507" pitchFamily="18" charset="2"/>
                <a:sym typeface="Symbol" panose="05050102010706020507" pitchFamily="18" charset="2"/>
              </a:rPr>
              <a:t></a:t>
            </a:r>
            <a:r>
              <a:rPr lang="en-US" altLang="zh-CN" i="1" dirty="0" smtClean="0"/>
              <a:t>H</a:t>
            </a:r>
            <a:r>
              <a:rPr lang="en-US" altLang="zh-CN" dirty="0" smtClean="0"/>
              <a:t> using published </a:t>
            </a:r>
            <a:r>
              <a:rPr lang="en-US" altLang="zh-CN" dirty="0" smtClean="0">
                <a:latin typeface="Symbol" panose="05050102010706020507" pitchFamily="18" charset="2"/>
                <a:sym typeface="Symbol" panose="05050102010706020507" pitchFamily="18" charset="2"/>
              </a:rPr>
              <a:t></a:t>
            </a:r>
            <a:r>
              <a:rPr lang="en-US" altLang="zh-CN" i="1" dirty="0" smtClean="0"/>
              <a:t>H</a:t>
            </a:r>
            <a:r>
              <a:rPr lang="en-US" altLang="zh-CN" dirty="0" smtClean="0"/>
              <a:t> values and the properties of enthalpy.</a:t>
            </a:r>
            <a:endParaRPr lang="en-US" altLang="zh-CN" dirty="0" smtClean="0"/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en-US" altLang="zh-CN" dirty="0"/>
          </a:p>
          <a:p>
            <a:pPr marL="0" indent="0" algn="ctr">
              <a:buFont typeface="Arial" panose="020B0604020202020204" pitchFamily="34" charset="0"/>
              <a:buNone/>
              <a:defRPr/>
            </a:pPr>
            <a:r>
              <a:rPr lang="en-US" altLang="zh-CN" u="sng" dirty="0"/>
              <a:t>f</a:t>
            </a:r>
            <a:r>
              <a:rPr lang="en-US" altLang="zh-CN" u="sng" dirty="0" smtClean="0"/>
              <a:t>rom known reactions to </a:t>
            </a:r>
            <a:r>
              <a:rPr lang="en-US" altLang="zh-CN" u="sng" dirty="0" smtClean="0">
                <a:solidFill>
                  <a:srgbClr val="FF0000"/>
                </a:solidFill>
              </a:rPr>
              <a:t>unknown</a:t>
            </a:r>
            <a:r>
              <a:rPr lang="en-US" altLang="zh-CN" u="sng" dirty="0" smtClean="0"/>
              <a:t> reactions</a:t>
            </a:r>
            <a:endParaRPr lang="en-US" altLang="zh-CN" u="sng" dirty="0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6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 noChangeArrowheads="1"/>
          </p:cNvSpPr>
          <p:nvPr>
            <p:ph type="title"/>
          </p:nvPr>
        </p:nvSpPr>
        <p:spPr>
          <a:xfrm>
            <a:off x="-1447800" y="228600"/>
            <a:ext cx="9144000" cy="1143000"/>
          </a:xfrm>
        </p:spPr>
        <p:txBody>
          <a:bodyPr/>
          <a:lstStyle/>
          <a:p>
            <a:r>
              <a:rPr lang="en-US" altLang="zh-CN" sz="3200" b="1" dirty="0" smtClean="0">
                <a:solidFill>
                  <a:srgbClr val="C00000"/>
                </a:solidFill>
              </a:rPr>
              <a:t>Hess’s Law</a:t>
            </a:r>
            <a:endParaRPr lang="en-US" altLang="zh-CN" sz="3200" b="1" dirty="0" smtClean="0">
              <a:solidFill>
                <a:srgbClr val="C00000"/>
              </a:solidFill>
            </a:endParaRPr>
          </a:p>
        </p:txBody>
      </p:sp>
      <p:sp>
        <p:nvSpPr>
          <p:cNvPr id="92163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4876800" y="762000"/>
            <a:ext cx="4114800" cy="4114800"/>
          </a:xfrm>
        </p:spPr>
        <p:txBody>
          <a:bodyPr/>
          <a:lstStyle/>
          <a:p>
            <a:pPr>
              <a:buFontTx/>
              <a:buNone/>
            </a:pPr>
            <a:r>
              <a:rPr lang="en-US" altLang="zh-CN" dirty="0" smtClean="0"/>
              <a:t>	Hess’s law states that “if a reaction is carried out in a series of steps, </a:t>
            </a:r>
            <a:r>
              <a:rPr lang="en-US" altLang="zh-CN" dirty="0" smtClean="0">
                <a:latin typeface="Symbol" panose="05050102010706020507" pitchFamily="18" charset="2"/>
                <a:sym typeface="Symbol" panose="05050102010706020507" pitchFamily="18" charset="2"/>
              </a:rPr>
              <a:t></a:t>
            </a:r>
            <a:r>
              <a:rPr lang="en-US" altLang="zh-CN" i="1" dirty="0" smtClean="0"/>
              <a:t>H</a:t>
            </a:r>
            <a:r>
              <a:rPr lang="en-US" altLang="zh-CN" dirty="0" smtClean="0"/>
              <a:t> for the overall reaction will be equal to the sum of the enthalpy changes for the individual steps.”</a:t>
            </a:r>
            <a:endParaRPr lang="en-US" altLang="zh-CN" dirty="0" smtClean="0"/>
          </a:p>
        </p:txBody>
      </p:sp>
      <p:pic>
        <p:nvPicPr>
          <p:cNvPr id="92164" name="Picture 13" descr="05_22_Figure_L"/>
          <p:cNvPicPr>
            <a:picLocks noChangeAspect="1" noChangeArrowheads="1"/>
          </p:cNvPicPr>
          <p:nvPr/>
        </p:nvPicPr>
        <p:blipFill>
          <a:blip r:embed="rId1">
            <a:lum bright="-6000" contras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2276475"/>
            <a:ext cx="4932363" cy="3194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/>
          <p:cNvSpPr>
            <a:spLocks noGrp="1" noChangeArrowheads="1"/>
          </p:cNvSpPr>
          <p:nvPr>
            <p:ph type="title"/>
          </p:nvPr>
        </p:nvSpPr>
        <p:spPr>
          <a:xfrm>
            <a:off x="-1600200" y="228600"/>
            <a:ext cx="9144000" cy="1143000"/>
          </a:xfrm>
        </p:spPr>
        <p:txBody>
          <a:bodyPr/>
          <a:lstStyle/>
          <a:p>
            <a:r>
              <a:rPr lang="en-US" altLang="zh-CN" sz="3200" b="1" dirty="0" smtClean="0">
                <a:solidFill>
                  <a:srgbClr val="C00000"/>
                </a:solidFill>
              </a:rPr>
              <a:t>Hess’s Law</a:t>
            </a:r>
            <a:endParaRPr lang="en-US" altLang="zh-CN" sz="3200" b="1" dirty="0" smtClean="0">
              <a:solidFill>
                <a:srgbClr val="C00000"/>
              </a:solidFill>
            </a:endParaRPr>
          </a:p>
        </p:txBody>
      </p:sp>
      <p:sp>
        <p:nvSpPr>
          <p:cNvPr id="93187" name="Rectangle 3"/>
          <p:cNvSpPr>
            <a:spLocks noGrp="1" noChangeArrowheads="1"/>
          </p:cNvSpPr>
          <p:nvPr>
            <p:ph type="body" sz="half" idx="2"/>
          </p:nvPr>
        </p:nvSpPr>
        <p:spPr>
          <a:xfrm>
            <a:off x="5029200" y="1143000"/>
            <a:ext cx="4114800" cy="4114800"/>
          </a:xfrm>
        </p:spPr>
        <p:txBody>
          <a:bodyPr/>
          <a:lstStyle/>
          <a:p>
            <a:pPr>
              <a:buFontTx/>
              <a:buNone/>
            </a:pPr>
            <a:r>
              <a:rPr lang="en-US" altLang="zh-CN" dirty="0" smtClean="0"/>
              <a:t>	Because </a:t>
            </a:r>
            <a:r>
              <a:rPr lang="en-US" altLang="zh-CN" dirty="0" smtClean="0">
                <a:latin typeface="Symbol" panose="05050102010706020507" pitchFamily="18" charset="2"/>
                <a:sym typeface="Symbol" panose="05050102010706020507" pitchFamily="18" charset="2"/>
              </a:rPr>
              <a:t></a:t>
            </a:r>
            <a:r>
              <a:rPr lang="en-US" altLang="zh-CN" i="1" dirty="0" smtClean="0"/>
              <a:t>H</a:t>
            </a:r>
            <a:r>
              <a:rPr lang="en-US" altLang="zh-CN" dirty="0" smtClean="0"/>
              <a:t> is a </a:t>
            </a:r>
            <a:r>
              <a:rPr lang="en-US" altLang="zh-CN" dirty="0" smtClean="0">
                <a:solidFill>
                  <a:srgbClr val="FF0000"/>
                </a:solidFill>
              </a:rPr>
              <a:t>state function</a:t>
            </a:r>
            <a:r>
              <a:rPr lang="en-US" altLang="zh-CN" dirty="0" smtClean="0"/>
              <a:t>, the total enthalpy change depends only on the initial state of the reactants and the final state of the products.</a:t>
            </a:r>
            <a:endParaRPr lang="en-US" altLang="zh-CN" dirty="0" smtClean="0"/>
          </a:p>
        </p:txBody>
      </p:sp>
      <p:pic>
        <p:nvPicPr>
          <p:cNvPr id="93188" name="Picture 13" descr="05_22_Figure_L"/>
          <p:cNvPicPr>
            <a:picLocks noChangeAspect="1" noChangeArrowheads="1"/>
          </p:cNvPicPr>
          <p:nvPr/>
        </p:nvPicPr>
        <p:blipFill>
          <a:blip r:embed="rId1">
            <a:lum bright="-6000" contras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2276475"/>
            <a:ext cx="4932363" cy="3194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6"/>
          <p:cNvSpPr>
            <a:spLocks noChangeArrowheads="1"/>
          </p:cNvSpPr>
          <p:nvPr/>
        </p:nvSpPr>
        <p:spPr bwMode="auto">
          <a:xfrm>
            <a:off x="2057400" y="2881725"/>
            <a:ext cx="4805363" cy="1901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Calibri" panose="020F0502020204030204" pitchFamily="34" charset="0"/>
                <a:ea typeface="PMingLiU" pitchFamily="18" charset="-12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Calibri" panose="020F0502020204030204" pitchFamily="34" charset="0"/>
                <a:ea typeface="PMingLiU" pitchFamily="18" charset="-12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Calibri" panose="020F0502020204030204" pitchFamily="34" charset="0"/>
                <a:ea typeface="PMingLiU" pitchFamily="18" charset="-12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Calibri" panose="020F0502020204030204" pitchFamily="34" charset="0"/>
                <a:ea typeface="PMingLiU" pitchFamily="18" charset="-12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Calibri" panose="020F0502020204030204" pitchFamily="34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Calibri" panose="020F0502020204030204" pitchFamily="34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Calibri" panose="020F0502020204030204" pitchFamily="34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Calibri" panose="020F0502020204030204" pitchFamily="34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Calibri" panose="020F0502020204030204" pitchFamily="34" charset="0"/>
                <a:ea typeface="PMingLiU" pitchFamily="18" charset="-120"/>
              </a:defRPr>
            </a:lvl9pPr>
          </a:lstStyle>
          <a:p>
            <a:pPr algn="ctr" eaLnBrk="1" hangingPunct="1"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en-US" altLang="zh-CN" b="0" dirty="0">
                <a:solidFill>
                  <a:srgbClr val="FF0000"/>
                </a:solidFill>
              </a:rPr>
              <a:t>C</a:t>
            </a:r>
            <a:r>
              <a:rPr lang="en-US" altLang="zh-CN" b="0" baseline="-25000" dirty="0">
                <a:solidFill>
                  <a:srgbClr val="FF0000"/>
                </a:solidFill>
              </a:rPr>
              <a:t>3</a:t>
            </a:r>
            <a:r>
              <a:rPr lang="en-US" altLang="zh-CN" b="0" dirty="0">
                <a:solidFill>
                  <a:srgbClr val="FF0000"/>
                </a:solidFill>
              </a:rPr>
              <a:t>H</a:t>
            </a:r>
            <a:r>
              <a:rPr lang="en-US" altLang="zh-CN" b="0" baseline="-25000" dirty="0">
                <a:solidFill>
                  <a:srgbClr val="FF0000"/>
                </a:solidFill>
              </a:rPr>
              <a:t>8</a:t>
            </a:r>
            <a:r>
              <a:rPr lang="en-US" altLang="zh-CN" b="0" dirty="0">
                <a:solidFill>
                  <a:srgbClr val="FF0000"/>
                </a:solidFill>
              </a:rPr>
              <a:t>(</a:t>
            </a:r>
            <a:r>
              <a:rPr lang="en-US" altLang="zh-CN" b="0" i="1" dirty="0">
                <a:solidFill>
                  <a:srgbClr val="FF0000"/>
                </a:solidFill>
              </a:rPr>
              <a:t>g</a:t>
            </a:r>
            <a:r>
              <a:rPr lang="en-US" altLang="zh-CN" b="0" dirty="0">
                <a:solidFill>
                  <a:srgbClr val="FF0000"/>
                </a:solidFill>
              </a:rPr>
              <a:t>)</a:t>
            </a:r>
            <a:r>
              <a:rPr lang="en-US" altLang="zh-CN" b="0" baseline="-25000" dirty="0"/>
              <a:t> </a:t>
            </a:r>
            <a:r>
              <a:rPr lang="en-US" altLang="zh-CN" b="0" dirty="0">
                <a:sym typeface="Symbol" panose="05050102010706020507" pitchFamily="18" charset="2"/>
              </a:rPr>
              <a:t></a:t>
            </a:r>
            <a:r>
              <a:rPr lang="en-US" altLang="zh-CN" b="0" dirty="0"/>
              <a:t> 3C</a:t>
            </a:r>
            <a:r>
              <a:rPr lang="en-US" altLang="zh-CN" b="0" baseline="-25000" dirty="0"/>
              <a:t>(graphite)</a:t>
            </a:r>
            <a:r>
              <a:rPr lang="en-US" altLang="zh-CN" b="0" dirty="0"/>
              <a:t> + </a:t>
            </a:r>
            <a:r>
              <a:rPr lang="en-US" altLang="zh-CN" b="0" u="sng" dirty="0">
                <a:solidFill>
                  <a:srgbClr val="0000FF"/>
                </a:solidFill>
              </a:rPr>
              <a:t>4H</a:t>
            </a:r>
            <a:r>
              <a:rPr lang="en-US" altLang="zh-CN" b="0" u="sng" baseline="-25000" dirty="0">
                <a:solidFill>
                  <a:srgbClr val="0000FF"/>
                </a:solidFill>
              </a:rPr>
              <a:t>2</a:t>
            </a:r>
            <a:r>
              <a:rPr lang="en-US" altLang="zh-CN" b="0" u="sng" dirty="0">
                <a:solidFill>
                  <a:srgbClr val="0000FF"/>
                </a:solidFill>
              </a:rPr>
              <a:t>(</a:t>
            </a:r>
            <a:r>
              <a:rPr lang="en-US" altLang="zh-CN" b="0" i="1" u="sng" dirty="0">
                <a:solidFill>
                  <a:srgbClr val="0000FF"/>
                </a:solidFill>
              </a:rPr>
              <a:t>g</a:t>
            </a:r>
            <a:r>
              <a:rPr lang="en-US" altLang="zh-CN" b="0" u="sng" dirty="0">
                <a:solidFill>
                  <a:srgbClr val="0000FF"/>
                </a:solidFill>
              </a:rPr>
              <a:t>)</a:t>
            </a:r>
            <a:endParaRPr lang="en-US" altLang="zh-CN" b="0" u="sng" dirty="0">
              <a:solidFill>
                <a:srgbClr val="0000FF"/>
              </a:solidFill>
            </a:endParaRPr>
          </a:p>
          <a:p>
            <a:pPr algn="ctr" eaLnBrk="1" hangingPunct="1"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en-US" altLang="zh-CN" b="0" dirty="0"/>
              <a:t>3C</a:t>
            </a:r>
            <a:r>
              <a:rPr lang="en-US" altLang="zh-CN" b="0" baseline="-25000" dirty="0"/>
              <a:t>(graphite)</a:t>
            </a:r>
            <a:r>
              <a:rPr lang="en-US" altLang="zh-CN" b="0" dirty="0"/>
              <a:t> + </a:t>
            </a:r>
            <a:r>
              <a:rPr lang="en-US" altLang="zh-CN" b="0" dirty="0">
                <a:solidFill>
                  <a:srgbClr val="FF0000"/>
                </a:solidFill>
              </a:rPr>
              <a:t>3O</a:t>
            </a:r>
            <a:r>
              <a:rPr lang="en-US" altLang="zh-CN" b="0" baseline="-25000" dirty="0">
                <a:solidFill>
                  <a:srgbClr val="FF0000"/>
                </a:solidFill>
              </a:rPr>
              <a:t>2</a:t>
            </a:r>
            <a:r>
              <a:rPr lang="en-US" altLang="zh-CN" b="0" dirty="0">
                <a:solidFill>
                  <a:srgbClr val="FF0000"/>
                </a:solidFill>
              </a:rPr>
              <a:t>(</a:t>
            </a:r>
            <a:r>
              <a:rPr lang="en-US" altLang="zh-CN" b="0" i="1" dirty="0">
                <a:solidFill>
                  <a:srgbClr val="FF0000"/>
                </a:solidFill>
              </a:rPr>
              <a:t>g</a:t>
            </a:r>
            <a:r>
              <a:rPr lang="en-US" altLang="zh-CN" b="0" dirty="0">
                <a:solidFill>
                  <a:srgbClr val="FF0000"/>
                </a:solidFill>
              </a:rPr>
              <a:t>)</a:t>
            </a:r>
            <a:r>
              <a:rPr lang="en-US" altLang="zh-CN" b="0" dirty="0"/>
              <a:t> </a:t>
            </a:r>
            <a:r>
              <a:rPr lang="en-US" altLang="zh-CN" b="0" dirty="0">
                <a:sym typeface="Symbol" panose="05050102010706020507" pitchFamily="18" charset="2"/>
              </a:rPr>
              <a:t></a:t>
            </a:r>
            <a:r>
              <a:rPr lang="en-US" altLang="zh-CN" b="0" dirty="0">
                <a:solidFill>
                  <a:srgbClr val="0000FF"/>
                </a:solidFill>
              </a:rPr>
              <a:t>3CO</a:t>
            </a:r>
            <a:r>
              <a:rPr lang="en-US" altLang="zh-CN" b="0" baseline="-25000" dirty="0">
                <a:solidFill>
                  <a:srgbClr val="0000FF"/>
                </a:solidFill>
              </a:rPr>
              <a:t>2</a:t>
            </a:r>
            <a:r>
              <a:rPr lang="en-US" altLang="zh-CN" b="0" dirty="0">
                <a:solidFill>
                  <a:srgbClr val="0000FF"/>
                </a:solidFill>
              </a:rPr>
              <a:t>(</a:t>
            </a:r>
            <a:r>
              <a:rPr lang="en-US" altLang="zh-CN" b="0" i="1" dirty="0">
                <a:solidFill>
                  <a:srgbClr val="0000FF"/>
                </a:solidFill>
              </a:rPr>
              <a:t>g</a:t>
            </a:r>
            <a:r>
              <a:rPr lang="en-US" altLang="zh-CN" b="0" dirty="0">
                <a:solidFill>
                  <a:srgbClr val="0000FF"/>
                </a:solidFill>
              </a:rPr>
              <a:t>) </a:t>
            </a:r>
            <a:endParaRPr lang="en-US" altLang="zh-CN" b="0" dirty="0">
              <a:solidFill>
                <a:srgbClr val="0000FF"/>
              </a:solidFill>
            </a:endParaRPr>
          </a:p>
          <a:p>
            <a:pPr algn="ctr" eaLnBrk="1" hangingPunct="1"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en-US" altLang="zh-CN" b="0" u="sng" dirty="0">
                <a:solidFill>
                  <a:srgbClr val="FF0000"/>
                </a:solidFill>
              </a:rPr>
              <a:t>4H</a:t>
            </a:r>
            <a:r>
              <a:rPr lang="en-US" altLang="zh-CN" b="0" u="sng" baseline="-25000" dirty="0">
                <a:solidFill>
                  <a:srgbClr val="FF0000"/>
                </a:solidFill>
              </a:rPr>
              <a:t>2</a:t>
            </a:r>
            <a:r>
              <a:rPr lang="en-US" altLang="zh-CN" b="0" u="sng" dirty="0">
                <a:solidFill>
                  <a:srgbClr val="FF0000"/>
                </a:solidFill>
              </a:rPr>
              <a:t>(</a:t>
            </a:r>
            <a:r>
              <a:rPr lang="en-US" altLang="zh-CN" b="0" i="1" u="sng" dirty="0">
                <a:solidFill>
                  <a:srgbClr val="FF0000"/>
                </a:solidFill>
              </a:rPr>
              <a:t>g</a:t>
            </a:r>
            <a:r>
              <a:rPr lang="en-US" altLang="zh-CN" b="0" u="sng" dirty="0">
                <a:solidFill>
                  <a:srgbClr val="FF0000"/>
                </a:solidFill>
              </a:rPr>
              <a:t>) </a:t>
            </a:r>
            <a:r>
              <a:rPr lang="en-US" altLang="zh-CN" b="0" dirty="0"/>
              <a:t>+ </a:t>
            </a:r>
            <a:r>
              <a:rPr lang="en-US" altLang="zh-CN" b="0" dirty="0">
                <a:solidFill>
                  <a:srgbClr val="FF0000"/>
                </a:solidFill>
              </a:rPr>
              <a:t>2O</a:t>
            </a:r>
            <a:r>
              <a:rPr lang="en-US" altLang="zh-CN" b="0" baseline="-25000" dirty="0">
                <a:solidFill>
                  <a:srgbClr val="FF0000"/>
                </a:solidFill>
              </a:rPr>
              <a:t>2</a:t>
            </a:r>
            <a:r>
              <a:rPr lang="en-US" altLang="zh-CN" b="0" dirty="0">
                <a:solidFill>
                  <a:srgbClr val="FF0000"/>
                </a:solidFill>
              </a:rPr>
              <a:t>(</a:t>
            </a:r>
            <a:r>
              <a:rPr lang="en-US" altLang="zh-CN" b="0" i="1" dirty="0">
                <a:solidFill>
                  <a:srgbClr val="FF0000"/>
                </a:solidFill>
              </a:rPr>
              <a:t>g</a:t>
            </a:r>
            <a:r>
              <a:rPr lang="en-US" altLang="zh-CN" b="0" dirty="0">
                <a:solidFill>
                  <a:srgbClr val="FF0000"/>
                </a:solidFill>
              </a:rPr>
              <a:t>) </a:t>
            </a:r>
            <a:r>
              <a:rPr lang="en-US" altLang="zh-CN" b="0" dirty="0">
                <a:sym typeface="Symbol" panose="05050102010706020507" pitchFamily="18" charset="2"/>
              </a:rPr>
              <a:t></a:t>
            </a:r>
            <a:r>
              <a:rPr lang="en-US" altLang="zh-CN" b="0" dirty="0"/>
              <a:t> </a:t>
            </a:r>
            <a:r>
              <a:rPr lang="en-US" altLang="zh-CN" b="0" dirty="0">
                <a:solidFill>
                  <a:srgbClr val="0000FF"/>
                </a:solidFill>
              </a:rPr>
              <a:t>4H</a:t>
            </a:r>
            <a:r>
              <a:rPr lang="en-US" altLang="zh-CN" b="0" baseline="-25000" dirty="0">
                <a:solidFill>
                  <a:srgbClr val="0000FF"/>
                </a:solidFill>
              </a:rPr>
              <a:t>2</a:t>
            </a:r>
            <a:r>
              <a:rPr lang="en-US" altLang="zh-CN" b="0" dirty="0">
                <a:solidFill>
                  <a:srgbClr val="0000FF"/>
                </a:solidFill>
              </a:rPr>
              <a:t>O(</a:t>
            </a:r>
            <a:r>
              <a:rPr lang="en-US" altLang="zh-CN" b="0" i="1" dirty="0">
                <a:solidFill>
                  <a:srgbClr val="0000FF"/>
                </a:solidFill>
              </a:rPr>
              <a:t>l</a:t>
            </a:r>
            <a:r>
              <a:rPr lang="en-US" altLang="zh-CN" b="0" dirty="0">
                <a:solidFill>
                  <a:srgbClr val="0000FF"/>
                </a:solidFill>
              </a:rPr>
              <a:t>)</a:t>
            </a:r>
            <a:endParaRPr lang="en-US" altLang="zh-CN" b="0" dirty="0">
              <a:solidFill>
                <a:srgbClr val="0000FF"/>
              </a:solidFill>
            </a:endParaRPr>
          </a:p>
          <a:p>
            <a:pPr algn="ctr" eaLnBrk="1" hangingPunct="1">
              <a:spcBef>
                <a:spcPct val="20000"/>
              </a:spcBef>
              <a:buFont typeface="Arial" panose="020B0604020202020204" pitchFamily="34" charset="0"/>
              <a:buNone/>
            </a:pPr>
            <a:endParaRPr lang="en-US" altLang="zh-CN" b="0" baseline="-25000" dirty="0"/>
          </a:p>
        </p:txBody>
      </p:sp>
      <p:sp>
        <p:nvSpPr>
          <p:cNvPr id="95235" name="Line 7"/>
          <p:cNvSpPr>
            <a:spLocks noChangeShapeType="1"/>
          </p:cNvSpPr>
          <p:nvPr/>
        </p:nvSpPr>
        <p:spPr bwMode="auto">
          <a:xfrm>
            <a:off x="2283618" y="4572000"/>
            <a:ext cx="4570413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5236" name="Rectangle 9"/>
          <p:cNvSpPr>
            <a:spLocks noChangeArrowheads="1"/>
          </p:cNvSpPr>
          <p:nvPr/>
        </p:nvSpPr>
        <p:spPr bwMode="auto">
          <a:xfrm>
            <a:off x="1406524" y="4783550"/>
            <a:ext cx="632460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Calibri" panose="020F0502020204030204" pitchFamily="34" charset="0"/>
                <a:ea typeface="PMingLiU" pitchFamily="18" charset="-12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Calibri" panose="020F0502020204030204" pitchFamily="34" charset="0"/>
                <a:ea typeface="PMingLiU" pitchFamily="18" charset="-12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Calibri" panose="020F0502020204030204" pitchFamily="34" charset="0"/>
                <a:ea typeface="PMingLiU" pitchFamily="18" charset="-12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Calibri" panose="020F0502020204030204" pitchFamily="34" charset="0"/>
                <a:ea typeface="PMingLiU" pitchFamily="18" charset="-12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Calibri" panose="020F0502020204030204" pitchFamily="34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Calibri" panose="020F0502020204030204" pitchFamily="34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Calibri" panose="020F0502020204030204" pitchFamily="34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Calibri" panose="020F0502020204030204" pitchFamily="34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Calibri" panose="020F0502020204030204" pitchFamily="34" charset="0"/>
                <a:ea typeface="PMingLiU" pitchFamily="18" charset="-120"/>
              </a:defRPr>
            </a:lvl9pPr>
          </a:lstStyle>
          <a:p>
            <a:pPr algn="ctr" eaLnBrk="1" hangingPunct="1"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en-US" altLang="zh-CN" b="0" dirty="0">
                <a:solidFill>
                  <a:srgbClr val="FF0000"/>
                </a:solidFill>
              </a:rPr>
              <a:t>C</a:t>
            </a:r>
            <a:r>
              <a:rPr lang="en-US" altLang="zh-CN" b="0" baseline="-25000" dirty="0">
                <a:solidFill>
                  <a:srgbClr val="FF0000"/>
                </a:solidFill>
              </a:rPr>
              <a:t>3</a:t>
            </a:r>
            <a:r>
              <a:rPr lang="en-US" altLang="zh-CN" b="0" dirty="0">
                <a:solidFill>
                  <a:srgbClr val="FF0000"/>
                </a:solidFill>
              </a:rPr>
              <a:t>H</a:t>
            </a:r>
            <a:r>
              <a:rPr lang="en-US" altLang="zh-CN" b="0" baseline="-25000" dirty="0">
                <a:solidFill>
                  <a:srgbClr val="FF0000"/>
                </a:solidFill>
              </a:rPr>
              <a:t>8</a:t>
            </a:r>
            <a:r>
              <a:rPr lang="en-US" altLang="zh-CN" b="0" dirty="0">
                <a:solidFill>
                  <a:srgbClr val="FF0000"/>
                </a:solidFill>
              </a:rPr>
              <a:t>(</a:t>
            </a:r>
            <a:r>
              <a:rPr lang="en-US" altLang="zh-CN" b="0" i="1" dirty="0">
                <a:solidFill>
                  <a:srgbClr val="FF0000"/>
                </a:solidFill>
              </a:rPr>
              <a:t>g</a:t>
            </a:r>
            <a:r>
              <a:rPr lang="en-US" altLang="zh-CN" b="0" dirty="0">
                <a:solidFill>
                  <a:srgbClr val="FF0000"/>
                </a:solidFill>
              </a:rPr>
              <a:t>) + 5O</a:t>
            </a:r>
            <a:r>
              <a:rPr lang="en-US" altLang="zh-CN" b="0" baseline="-25000" dirty="0">
                <a:solidFill>
                  <a:srgbClr val="FF0000"/>
                </a:solidFill>
              </a:rPr>
              <a:t>2</a:t>
            </a:r>
            <a:r>
              <a:rPr lang="en-US" altLang="zh-CN" b="0" dirty="0">
                <a:solidFill>
                  <a:srgbClr val="FF0000"/>
                </a:solidFill>
              </a:rPr>
              <a:t>(</a:t>
            </a:r>
            <a:r>
              <a:rPr lang="en-US" altLang="zh-CN" b="0" i="1" dirty="0">
                <a:solidFill>
                  <a:srgbClr val="FF0000"/>
                </a:solidFill>
              </a:rPr>
              <a:t>g</a:t>
            </a:r>
            <a:r>
              <a:rPr lang="en-US" altLang="zh-CN" b="0" dirty="0">
                <a:solidFill>
                  <a:srgbClr val="FF0000"/>
                </a:solidFill>
              </a:rPr>
              <a:t>)</a:t>
            </a:r>
            <a:r>
              <a:rPr lang="en-US" altLang="zh-CN" b="0" dirty="0"/>
              <a:t> </a:t>
            </a:r>
            <a:r>
              <a:rPr lang="en-US" altLang="zh-CN" b="0" dirty="0">
                <a:sym typeface="Symbol" panose="05050102010706020507" pitchFamily="18" charset="2"/>
              </a:rPr>
              <a:t></a:t>
            </a:r>
            <a:r>
              <a:rPr lang="en-US" altLang="zh-CN" b="0" dirty="0"/>
              <a:t> </a:t>
            </a:r>
            <a:r>
              <a:rPr lang="en-US" altLang="zh-CN" b="0" dirty="0">
                <a:solidFill>
                  <a:srgbClr val="0000FF"/>
                </a:solidFill>
              </a:rPr>
              <a:t>3CO</a:t>
            </a:r>
            <a:r>
              <a:rPr lang="en-US" altLang="zh-CN" b="0" baseline="-25000" dirty="0">
                <a:solidFill>
                  <a:srgbClr val="0000FF"/>
                </a:solidFill>
              </a:rPr>
              <a:t>2</a:t>
            </a:r>
            <a:r>
              <a:rPr lang="en-US" altLang="zh-CN" b="0" dirty="0">
                <a:solidFill>
                  <a:srgbClr val="0000FF"/>
                </a:solidFill>
              </a:rPr>
              <a:t>(</a:t>
            </a:r>
            <a:r>
              <a:rPr lang="en-US" altLang="zh-CN" b="0" i="1" dirty="0">
                <a:solidFill>
                  <a:srgbClr val="0000FF"/>
                </a:solidFill>
              </a:rPr>
              <a:t>g</a:t>
            </a:r>
            <a:r>
              <a:rPr lang="en-US" altLang="zh-CN" b="0" dirty="0">
                <a:solidFill>
                  <a:srgbClr val="0000FF"/>
                </a:solidFill>
              </a:rPr>
              <a:t>)</a:t>
            </a:r>
            <a:r>
              <a:rPr lang="en-US" altLang="zh-CN" b="0" baseline="-25000" dirty="0">
                <a:solidFill>
                  <a:srgbClr val="0000FF"/>
                </a:solidFill>
              </a:rPr>
              <a:t> </a:t>
            </a:r>
            <a:r>
              <a:rPr lang="en-US" altLang="zh-CN" b="0" dirty="0">
                <a:solidFill>
                  <a:srgbClr val="0000FF"/>
                </a:solidFill>
              </a:rPr>
              <a:t>+ 4H</a:t>
            </a:r>
            <a:r>
              <a:rPr lang="en-US" altLang="zh-CN" b="0" baseline="-25000" dirty="0">
                <a:solidFill>
                  <a:srgbClr val="0000FF"/>
                </a:solidFill>
              </a:rPr>
              <a:t>2</a:t>
            </a:r>
            <a:r>
              <a:rPr lang="en-US" altLang="zh-CN" b="0" dirty="0">
                <a:solidFill>
                  <a:srgbClr val="0000FF"/>
                </a:solidFill>
              </a:rPr>
              <a:t>O(</a:t>
            </a:r>
            <a:r>
              <a:rPr lang="en-US" altLang="zh-CN" b="0" i="1" dirty="0">
                <a:solidFill>
                  <a:srgbClr val="0000FF"/>
                </a:solidFill>
              </a:rPr>
              <a:t>l</a:t>
            </a:r>
            <a:r>
              <a:rPr lang="en-US" altLang="zh-CN" b="0" dirty="0">
                <a:solidFill>
                  <a:srgbClr val="0000FF"/>
                </a:solidFill>
              </a:rPr>
              <a:t>) </a:t>
            </a:r>
            <a:endParaRPr lang="en-US" altLang="zh-CN" b="0" dirty="0">
              <a:solidFill>
                <a:srgbClr val="0000FF"/>
              </a:solidFill>
            </a:endParaRPr>
          </a:p>
        </p:txBody>
      </p:sp>
      <p:sp>
        <p:nvSpPr>
          <p:cNvPr id="95237" name="Rectangle 12"/>
          <p:cNvSpPr>
            <a:spLocks noGrp="1" noChangeArrowheads="1"/>
          </p:cNvSpPr>
          <p:nvPr>
            <p:ph type="title"/>
          </p:nvPr>
        </p:nvSpPr>
        <p:spPr>
          <a:xfrm>
            <a:off x="-34925" y="476250"/>
            <a:ext cx="9144000" cy="1143000"/>
          </a:xfrm>
        </p:spPr>
        <p:txBody>
          <a:bodyPr/>
          <a:lstStyle/>
          <a:p>
            <a:r>
              <a:rPr lang="en-US" altLang="zh-CN" sz="3200" b="1" smtClean="0">
                <a:solidFill>
                  <a:srgbClr val="C00000"/>
                </a:solidFill>
              </a:rPr>
              <a:t>Calculation of </a:t>
            </a:r>
            <a:r>
              <a:rPr lang="en-US" altLang="zh-CN" sz="3200" b="1" smtClean="0">
                <a:solidFill>
                  <a:srgbClr val="C00000"/>
                </a:solidFill>
                <a:sym typeface="Symbol" panose="05050102010706020507" pitchFamily="18" charset="2"/>
              </a:rPr>
              <a:t></a:t>
            </a:r>
            <a:r>
              <a:rPr lang="en-US" altLang="zh-CN" sz="3200" b="1" i="1" smtClean="0">
                <a:solidFill>
                  <a:srgbClr val="C00000"/>
                </a:solidFill>
              </a:rPr>
              <a:t>H</a:t>
            </a:r>
            <a:endParaRPr lang="en-US" altLang="zh-CN" sz="3200" b="1" smtClean="0">
              <a:solidFill>
                <a:srgbClr val="C00000"/>
              </a:solidFill>
            </a:endParaRPr>
          </a:p>
        </p:txBody>
      </p:sp>
      <p:sp>
        <p:nvSpPr>
          <p:cNvPr id="95239" name="Rectangle 17"/>
          <p:cNvSpPr>
            <a:spLocks noChangeArrowheads="1"/>
          </p:cNvSpPr>
          <p:nvPr/>
        </p:nvSpPr>
        <p:spPr bwMode="auto">
          <a:xfrm>
            <a:off x="682624" y="1779999"/>
            <a:ext cx="77724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Calibri" panose="020F0502020204030204" pitchFamily="34" charset="0"/>
                <a:ea typeface="PMingLiU" pitchFamily="18" charset="-12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Calibri" panose="020F0502020204030204" pitchFamily="34" charset="0"/>
                <a:ea typeface="PMingLiU" pitchFamily="18" charset="-12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Calibri" panose="020F0502020204030204" pitchFamily="34" charset="0"/>
                <a:ea typeface="PMingLiU" pitchFamily="18" charset="-12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Calibri" panose="020F0502020204030204" pitchFamily="34" charset="0"/>
                <a:ea typeface="PMingLiU" pitchFamily="18" charset="-12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Calibri" panose="020F0502020204030204" pitchFamily="34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Calibri" panose="020F0502020204030204" pitchFamily="34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Calibri" panose="020F0502020204030204" pitchFamily="34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Calibri" panose="020F0502020204030204" pitchFamily="34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Calibri" panose="020F0502020204030204" pitchFamily="34" charset="0"/>
                <a:ea typeface="PMingLiU" pitchFamily="18" charset="-120"/>
              </a:defRPr>
            </a:lvl9pPr>
          </a:lstStyle>
          <a:p>
            <a:pPr algn="ctr" eaLnBrk="1" hangingPunct="1"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en-US" altLang="zh-CN" sz="3200" dirty="0"/>
              <a:t>C</a:t>
            </a:r>
            <a:r>
              <a:rPr lang="en-US" altLang="zh-CN" sz="3200" baseline="-25000" dirty="0"/>
              <a:t>3</a:t>
            </a:r>
            <a:r>
              <a:rPr lang="en-US" altLang="zh-CN" sz="3200" dirty="0"/>
              <a:t>H</a:t>
            </a:r>
            <a:r>
              <a:rPr lang="en-US" altLang="zh-CN" sz="3200" baseline="-25000" dirty="0"/>
              <a:t>8</a:t>
            </a:r>
            <a:r>
              <a:rPr lang="en-US" altLang="zh-CN" sz="3200" dirty="0"/>
              <a:t>(</a:t>
            </a:r>
            <a:r>
              <a:rPr lang="en-US" altLang="zh-CN" sz="3200" i="1" dirty="0"/>
              <a:t>g</a:t>
            </a:r>
            <a:r>
              <a:rPr lang="en-US" altLang="zh-CN" sz="3200" dirty="0"/>
              <a:t>) + 5O</a:t>
            </a:r>
            <a:r>
              <a:rPr lang="en-US" altLang="zh-CN" sz="3200" baseline="-25000" dirty="0"/>
              <a:t>2</a:t>
            </a:r>
            <a:r>
              <a:rPr lang="en-US" altLang="zh-CN" sz="3200" dirty="0"/>
              <a:t>(</a:t>
            </a:r>
            <a:r>
              <a:rPr lang="en-US" altLang="zh-CN" sz="3200" i="1" dirty="0"/>
              <a:t>g</a:t>
            </a:r>
            <a:r>
              <a:rPr lang="en-US" altLang="zh-CN" sz="3200" dirty="0"/>
              <a:t>)</a:t>
            </a:r>
            <a:r>
              <a:rPr lang="en-US" altLang="zh-CN" sz="3200" baseline="-25000" dirty="0"/>
              <a:t> </a:t>
            </a:r>
            <a:r>
              <a:rPr lang="en-US" altLang="zh-CN" sz="3200" dirty="0"/>
              <a:t> </a:t>
            </a:r>
            <a:r>
              <a:rPr lang="en-US" altLang="zh-CN" sz="3200" dirty="0">
                <a:sym typeface="Symbol" panose="05050102010706020507" pitchFamily="18" charset="2"/>
              </a:rPr>
              <a:t> </a:t>
            </a:r>
            <a:r>
              <a:rPr lang="en-US" altLang="zh-CN" sz="3200" dirty="0"/>
              <a:t>3CO</a:t>
            </a:r>
            <a:r>
              <a:rPr lang="en-US" altLang="zh-CN" sz="3200" baseline="-25000" dirty="0"/>
              <a:t>2</a:t>
            </a:r>
            <a:r>
              <a:rPr lang="en-US" altLang="zh-CN" sz="3200" dirty="0"/>
              <a:t>(</a:t>
            </a:r>
            <a:r>
              <a:rPr lang="en-US" altLang="zh-CN" sz="3200" i="1" dirty="0"/>
              <a:t>g</a:t>
            </a:r>
            <a:r>
              <a:rPr lang="en-US" altLang="zh-CN" sz="3200" dirty="0"/>
              <a:t>) + 4H</a:t>
            </a:r>
            <a:r>
              <a:rPr lang="en-US" altLang="zh-CN" sz="3200" baseline="-25000" dirty="0"/>
              <a:t>2</a:t>
            </a:r>
            <a:r>
              <a:rPr lang="en-US" altLang="zh-CN" sz="3200" dirty="0"/>
              <a:t>O(</a:t>
            </a:r>
            <a:r>
              <a:rPr lang="en-US" altLang="zh-CN" sz="3200" i="1" dirty="0"/>
              <a:t>l</a:t>
            </a:r>
            <a:r>
              <a:rPr lang="en-US" altLang="zh-CN" sz="3200" dirty="0"/>
              <a:t>)</a:t>
            </a:r>
            <a:endParaRPr lang="en-US" altLang="zh-CN" sz="3200" dirty="0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6"/>
          <p:cNvSpPr>
            <a:spLocks noChangeArrowheads="1"/>
          </p:cNvSpPr>
          <p:nvPr/>
        </p:nvSpPr>
        <p:spPr bwMode="auto">
          <a:xfrm>
            <a:off x="-100013" y="3857625"/>
            <a:ext cx="4805363" cy="1901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Calibri" panose="020F0502020204030204" pitchFamily="34" charset="0"/>
                <a:ea typeface="PMingLiU" pitchFamily="18" charset="-12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Calibri" panose="020F0502020204030204" pitchFamily="34" charset="0"/>
                <a:ea typeface="PMingLiU" pitchFamily="18" charset="-12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Calibri" panose="020F0502020204030204" pitchFamily="34" charset="0"/>
                <a:ea typeface="PMingLiU" pitchFamily="18" charset="-12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Calibri" panose="020F0502020204030204" pitchFamily="34" charset="0"/>
                <a:ea typeface="PMingLiU" pitchFamily="18" charset="-12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Calibri" panose="020F0502020204030204" pitchFamily="34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Calibri" panose="020F0502020204030204" pitchFamily="34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Calibri" panose="020F0502020204030204" pitchFamily="34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Calibri" panose="020F0502020204030204" pitchFamily="34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Calibri" panose="020F0502020204030204" pitchFamily="34" charset="0"/>
                <a:ea typeface="PMingLiU" pitchFamily="18" charset="-120"/>
              </a:defRPr>
            </a:lvl9pPr>
          </a:lstStyle>
          <a:p>
            <a:pPr algn="ctr" eaLnBrk="1" hangingPunct="1"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en-US" altLang="zh-CN" b="0"/>
              <a:t>C</a:t>
            </a:r>
            <a:r>
              <a:rPr lang="en-US" altLang="zh-CN" b="0" baseline="-25000"/>
              <a:t>3</a:t>
            </a:r>
            <a:r>
              <a:rPr lang="en-US" altLang="zh-CN" b="0"/>
              <a:t>H</a:t>
            </a:r>
            <a:r>
              <a:rPr lang="en-US" altLang="zh-CN" b="0" baseline="-25000"/>
              <a:t>8</a:t>
            </a:r>
            <a:r>
              <a:rPr lang="en-US" altLang="zh-CN" b="0"/>
              <a:t>(</a:t>
            </a:r>
            <a:r>
              <a:rPr lang="en-US" altLang="zh-CN" b="0" i="1"/>
              <a:t>g</a:t>
            </a:r>
            <a:r>
              <a:rPr lang="en-US" altLang="zh-CN" b="0"/>
              <a:t>)</a:t>
            </a:r>
            <a:r>
              <a:rPr lang="en-US" altLang="zh-CN" b="0" baseline="-25000"/>
              <a:t> </a:t>
            </a:r>
            <a:r>
              <a:rPr lang="en-US" altLang="zh-CN" b="0">
                <a:sym typeface="Symbol" panose="05050102010706020507" pitchFamily="18" charset="2"/>
              </a:rPr>
              <a:t></a:t>
            </a:r>
            <a:r>
              <a:rPr lang="en-US" altLang="zh-CN" b="0"/>
              <a:t> 3C</a:t>
            </a:r>
            <a:r>
              <a:rPr lang="en-US" altLang="zh-CN" b="0" baseline="-25000"/>
              <a:t>(graphite)</a:t>
            </a:r>
            <a:r>
              <a:rPr lang="en-US" altLang="zh-CN" b="0"/>
              <a:t> + 4H</a:t>
            </a:r>
            <a:r>
              <a:rPr lang="en-US" altLang="zh-CN" b="0" baseline="-25000"/>
              <a:t>2</a:t>
            </a:r>
            <a:r>
              <a:rPr lang="en-US" altLang="zh-CN" b="0"/>
              <a:t>(</a:t>
            </a:r>
            <a:r>
              <a:rPr lang="en-US" altLang="zh-CN" b="0" i="1"/>
              <a:t>g</a:t>
            </a:r>
            <a:r>
              <a:rPr lang="en-US" altLang="zh-CN" b="0"/>
              <a:t>)</a:t>
            </a:r>
            <a:endParaRPr lang="en-US" altLang="zh-CN" b="0"/>
          </a:p>
          <a:p>
            <a:pPr algn="ctr" eaLnBrk="1" hangingPunct="1"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en-US" altLang="zh-CN" b="0"/>
              <a:t>3C</a:t>
            </a:r>
            <a:r>
              <a:rPr lang="en-US" altLang="zh-CN" b="0" baseline="-25000"/>
              <a:t>(graphite)</a:t>
            </a:r>
            <a:r>
              <a:rPr lang="en-US" altLang="zh-CN" b="0"/>
              <a:t> + 3O</a:t>
            </a:r>
            <a:r>
              <a:rPr lang="en-US" altLang="zh-CN" b="0" baseline="-25000"/>
              <a:t>2</a:t>
            </a:r>
            <a:r>
              <a:rPr lang="en-US" altLang="zh-CN" b="0"/>
              <a:t>(</a:t>
            </a:r>
            <a:r>
              <a:rPr lang="en-US" altLang="zh-CN" b="0" i="1"/>
              <a:t>g</a:t>
            </a:r>
            <a:r>
              <a:rPr lang="en-US" altLang="zh-CN" b="0"/>
              <a:t>) </a:t>
            </a:r>
            <a:r>
              <a:rPr lang="en-US" altLang="zh-CN" b="0">
                <a:sym typeface="Symbol" panose="05050102010706020507" pitchFamily="18" charset="2"/>
              </a:rPr>
              <a:t></a:t>
            </a:r>
            <a:r>
              <a:rPr lang="en-US" altLang="zh-CN" b="0"/>
              <a:t>3CO</a:t>
            </a:r>
            <a:r>
              <a:rPr lang="en-US" altLang="zh-CN" b="0" baseline="-25000"/>
              <a:t>2</a:t>
            </a:r>
            <a:r>
              <a:rPr lang="en-US" altLang="zh-CN" b="0"/>
              <a:t>(</a:t>
            </a:r>
            <a:r>
              <a:rPr lang="en-US" altLang="zh-CN" b="0" i="1"/>
              <a:t>g</a:t>
            </a:r>
            <a:r>
              <a:rPr lang="en-US" altLang="zh-CN" b="0"/>
              <a:t>) </a:t>
            </a:r>
            <a:endParaRPr lang="en-US" altLang="zh-CN" b="0"/>
          </a:p>
          <a:p>
            <a:pPr algn="ctr" eaLnBrk="1" hangingPunct="1"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en-US" altLang="zh-CN" b="0"/>
              <a:t>4H</a:t>
            </a:r>
            <a:r>
              <a:rPr lang="en-US" altLang="zh-CN" b="0" baseline="-25000"/>
              <a:t>2</a:t>
            </a:r>
            <a:r>
              <a:rPr lang="en-US" altLang="zh-CN" b="0"/>
              <a:t>(</a:t>
            </a:r>
            <a:r>
              <a:rPr lang="en-US" altLang="zh-CN" b="0" i="1"/>
              <a:t>g</a:t>
            </a:r>
            <a:r>
              <a:rPr lang="en-US" altLang="zh-CN" b="0"/>
              <a:t>) + 2O</a:t>
            </a:r>
            <a:r>
              <a:rPr lang="en-US" altLang="zh-CN" b="0" baseline="-25000"/>
              <a:t>2</a:t>
            </a:r>
            <a:r>
              <a:rPr lang="en-US" altLang="zh-CN" b="0"/>
              <a:t>(</a:t>
            </a:r>
            <a:r>
              <a:rPr lang="en-US" altLang="zh-CN" b="0" i="1"/>
              <a:t>g</a:t>
            </a:r>
            <a:r>
              <a:rPr lang="en-US" altLang="zh-CN" b="0"/>
              <a:t>) </a:t>
            </a:r>
            <a:r>
              <a:rPr lang="en-US" altLang="zh-CN" b="0">
                <a:sym typeface="Symbol" panose="05050102010706020507" pitchFamily="18" charset="2"/>
              </a:rPr>
              <a:t></a:t>
            </a:r>
            <a:r>
              <a:rPr lang="en-US" altLang="zh-CN" b="0"/>
              <a:t> 4H</a:t>
            </a:r>
            <a:r>
              <a:rPr lang="en-US" altLang="zh-CN" b="0" baseline="-25000"/>
              <a:t>2</a:t>
            </a:r>
            <a:r>
              <a:rPr lang="en-US" altLang="zh-CN" b="0"/>
              <a:t>O(</a:t>
            </a:r>
            <a:r>
              <a:rPr lang="en-US" altLang="zh-CN" b="0" i="1"/>
              <a:t>l</a:t>
            </a:r>
            <a:r>
              <a:rPr lang="en-US" altLang="zh-CN" b="0"/>
              <a:t>)</a:t>
            </a:r>
            <a:endParaRPr lang="en-US" altLang="zh-CN" b="0"/>
          </a:p>
          <a:p>
            <a:pPr algn="ctr" eaLnBrk="1" hangingPunct="1">
              <a:spcBef>
                <a:spcPct val="20000"/>
              </a:spcBef>
              <a:buFont typeface="Arial" panose="020B0604020202020204" pitchFamily="34" charset="0"/>
              <a:buNone/>
            </a:pPr>
            <a:endParaRPr lang="en-US" altLang="zh-CN" b="0" baseline="-25000"/>
          </a:p>
        </p:txBody>
      </p:sp>
      <p:sp>
        <p:nvSpPr>
          <p:cNvPr id="95235" name="Line 7"/>
          <p:cNvSpPr>
            <a:spLocks noChangeShapeType="1"/>
          </p:cNvSpPr>
          <p:nvPr/>
        </p:nvSpPr>
        <p:spPr bwMode="auto">
          <a:xfrm>
            <a:off x="60325" y="5535613"/>
            <a:ext cx="4570413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5236" name="Rectangle 9"/>
          <p:cNvSpPr>
            <a:spLocks noChangeArrowheads="1"/>
          </p:cNvSpPr>
          <p:nvPr/>
        </p:nvSpPr>
        <p:spPr bwMode="auto">
          <a:xfrm>
            <a:off x="-15875" y="5556250"/>
            <a:ext cx="632460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Calibri" panose="020F0502020204030204" pitchFamily="34" charset="0"/>
                <a:ea typeface="PMingLiU" pitchFamily="18" charset="-12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Calibri" panose="020F0502020204030204" pitchFamily="34" charset="0"/>
                <a:ea typeface="PMingLiU" pitchFamily="18" charset="-12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Calibri" panose="020F0502020204030204" pitchFamily="34" charset="0"/>
                <a:ea typeface="PMingLiU" pitchFamily="18" charset="-12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Calibri" panose="020F0502020204030204" pitchFamily="34" charset="0"/>
                <a:ea typeface="PMingLiU" pitchFamily="18" charset="-12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Calibri" panose="020F0502020204030204" pitchFamily="34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Calibri" panose="020F0502020204030204" pitchFamily="34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Calibri" panose="020F0502020204030204" pitchFamily="34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Calibri" panose="020F0502020204030204" pitchFamily="34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Calibri" panose="020F0502020204030204" pitchFamily="34" charset="0"/>
                <a:ea typeface="PMingLiU" pitchFamily="18" charset="-120"/>
              </a:defRPr>
            </a:lvl9pPr>
          </a:lstStyle>
          <a:p>
            <a:pPr algn="ctr" eaLnBrk="1" hangingPunct="1"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en-US" altLang="zh-CN" b="0"/>
              <a:t>C</a:t>
            </a:r>
            <a:r>
              <a:rPr lang="en-US" altLang="zh-CN" b="0" baseline="-25000"/>
              <a:t>3</a:t>
            </a:r>
            <a:r>
              <a:rPr lang="en-US" altLang="zh-CN" b="0"/>
              <a:t>H</a:t>
            </a:r>
            <a:r>
              <a:rPr lang="en-US" altLang="zh-CN" b="0" baseline="-25000"/>
              <a:t>8</a:t>
            </a:r>
            <a:r>
              <a:rPr lang="en-US" altLang="zh-CN" b="0"/>
              <a:t>(</a:t>
            </a:r>
            <a:r>
              <a:rPr lang="en-US" altLang="zh-CN" b="0" i="1"/>
              <a:t>g</a:t>
            </a:r>
            <a:r>
              <a:rPr lang="en-US" altLang="zh-CN" b="0"/>
              <a:t>) + 5O</a:t>
            </a:r>
            <a:r>
              <a:rPr lang="en-US" altLang="zh-CN" b="0" baseline="-25000"/>
              <a:t>2</a:t>
            </a:r>
            <a:r>
              <a:rPr lang="en-US" altLang="zh-CN" b="0"/>
              <a:t>(</a:t>
            </a:r>
            <a:r>
              <a:rPr lang="en-US" altLang="zh-CN" b="0" i="1"/>
              <a:t>g</a:t>
            </a:r>
            <a:r>
              <a:rPr lang="en-US" altLang="zh-CN" b="0"/>
              <a:t>) </a:t>
            </a:r>
            <a:r>
              <a:rPr lang="en-US" altLang="zh-CN" b="0">
                <a:sym typeface="Symbol" panose="05050102010706020507" pitchFamily="18" charset="2"/>
              </a:rPr>
              <a:t></a:t>
            </a:r>
            <a:r>
              <a:rPr lang="en-US" altLang="zh-CN" b="0"/>
              <a:t> 3CO</a:t>
            </a:r>
            <a:r>
              <a:rPr lang="en-US" altLang="zh-CN" b="0" baseline="-25000"/>
              <a:t>2</a:t>
            </a:r>
            <a:r>
              <a:rPr lang="en-US" altLang="zh-CN" b="0"/>
              <a:t>(</a:t>
            </a:r>
            <a:r>
              <a:rPr lang="en-US" altLang="zh-CN" b="0" i="1"/>
              <a:t>g</a:t>
            </a:r>
            <a:r>
              <a:rPr lang="en-US" altLang="zh-CN" b="0"/>
              <a:t>)</a:t>
            </a:r>
            <a:r>
              <a:rPr lang="en-US" altLang="zh-CN" b="0" baseline="-25000"/>
              <a:t> </a:t>
            </a:r>
            <a:r>
              <a:rPr lang="en-US" altLang="zh-CN" b="0"/>
              <a:t>+ 4H</a:t>
            </a:r>
            <a:r>
              <a:rPr lang="en-US" altLang="zh-CN" b="0" baseline="-25000"/>
              <a:t>2</a:t>
            </a:r>
            <a:r>
              <a:rPr lang="en-US" altLang="zh-CN" b="0"/>
              <a:t>O(</a:t>
            </a:r>
            <a:r>
              <a:rPr lang="en-US" altLang="zh-CN" b="0" i="1"/>
              <a:t>l</a:t>
            </a:r>
            <a:r>
              <a:rPr lang="en-US" altLang="zh-CN" b="0"/>
              <a:t>) </a:t>
            </a:r>
            <a:endParaRPr lang="en-US" altLang="zh-CN" b="0"/>
          </a:p>
        </p:txBody>
      </p:sp>
      <p:sp>
        <p:nvSpPr>
          <p:cNvPr id="95237" name="Rectangle 12"/>
          <p:cNvSpPr>
            <a:spLocks noGrp="1" noChangeArrowheads="1"/>
          </p:cNvSpPr>
          <p:nvPr>
            <p:ph type="title"/>
          </p:nvPr>
        </p:nvSpPr>
        <p:spPr>
          <a:xfrm>
            <a:off x="-34925" y="476250"/>
            <a:ext cx="9144000" cy="1143000"/>
          </a:xfrm>
        </p:spPr>
        <p:txBody>
          <a:bodyPr/>
          <a:lstStyle/>
          <a:p>
            <a:r>
              <a:rPr lang="en-US" altLang="zh-CN" sz="3200" b="1" smtClean="0">
                <a:solidFill>
                  <a:srgbClr val="C00000"/>
                </a:solidFill>
              </a:rPr>
              <a:t>Calculation of </a:t>
            </a:r>
            <a:r>
              <a:rPr lang="en-US" altLang="zh-CN" sz="3200" b="1" smtClean="0">
                <a:solidFill>
                  <a:srgbClr val="C00000"/>
                </a:solidFill>
                <a:sym typeface="Symbol" panose="05050102010706020507" pitchFamily="18" charset="2"/>
              </a:rPr>
              <a:t></a:t>
            </a:r>
            <a:r>
              <a:rPr lang="en-US" altLang="zh-CN" sz="3200" b="1" i="1" smtClean="0">
                <a:solidFill>
                  <a:srgbClr val="C00000"/>
                </a:solidFill>
              </a:rPr>
              <a:t>H</a:t>
            </a:r>
            <a:endParaRPr lang="en-US" altLang="zh-CN" sz="3200" b="1" smtClean="0">
              <a:solidFill>
                <a:srgbClr val="C00000"/>
              </a:solidFill>
            </a:endParaRPr>
          </a:p>
        </p:txBody>
      </p:sp>
      <p:sp>
        <p:nvSpPr>
          <p:cNvPr id="95238" name="Rectangle 13"/>
          <p:cNvSpPr>
            <a:spLocks noGrp="1" noChangeArrowheads="1"/>
          </p:cNvSpPr>
          <p:nvPr>
            <p:ph type="body" sz="half" idx="1"/>
          </p:nvPr>
        </p:nvSpPr>
        <p:spPr>
          <a:xfrm>
            <a:off x="669925" y="2432050"/>
            <a:ext cx="3810000" cy="4114800"/>
          </a:xfrm>
        </p:spPr>
        <p:txBody>
          <a:bodyPr/>
          <a:lstStyle/>
          <a:p>
            <a:r>
              <a:rPr lang="en-US" altLang="zh-CN" smtClean="0"/>
              <a:t>The sum of these equations is</a:t>
            </a:r>
            <a:endParaRPr lang="en-US" altLang="zh-CN" smtClean="0"/>
          </a:p>
          <a:p>
            <a:endParaRPr lang="en-US" altLang="zh-CN" smtClean="0"/>
          </a:p>
        </p:txBody>
      </p:sp>
      <p:sp>
        <p:nvSpPr>
          <p:cNvPr id="95239" name="Rectangle 17"/>
          <p:cNvSpPr>
            <a:spLocks noChangeArrowheads="1"/>
          </p:cNvSpPr>
          <p:nvPr/>
        </p:nvSpPr>
        <p:spPr bwMode="auto">
          <a:xfrm>
            <a:off x="682625" y="1489075"/>
            <a:ext cx="77724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Calibri" panose="020F0502020204030204" pitchFamily="34" charset="0"/>
                <a:ea typeface="PMingLiU" pitchFamily="18" charset="-12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Calibri" panose="020F0502020204030204" pitchFamily="34" charset="0"/>
                <a:ea typeface="PMingLiU" pitchFamily="18" charset="-12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Calibri" panose="020F0502020204030204" pitchFamily="34" charset="0"/>
                <a:ea typeface="PMingLiU" pitchFamily="18" charset="-12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Calibri" panose="020F0502020204030204" pitchFamily="34" charset="0"/>
                <a:ea typeface="PMingLiU" pitchFamily="18" charset="-12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Calibri" panose="020F0502020204030204" pitchFamily="34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Calibri" panose="020F0502020204030204" pitchFamily="34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Calibri" panose="020F0502020204030204" pitchFamily="34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Calibri" panose="020F0502020204030204" pitchFamily="34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Calibri" panose="020F0502020204030204" pitchFamily="34" charset="0"/>
                <a:ea typeface="PMingLiU" pitchFamily="18" charset="-120"/>
              </a:defRPr>
            </a:lvl9pPr>
          </a:lstStyle>
          <a:p>
            <a:pPr algn="ctr" eaLnBrk="1" hangingPunct="1"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en-US" altLang="zh-CN" sz="3200"/>
              <a:t>C</a:t>
            </a:r>
            <a:r>
              <a:rPr lang="en-US" altLang="zh-CN" sz="3200" baseline="-25000"/>
              <a:t>3</a:t>
            </a:r>
            <a:r>
              <a:rPr lang="en-US" altLang="zh-CN" sz="3200"/>
              <a:t>H</a:t>
            </a:r>
            <a:r>
              <a:rPr lang="en-US" altLang="zh-CN" sz="3200" baseline="-25000"/>
              <a:t>8</a:t>
            </a:r>
            <a:r>
              <a:rPr lang="en-US" altLang="zh-CN" sz="3200"/>
              <a:t>(</a:t>
            </a:r>
            <a:r>
              <a:rPr lang="en-US" altLang="zh-CN" sz="3200" i="1"/>
              <a:t>g</a:t>
            </a:r>
            <a:r>
              <a:rPr lang="en-US" altLang="zh-CN" sz="3200"/>
              <a:t>) + 5O</a:t>
            </a:r>
            <a:r>
              <a:rPr lang="en-US" altLang="zh-CN" sz="3200" baseline="-25000"/>
              <a:t>2</a:t>
            </a:r>
            <a:r>
              <a:rPr lang="en-US" altLang="zh-CN" sz="3200"/>
              <a:t>(</a:t>
            </a:r>
            <a:r>
              <a:rPr lang="en-US" altLang="zh-CN" sz="3200" i="1"/>
              <a:t>g</a:t>
            </a:r>
            <a:r>
              <a:rPr lang="en-US" altLang="zh-CN" sz="3200"/>
              <a:t>)</a:t>
            </a:r>
            <a:r>
              <a:rPr lang="en-US" altLang="zh-CN" sz="3200" baseline="-25000"/>
              <a:t> </a:t>
            </a:r>
            <a:r>
              <a:rPr lang="en-US" altLang="zh-CN" sz="3200"/>
              <a:t> </a:t>
            </a:r>
            <a:r>
              <a:rPr lang="en-US" altLang="zh-CN" sz="3200">
                <a:sym typeface="Symbol" panose="05050102010706020507" pitchFamily="18" charset="2"/>
              </a:rPr>
              <a:t> </a:t>
            </a:r>
            <a:r>
              <a:rPr lang="en-US" altLang="zh-CN" sz="3200"/>
              <a:t>3CO</a:t>
            </a:r>
            <a:r>
              <a:rPr lang="en-US" altLang="zh-CN" sz="3200" baseline="-25000"/>
              <a:t>2</a:t>
            </a:r>
            <a:r>
              <a:rPr lang="en-US" altLang="zh-CN" sz="3200"/>
              <a:t>(</a:t>
            </a:r>
            <a:r>
              <a:rPr lang="en-US" altLang="zh-CN" sz="3200" i="1"/>
              <a:t>g</a:t>
            </a:r>
            <a:r>
              <a:rPr lang="en-US" altLang="zh-CN" sz="3200"/>
              <a:t>) + 4H</a:t>
            </a:r>
            <a:r>
              <a:rPr lang="en-US" altLang="zh-CN" sz="3200" baseline="-25000"/>
              <a:t>2</a:t>
            </a:r>
            <a:r>
              <a:rPr lang="en-US" altLang="zh-CN" sz="3200"/>
              <a:t>O(</a:t>
            </a:r>
            <a:r>
              <a:rPr lang="en-US" altLang="zh-CN" sz="3200" i="1"/>
              <a:t>l</a:t>
            </a:r>
            <a:r>
              <a:rPr lang="en-US" altLang="zh-CN" sz="3200"/>
              <a:t>)</a:t>
            </a:r>
            <a:endParaRPr lang="en-US" altLang="zh-CN" sz="3200"/>
          </a:p>
        </p:txBody>
      </p:sp>
      <p:pic>
        <p:nvPicPr>
          <p:cNvPr id="95240" name="Picture 28" descr="05_23_Figure_L"/>
          <p:cNvPicPr>
            <a:picLocks noChangeAspect="1" noChangeArrowheads="1"/>
          </p:cNvPicPr>
          <p:nvPr/>
        </p:nvPicPr>
        <p:blipFill>
          <a:blip r:embed="rId1">
            <a:lum bright="-6000" contras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8838" y="2287588"/>
            <a:ext cx="4459287" cy="3321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smtClean="0">
                <a:solidFill>
                  <a:srgbClr val="C00000"/>
                </a:solidFill>
              </a:rPr>
              <a:t>Calculation of </a:t>
            </a:r>
            <a:r>
              <a:rPr lang="en-US" altLang="zh-CN" sz="3200" b="1" smtClean="0">
                <a:solidFill>
                  <a:srgbClr val="C00000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</a:t>
            </a:r>
            <a:r>
              <a:rPr lang="en-US" altLang="zh-CN" sz="3200" b="1" i="1" smtClean="0">
                <a:solidFill>
                  <a:srgbClr val="C00000"/>
                </a:solidFill>
              </a:rPr>
              <a:t>H</a:t>
            </a:r>
            <a:endParaRPr lang="en-US" altLang="zh-CN" sz="3200" b="1" smtClean="0">
              <a:solidFill>
                <a:srgbClr val="C00000"/>
              </a:solidFill>
            </a:endParaRPr>
          </a:p>
        </p:txBody>
      </p:sp>
      <p:sp>
        <p:nvSpPr>
          <p:cNvPr id="1146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  <a:buFontTx/>
              <a:buNone/>
            </a:pPr>
            <a:r>
              <a:rPr lang="en-US" altLang="zh-CN" smtClean="0"/>
              <a:t>	We can use Hess’s law in this way:</a:t>
            </a:r>
            <a:endParaRPr lang="en-US" altLang="zh-CN" smtClean="0"/>
          </a:p>
          <a:p>
            <a:pPr>
              <a:lnSpc>
                <a:spcPct val="90000"/>
              </a:lnSpc>
            </a:pPr>
            <a:endParaRPr lang="en-US" altLang="zh-CN" smtClean="0"/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mtClean="0"/>
              <a:t>	</a:t>
            </a:r>
            <a:r>
              <a:rPr lang="en-US" altLang="zh-CN" smtClean="0">
                <a:latin typeface="Symbol" panose="05050102010706020507" pitchFamily="18" charset="2"/>
                <a:sym typeface="Symbol" panose="05050102010706020507" pitchFamily="18" charset="2"/>
              </a:rPr>
              <a:t></a:t>
            </a:r>
            <a:r>
              <a:rPr lang="en-US" altLang="zh-CN" i="1" smtClean="0"/>
              <a:t>H</a:t>
            </a:r>
            <a:r>
              <a:rPr lang="en-US" altLang="zh-CN" smtClean="0"/>
              <a:t> = </a:t>
            </a:r>
            <a:r>
              <a:rPr lang="en-US" altLang="zh-CN" sz="3600" smtClean="0">
                <a:latin typeface="Symbol" panose="05050102010706020507" pitchFamily="18" charset="2"/>
                <a:sym typeface="Symbol" panose="05050102010706020507" pitchFamily="18" charset="2"/>
              </a:rPr>
              <a:t></a:t>
            </a:r>
            <a:r>
              <a:rPr lang="en-US" altLang="zh-CN" i="1" smtClean="0"/>
              <a:t>n</a:t>
            </a:r>
            <a:r>
              <a:rPr lang="en-US" altLang="zh-CN" smtClean="0">
                <a:latin typeface="Symbol" panose="05050102010706020507" pitchFamily="18" charset="2"/>
                <a:sym typeface="Symbol" panose="05050102010706020507" pitchFamily="18" charset="2"/>
              </a:rPr>
              <a:t></a:t>
            </a:r>
            <a:r>
              <a:rPr lang="en-US" altLang="zh-CN" i="1" smtClean="0"/>
              <a:t>H</a:t>
            </a:r>
            <a:r>
              <a:rPr lang="en-US" altLang="zh-CN" i="1" baseline="-25000" smtClean="0"/>
              <a:t>f</a:t>
            </a:r>
            <a:r>
              <a:rPr lang="en-US" altLang="zh-CN" baseline="30000" smtClean="0">
                <a:cs typeface="Arial" panose="020B0604020202020204" pitchFamily="34" charset="0"/>
              </a:rPr>
              <a:t>o</a:t>
            </a:r>
            <a:r>
              <a:rPr lang="en-US" altLang="zh-CN" baseline="-25000" smtClean="0">
                <a:cs typeface="Arial" panose="020B0604020202020204" pitchFamily="34" charset="0"/>
              </a:rPr>
              <a:t>,</a:t>
            </a:r>
            <a:r>
              <a:rPr lang="en-US" altLang="zh-CN" baseline="-25000" smtClean="0">
                <a:solidFill>
                  <a:srgbClr val="FF0000"/>
                </a:solidFill>
                <a:sym typeface="Symbol" panose="05050102010706020507" pitchFamily="18" charset="2"/>
              </a:rPr>
              <a:t>products</a:t>
            </a:r>
            <a:r>
              <a:rPr lang="en-US" altLang="zh-CN" smtClean="0">
                <a:sym typeface="Symbol" panose="05050102010706020507" pitchFamily="18" charset="2"/>
              </a:rPr>
              <a:t> – </a:t>
            </a:r>
            <a:r>
              <a:rPr lang="en-US" altLang="zh-CN" sz="3600" smtClean="0">
                <a:latin typeface="Symbol" panose="05050102010706020507" pitchFamily="18" charset="2"/>
                <a:sym typeface="Symbol" panose="05050102010706020507" pitchFamily="18" charset="2"/>
              </a:rPr>
              <a:t></a:t>
            </a:r>
            <a:r>
              <a:rPr lang="en-US" altLang="zh-CN" i="1" smtClean="0"/>
              <a:t>m</a:t>
            </a:r>
            <a:r>
              <a:rPr lang="en-US" altLang="zh-CN" smtClean="0">
                <a:latin typeface="Symbol" panose="05050102010706020507" pitchFamily="18" charset="2"/>
                <a:sym typeface="Symbol" panose="05050102010706020507" pitchFamily="18" charset="2"/>
              </a:rPr>
              <a:t></a:t>
            </a:r>
            <a:r>
              <a:rPr lang="en-US" altLang="zh-CN" i="1" smtClean="0">
                <a:sym typeface="Symbol" panose="05050102010706020507" pitchFamily="18" charset="2"/>
              </a:rPr>
              <a:t>H</a:t>
            </a:r>
            <a:r>
              <a:rPr lang="en-US" altLang="zh-CN" i="1" baseline="-25000" smtClean="0">
                <a:sym typeface="Symbol" panose="05050102010706020507" pitchFamily="18" charset="2"/>
              </a:rPr>
              <a:t>f</a:t>
            </a:r>
            <a:r>
              <a:rPr lang="en-US" altLang="zh-CN" baseline="30000" smtClean="0">
                <a:cs typeface="Arial" panose="020B0604020202020204" pitchFamily="34" charset="0"/>
              </a:rPr>
              <a:t>o</a:t>
            </a:r>
            <a:r>
              <a:rPr lang="en-US" altLang="zh-CN" i="1" baseline="-25000" smtClean="0">
                <a:sym typeface="Symbol" panose="05050102010706020507" pitchFamily="18" charset="2"/>
              </a:rPr>
              <a:t>,</a:t>
            </a:r>
            <a:r>
              <a:rPr lang="en-US" altLang="zh-CN" baseline="-25000" smtClean="0">
                <a:solidFill>
                  <a:srgbClr val="FF0000"/>
                </a:solidFill>
                <a:sym typeface="Symbol" panose="05050102010706020507" pitchFamily="18" charset="2"/>
              </a:rPr>
              <a:t>reactants</a:t>
            </a:r>
            <a:r>
              <a:rPr lang="en-US" altLang="zh-CN" smtClean="0">
                <a:sym typeface="Symbol" panose="05050102010706020507" pitchFamily="18" charset="2"/>
              </a:rPr>
              <a:t> </a:t>
            </a:r>
            <a:endParaRPr lang="en-US" altLang="zh-CN" smtClean="0"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  <a:buFontTx/>
              <a:buNone/>
            </a:pPr>
            <a:endParaRPr lang="en-US" altLang="zh-CN" smtClean="0"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mtClean="0">
                <a:sym typeface="Symbol" panose="05050102010706020507" pitchFamily="18" charset="2"/>
              </a:rPr>
              <a:t>	where </a:t>
            </a:r>
            <a:r>
              <a:rPr lang="en-US" altLang="zh-CN" i="1" smtClean="0">
                <a:sym typeface="Symbol" panose="05050102010706020507" pitchFamily="18" charset="2"/>
              </a:rPr>
              <a:t>n</a:t>
            </a:r>
            <a:r>
              <a:rPr lang="en-US" altLang="zh-CN" smtClean="0">
                <a:sym typeface="Symbol" panose="05050102010706020507" pitchFamily="18" charset="2"/>
              </a:rPr>
              <a:t> and </a:t>
            </a:r>
            <a:r>
              <a:rPr lang="en-US" altLang="zh-CN" i="1" smtClean="0">
                <a:sym typeface="Symbol" panose="05050102010706020507" pitchFamily="18" charset="2"/>
              </a:rPr>
              <a:t>m</a:t>
            </a:r>
            <a:r>
              <a:rPr lang="en-US" altLang="zh-CN" smtClean="0">
                <a:sym typeface="Symbol" panose="05050102010706020507" pitchFamily="18" charset="2"/>
              </a:rPr>
              <a:t> are the stoichiometric coefficients.</a:t>
            </a:r>
            <a:endParaRPr lang="en-US" altLang="zh-CN" smtClean="0"/>
          </a:p>
          <a:p>
            <a:pPr>
              <a:lnSpc>
                <a:spcPct val="90000"/>
              </a:lnSpc>
              <a:buFontTx/>
              <a:buNone/>
            </a:pPr>
            <a:endParaRPr lang="en-US" altLang="zh-CN" sz="2800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4691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smtClean="0">
                <a:solidFill>
                  <a:srgbClr val="C00000"/>
                </a:solidFill>
              </a:rPr>
              <a:t>Energy in Foods</a:t>
            </a:r>
            <a:endParaRPr lang="en-US" altLang="zh-CN" sz="3200" b="1" smtClean="0">
              <a:solidFill>
                <a:srgbClr val="C00000"/>
              </a:solidFill>
            </a:endParaRPr>
          </a:p>
        </p:txBody>
      </p:sp>
      <p:sp>
        <p:nvSpPr>
          <p:cNvPr id="102403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762000" y="1143000"/>
            <a:ext cx="7467600" cy="2362200"/>
          </a:xfrm>
        </p:spPr>
        <p:txBody>
          <a:bodyPr/>
          <a:lstStyle/>
          <a:p>
            <a:pPr>
              <a:buFontTx/>
              <a:buNone/>
            </a:pPr>
            <a:r>
              <a:rPr lang="en-US" altLang="zh-CN" sz="2800" smtClean="0"/>
              <a:t>	Most of the fuel in the food we eat comes from carbohydrates and fats.</a:t>
            </a:r>
            <a:endParaRPr lang="en-US" altLang="zh-CN" sz="2800" smtClean="0"/>
          </a:p>
        </p:txBody>
      </p:sp>
      <p:pic>
        <p:nvPicPr>
          <p:cNvPr id="102404" name="Picture 14" descr="05_04_Table_L"/>
          <p:cNvPicPr>
            <a:picLocks noChangeAspect="1" noChangeArrowheads="1"/>
          </p:cNvPicPr>
          <p:nvPr/>
        </p:nvPicPr>
        <p:blipFill>
          <a:blip r:embed="rId1">
            <a:lum bright="-6000" contras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7763" y="2133600"/>
            <a:ext cx="6808787" cy="472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smtClean="0">
                <a:solidFill>
                  <a:srgbClr val="C00000"/>
                </a:solidFill>
              </a:rPr>
              <a:t>Energy in Fuels</a:t>
            </a:r>
            <a:endParaRPr lang="en-US" altLang="zh-CN" sz="3200" b="1" smtClean="0">
              <a:solidFill>
                <a:srgbClr val="C00000"/>
              </a:solidFill>
            </a:endParaRPr>
          </a:p>
        </p:txBody>
      </p:sp>
      <p:sp>
        <p:nvSpPr>
          <p:cNvPr id="10342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76200" y="1981200"/>
            <a:ext cx="2971800" cy="4038600"/>
          </a:xfrm>
        </p:spPr>
        <p:txBody>
          <a:bodyPr/>
          <a:lstStyle/>
          <a:p>
            <a:pPr>
              <a:buFontTx/>
              <a:buNone/>
            </a:pPr>
            <a:r>
              <a:rPr lang="en-US" altLang="zh-CN" sz="2800" smtClean="0"/>
              <a:t>	The vast majority of the energy consumed in the USA comes from fossil fuels.</a:t>
            </a:r>
            <a:endParaRPr lang="en-US" altLang="zh-CN" sz="2800" smtClean="0"/>
          </a:p>
        </p:txBody>
      </p:sp>
      <p:pic>
        <p:nvPicPr>
          <p:cNvPr id="103428" name="Picture 23" descr="05_05_Table_L"/>
          <p:cNvPicPr>
            <a:picLocks noChangeAspect="1" noChangeArrowheads="1"/>
          </p:cNvPicPr>
          <p:nvPr/>
        </p:nvPicPr>
        <p:blipFill>
          <a:blip r:embed="rId1">
            <a:lum bright="-6000" contras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3575" y="1182688"/>
            <a:ext cx="5905500" cy="2751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429" name="Picture 24" descr="05_25_Figure_L"/>
          <p:cNvPicPr>
            <a:picLocks noChangeAspect="1" noChangeArrowheads="1"/>
          </p:cNvPicPr>
          <p:nvPr/>
        </p:nvPicPr>
        <p:blipFill>
          <a:blip r:embed="rId2">
            <a:lum bright="-6000" contras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7200" y="3933825"/>
            <a:ext cx="3257550" cy="290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Title 1"/>
          <p:cNvSpPr>
            <a:spLocks noGrp="1"/>
          </p:cNvSpPr>
          <p:nvPr>
            <p:ph type="ctrTitle"/>
          </p:nvPr>
        </p:nvSpPr>
        <p:spPr>
          <a:xfrm>
            <a:off x="685800" y="685800"/>
            <a:ext cx="7772400" cy="2914650"/>
          </a:xfrm>
        </p:spPr>
        <p:txBody>
          <a:bodyPr/>
          <a:lstStyle/>
          <a:p>
            <a:pPr algn="l" eaLnBrk="1" hangingPunct="1"/>
            <a:r>
              <a:rPr lang="en-US" altLang="zh-CN" dirty="0" smtClean="0">
                <a:latin typeface="Arial" panose="020B0604020202020204" pitchFamily="34" charset="0"/>
                <a:cs typeface="Arial" panose="020B0604020202020204" pitchFamily="34" charset="0"/>
              </a:rPr>
              <a:t>A substance’s specific heat is its heat capacity per</a:t>
            </a:r>
            <a:endParaRPr lang="en-US" altLang="zh-CN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5475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2667000"/>
          </a:xfrm>
        </p:spPr>
        <p:txBody>
          <a:bodyPr/>
          <a:lstStyle/>
          <a:p>
            <a:pPr marL="514350" indent="-514350" algn="l" eaLnBrk="1" hangingPunct="1">
              <a:buFont typeface="Arial" panose="020B0604020202020204" pitchFamily="34" charset="0"/>
              <a:buAutoNum type="alphaLcPeriod"/>
            </a:pPr>
            <a:r>
              <a:rPr lang="en-US" altLang="zh-CN" dirty="0" smtClean="0">
                <a:solidFill>
                  <a:srgbClr val="0D0D0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mole.</a:t>
            </a:r>
            <a:endParaRPr lang="en-US" altLang="zh-CN" dirty="0" smtClean="0">
              <a:solidFill>
                <a:srgbClr val="0D0D0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indent="-514350" algn="l" eaLnBrk="1" hangingPunct="1">
              <a:buFont typeface="Arial" panose="020B0604020202020204" pitchFamily="34" charset="0"/>
              <a:buAutoNum type="alphaLcPeriod" startAt="2"/>
            </a:pPr>
            <a:r>
              <a:rPr lang="en-US" altLang="zh-CN" dirty="0" smtClean="0">
                <a:solidFill>
                  <a:srgbClr val="0D0D0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gram.</a:t>
            </a:r>
            <a:endParaRPr lang="en-US" altLang="zh-CN" dirty="0" smtClean="0">
              <a:solidFill>
                <a:srgbClr val="0D0D0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indent="-514350" algn="l" eaLnBrk="1" hangingPunct="1">
              <a:buFont typeface="Arial" panose="020B0604020202020204" pitchFamily="34" charset="0"/>
              <a:buAutoNum type="alphaLcPeriod" startAt="3"/>
            </a:pPr>
            <a:r>
              <a:rPr lang="en-US" altLang="zh-CN" dirty="0" smtClean="0">
                <a:solidFill>
                  <a:srgbClr val="0D0D0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joule.</a:t>
            </a:r>
            <a:endParaRPr lang="en-US" altLang="zh-CN" dirty="0" smtClean="0">
              <a:solidFill>
                <a:srgbClr val="0D0D0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indent="-514350" algn="l" eaLnBrk="1" hangingPunct="1"/>
            <a:r>
              <a:rPr lang="en-US" altLang="zh-CN" dirty="0" smtClean="0">
                <a:solidFill>
                  <a:srgbClr val="0D0D0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d.	kelvin.</a:t>
            </a:r>
            <a:endParaRPr lang="en-US" altLang="zh-CN" dirty="0" smtClean="0">
              <a:solidFill>
                <a:srgbClr val="0D0D0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5476" name="PRS Question Icon" descr="PRS Question Icon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00" y="6223000"/>
            <a:ext cx="406400" cy="40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1403350" y="4560888"/>
            <a:ext cx="431800" cy="523875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Calibri" panose="020F0502020204030204" pitchFamily="34" charset="0"/>
                <a:ea typeface="PMingLiU" pitchFamily="18" charset="-12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Calibri" panose="020F0502020204030204" pitchFamily="34" charset="0"/>
                <a:ea typeface="PMingLiU" pitchFamily="18" charset="-12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Calibri" panose="020F0502020204030204" pitchFamily="34" charset="0"/>
                <a:ea typeface="PMingLiU" pitchFamily="18" charset="-12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Calibri" panose="020F0502020204030204" pitchFamily="34" charset="0"/>
                <a:ea typeface="PMingLiU" pitchFamily="18" charset="-12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Calibri" panose="020F0502020204030204" pitchFamily="34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Calibri" panose="020F0502020204030204" pitchFamily="34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Calibri" panose="020F0502020204030204" pitchFamily="34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Calibri" panose="020F0502020204030204" pitchFamily="34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Calibri" panose="020F0502020204030204" pitchFamily="34" charset="0"/>
                <a:ea typeface="PMingLiU" pitchFamily="18" charset="-120"/>
              </a:defRPr>
            </a:lvl9pPr>
          </a:lstStyle>
          <a:p>
            <a:pPr algn="ctr" eaLnBrk="1" hangingPunct="1">
              <a:spcBef>
                <a:spcPct val="20000"/>
              </a:spcBef>
              <a:buFont typeface="Arial" panose="020B0604020202020204" pitchFamily="34" charset="0"/>
              <a:buNone/>
            </a:pPr>
            <a:endParaRPr lang="en-US" altLang="zh-CN">
              <a:ea typeface="MS PGothic" panose="020B0600070205080204" charset="-128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Title 1"/>
          <p:cNvSpPr>
            <a:spLocks noGrp="1"/>
          </p:cNvSpPr>
          <p:nvPr>
            <p:ph type="ctrTitle"/>
          </p:nvPr>
        </p:nvSpPr>
        <p:spPr>
          <a:xfrm>
            <a:off x="685800" y="685800"/>
            <a:ext cx="7772400" cy="2914650"/>
          </a:xfrm>
        </p:spPr>
        <p:txBody>
          <a:bodyPr/>
          <a:lstStyle/>
          <a:p>
            <a:pPr algn="l" eaLnBrk="1" hangingPunct="1"/>
            <a:r>
              <a:rPr lang="en-US" altLang="zh-CN" smtClean="0">
                <a:latin typeface="Arial" panose="020B0604020202020204" pitchFamily="34" charset="0"/>
                <a:cs typeface="Arial" panose="020B0604020202020204" pitchFamily="34" charset="0"/>
              </a:rPr>
              <a:t>The standard enthalpy of formation of carbon in its graphite form is _______ kilojoules per mole.</a:t>
            </a:r>
            <a:endParaRPr lang="en-US" altLang="zh-CN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6499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2590800"/>
          </a:xfrm>
        </p:spPr>
        <p:txBody>
          <a:bodyPr/>
          <a:lstStyle/>
          <a:p>
            <a:pPr marL="514350" indent="-514350" algn="l" eaLnBrk="1" hangingPunct="1">
              <a:buFont typeface="Arial" panose="020B0604020202020204" pitchFamily="34" charset="0"/>
              <a:buAutoNum type="alphaLcPeriod"/>
            </a:pPr>
            <a:r>
              <a:rPr lang="en-US" altLang="zh-CN" smtClean="0">
                <a:solidFill>
                  <a:srgbClr val="0D0D0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100</a:t>
            </a:r>
            <a:endParaRPr lang="en-US" altLang="zh-CN" smtClean="0">
              <a:solidFill>
                <a:srgbClr val="0D0D0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indent="-514350" algn="l" eaLnBrk="1" hangingPunct="1">
              <a:buFont typeface="Arial" panose="020B0604020202020204" pitchFamily="34" charset="0"/>
              <a:buAutoNum type="alphaLcPeriod" startAt="2"/>
            </a:pPr>
            <a:r>
              <a:rPr lang="en-US" altLang="zh-CN" smtClean="0">
                <a:solidFill>
                  <a:srgbClr val="0D0D0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1000</a:t>
            </a:r>
            <a:endParaRPr lang="en-US" altLang="zh-CN" smtClean="0">
              <a:solidFill>
                <a:srgbClr val="0D0D0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indent="-514350" algn="l" eaLnBrk="1" hangingPunct="1">
              <a:buFont typeface="Arial" panose="020B0604020202020204" pitchFamily="34" charset="0"/>
              <a:buAutoNum type="alphaLcPeriod" startAt="3"/>
            </a:pPr>
            <a:r>
              <a:rPr lang="en-US" altLang="zh-CN" smtClean="0">
                <a:solidFill>
                  <a:srgbClr val="0D0D0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en-US" altLang="zh-CN" smtClean="0">
              <a:solidFill>
                <a:srgbClr val="0D0D0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indent="-514350" algn="l" eaLnBrk="1" hangingPunct="1"/>
            <a:r>
              <a:rPr lang="en-US" altLang="zh-CN" smtClean="0">
                <a:solidFill>
                  <a:srgbClr val="0D0D0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d.	0</a:t>
            </a:r>
            <a:endParaRPr lang="en-US" altLang="zh-CN" smtClean="0">
              <a:solidFill>
                <a:srgbClr val="0D0D0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6500" name="PRS Question Icon" descr="PRS Question Icon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00" y="6223000"/>
            <a:ext cx="406400" cy="40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1403350" y="5713413"/>
            <a:ext cx="431800" cy="523875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Calibri" panose="020F0502020204030204" pitchFamily="34" charset="0"/>
                <a:ea typeface="PMingLiU" pitchFamily="18" charset="-12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Calibri" panose="020F0502020204030204" pitchFamily="34" charset="0"/>
                <a:ea typeface="PMingLiU" pitchFamily="18" charset="-12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Calibri" panose="020F0502020204030204" pitchFamily="34" charset="0"/>
                <a:ea typeface="PMingLiU" pitchFamily="18" charset="-12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Calibri" panose="020F0502020204030204" pitchFamily="34" charset="0"/>
                <a:ea typeface="PMingLiU" pitchFamily="18" charset="-12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Calibri" panose="020F0502020204030204" pitchFamily="34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Calibri" panose="020F0502020204030204" pitchFamily="34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Calibri" panose="020F0502020204030204" pitchFamily="34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Calibri" panose="020F0502020204030204" pitchFamily="34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Calibri" panose="020F0502020204030204" pitchFamily="34" charset="0"/>
                <a:ea typeface="PMingLiU" pitchFamily="18" charset="-120"/>
              </a:defRPr>
            </a:lvl9pPr>
          </a:lstStyle>
          <a:p>
            <a:pPr algn="ctr" eaLnBrk="1" hangingPunct="1">
              <a:spcBef>
                <a:spcPct val="20000"/>
              </a:spcBef>
              <a:buFont typeface="Arial" panose="020B0604020202020204" pitchFamily="34" charset="0"/>
              <a:buNone/>
            </a:pPr>
            <a:endParaRPr lang="en-US" altLang="zh-CN">
              <a:ea typeface="MS PGothic" panose="020B0600070205080204" charset="-128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Title 1"/>
          <p:cNvSpPr>
            <a:spLocks noGrp="1"/>
          </p:cNvSpPr>
          <p:nvPr>
            <p:ph type="ctrTitle"/>
          </p:nvPr>
        </p:nvSpPr>
        <p:spPr>
          <a:xfrm>
            <a:off x="685800" y="228600"/>
            <a:ext cx="7772400" cy="3886200"/>
          </a:xfrm>
        </p:spPr>
        <p:txBody>
          <a:bodyPr/>
          <a:lstStyle/>
          <a:p>
            <a:pPr algn="l" eaLnBrk="1" hangingPunct="1"/>
            <a:r>
              <a:rPr lang="en-US" altLang="zh-CN" smtClean="0">
                <a:latin typeface="Arial" panose="020B0604020202020204" pitchFamily="34" charset="0"/>
                <a:cs typeface="Arial" panose="020B0604020202020204" pitchFamily="34" charset="0"/>
              </a:rPr>
              <a:t>The standard enthalpy of formation of carbon in its diamond form is +1.88 kJ/mole, which means that diamond is _______ graphite.</a:t>
            </a:r>
            <a:endParaRPr lang="en-US" altLang="zh-CN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7523" name="Subtitle 2"/>
          <p:cNvSpPr>
            <a:spLocks noGrp="1"/>
          </p:cNvSpPr>
          <p:nvPr>
            <p:ph type="subTitle" idx="1"/>
          </p:nvPr>
        </p:nvSpPr>
        <p:spPr>
          <a:xfrm>
            <a:off x="1371600" y="4267200"/>
            <a:ext cx="6400800" cy="2362200"/>
          </a:xfrm>
        </p:spPr>
        <p:txBody>
          <a:bodyPr/>
          <a:lstStyle/>
          <a:p>
            <a:pPr marL="514350" indent="-514350" algn="l" eaLnBrk="1" hangingPunct="1">
              <a:buFont typeface="Arial" panose="020B0604020202020204" pitchFamily="34" charset="0"/>
              <a:buAutoNum type="alphaLcPeriod"/>
            </a:pPr>
            <a:r>
              <a:rPr lang="en-US" altLang="zh-CN" smtClean="0">
                <a:solidFill>
                  <a:srgbClr val="0D0D0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 stable as</a:t>
            </a:r>
            <a:endParaRPr lang="en-US" altLang="zh-CN" smtClean="0">
              <a:solidFill>
                <a:srgbClr val="0D0D0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indent="-514350" algn="l" eaLnBrk="1" hangingPunct="1">
              <a:buFont typeface="Arial" panose="020B0604020202020204" pitchFamily="34" charset="0"/>
              <a:buAutoNum type="alphaLcPeriod" startAt="2"/>
            </a:pPr>
            <a:r>
              <a:rPr lang="en-US" altLang="zh-CN" smtClean="0">
                <a:solidFill>
                  <a:srgbClr val="0D0D0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more stable than</a:t>
            </a:r>
            <a:endParaRPr lang="en-US" altLang="zh-CN" smtClean="0">
              <a:solidFill>
                <a:srgbClr val="0D0D0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indent="-514350" algn="l" eaLnBrk="1" hangingPunct="1">
              <a:buFont typeface="Arial" panose="020B0604020202020204" pitchFamily="34" charset="0"/>
              <a:buAutoNum type="alphaLcPeriod" startAt="3"/>
            </a:pPr>
            <a:r>
              <a:rPr lang="en-US" altLang="zh-CN" smtClean="0">
                <a:solidFill>
                  <a:srgbClr val="0D0D0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less stable than</a:t>
            </a:r>
            <a:endParaRPr lang="en-US" altLang="zh-CN" smtClean="0">
              <a:solidFill>
                <a:srgbClr val="0D0D0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indent="-514350" algn="l" eaLnBrk="1" hangingPunct="1"/>
            <a:r>
              <a:rPr lang="en-US" altLang="zh-CN" smtClean="0">
                <a:solidFill>
                  <a:srgbClr val="0D0D0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d.	an isotope of</a:t>
            </a:r>
            <a:endParaRPr lang="en-US" altLang="zh-CN" smtClean="0">
              <a:solidFill>
                <a:srgbClr val="0D0D0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7524" name="PRS Question Icon" descr="PRS Question Icon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00" y="6223000"/>
            <a:ext cx="406400" cy="40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1403350" y="5497513"/>
            <a:ext cx="431800" cy="523875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Calibri" panose="020F0502020204030204" pitchFamily="34" charset="0"/>
                <a:ea typeface="PMingLiU" pitchFamily="18" charset="-12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Calibri" panose="020F0502020204030204" pitchFamily="34" charset="0"/>
                <a:ea typeface="PMingLiU" pitchFamily="18" charset="-12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Calibri" panose="020F0502020204030204" pitchFamily="34" charset="0"/>
                <a:ea typeface="PMingLiU" pitchFamily="18" charset="-12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Calibri" panose="020F0502020204030204" pitchFamily="34" charset="0"/>
                <a:ea typeface="PMingLiU" pitchFamily="18" charset="-12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Calibri" panose="020F0502020204030204" pitchFamily="34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Calibri" panose="020F0502020204030204" pitchFamily="34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Calibri" panose="020F0502020204030204" pitchFamily="34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Calibri" panose="020F0502020204030204" pitchFamily="34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Calibri" panose="020F0502020204030204" pitchFamily="34" charset="0"/>
                <a:ea typeface="PMingLiU" pitchFamily="18" charset="-120"/>
              </a:defRPr>
            </a:lvl9pPr>
          </a:lstStyle>
          <a:p>
            <a:pPr algn="ctr" eaLnBrk="1" hangingPunct="1">
              <a:spcBef>
                <a:spcPct val="20000"/>
              </a:spcBef>
              <a:buFont typeface="Arial" panose="020B0604020202020204" pitchFamily="34" charset="0"/>
              <a:buNone/>
            </a:pPr>
            <a:endParaRPr lang="en-US" altLang="zh-CN">
              <a:ea typeface="MS PGothic" panose="020B0600070205080204" charset="-128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Title 1"/>
          <p:cNvSpPr>
            <a:spLocks noGrp="1"/>
          </p:cNvSpPr>
          <p:nvPr>
            <p:ph type="ctrTitle"/>
          </p:nvPr>
        </p:nvSpPr>
        <p:spPr>
          <a:xfrm>
            <a:off x="685800" y="609600"/>
            <a:ext cx="7772400" cy="2990850"/>
          </a:xfrm>
        </p:spPr>
        <p:txBody>
          <a:bodyPr/>
          <a:lstStyle/>
          <a:p>
            <a:pPr algn="l" eaLnBrk="1" hangingPunct="1"/>
            <a:r>
              <a:rPr lang="en-US" altLang="zh-CN" smtClean="0">
                <a:latin typeface="Arial" panose="020B0604020202020204" pitchFamily="34" charset="0"/>
                <a:cs typeface="Arial" panose="020B0604020202020204" pitchFamily="34" charset="0"/>
              </a:rPr>
              <a:t>2 H</a:t>
            </a:r>
            <a:r>
              <a:rPr lang="en-US" altLang="zh-CN" baseline="-25000" smtClean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altLang="zh-CN" smtClean="0">
                <a:latin typeface="Arial" panose="020B0604020202020204" pitchFamily="34" charset="0"/>
                <a:cs typeface="Arial" panose="020B0604020202020204" pitchFamily="34" charset="0"/>
              </a:rPr>
              <a:t> + O</a:t>
            </a:r>
            <a:r>
              <a:rPr lang="en-US" altLang="zh-CN" baseline="-25000" smtClean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altLang="zh-CN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mtClean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 2 H</a:t>
            </a:r>
            <a:r>
              <a:rPr lang="en-US" altLang="zh-CN" baseline="-25000" smtClean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2</a:t>
            </a:r>
            <a:r>
              <a:rPr lang="en-US" altLang="zh-CN" smtClean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O</a:t>
            </a:r>
            <a:br>
              <a:rPr lang="en-US" altLang="zh-CN" smtClean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</a:br>
            <a:r>
              <a:rPr lang="en-US" altLang="zh-CN" smtClean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If the reaction above releases 483.6 kJ, then the standard enthalpy of formation of H</a:t>
            </a:r>
            <a:r>
              <a:rPr lang="en-US" altLang="zh-CN" baseline="-25000" smtClean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2</a:t>
            </a:r>
            <a:r>
              <a:rPr lang="en-US" altLang="zh-CN" smtClean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O =</a:t>
            </a:r>
            <a:endParaRPr lang="en-US" altLang="zh-CN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8547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2514600"/>
          </a:xfrm>
        </p:spPr>
        <p:txBody>
          <a:bodyPr/>
          <a:lstStyle/>
          <a:p>
            <a:pPr marL="514350" indent="-514350" algn="l" eaLnBrk="1" hangingPunct="1">
              <a:buFont typeface="Arial" panose="020B0604020202020204" pitchFamily="34" charset="0"/>
              <a:buAutoNum type="alphaLcPeriod"/>
            </a:pPr>
            <a:r>
              <a:rPr lang="en-US" altLang="zh-CN" smtClean="0">
                <a:solidFill>
                  <a:srgbClr val="0D0D0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–483.6 kJ/mole.</a:t>
            </a:r>
            <a:endParaRPr lang="en-US" altLang="zh-CN" smtClean="0">
              <a:solidFill>
                <a:srgbClr val="0D0D0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indent="-514350" algn="l" eaLnBrk="1" hangingPunct="1">
              <a:buFont typeface="Arial" panose="020B0604020202020204" pitchFamily="34" charset="0"/>
              <a:buAutoNum type="alphaLcPeriod" startAt="2"/>
            </a:pPr>
            <a:r>
              <a:rPr lang="en-US" altLang="zh-CN" smtClean="0">
                <a:solidFill>
                  <a:srgbClr val="0D0D0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+483.6 kJ/mole.</a:t>
            </a:r>
            <a:endParaRPr lang="en-US" altLang="zh-CN" smtClean="0">
              <a:solidFill>
                <a:srgbClr val="0D0D0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indent="-514350" algn="l" eaLnBrk="1" hangingPunct="1">
              <a:buFont typeface="Arial" panose="020B0604020202020204" pitchFamily="34" charset="0"/>
              <a:buAutoNum type="alphaLcPeriod" startAt="3"/>
            </a:pPr>
            <a:r>
              <a:rPr lang="en-US" altLang="zh-CN" smtClean="0">
                <a:solidFill>
                  <a:srgbClr val="0D0D0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–241.8 kJ/mole.</a:t>
            </a:r>
            <a:endParaRPr lang="en-US" altLang="zh-CN" smtClean="0">
              <a:solidFill>
                <a:srgbClr val="0D0D0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indent="-514350" algn="l" eaLnBrk="1" hangingPunct="1"/>
            <a:r>
              <a:rPr lang="en-US" altLang="zh-CN" smtClean="0">
                <a:solidFill>
                  <a:srgbClr val="0D0D0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d.	+241.8 kJ/mole.</a:t>
            </a:r>
            <a:endParaRPr lang="en-US" altLang="zh-CN" smtClean="0">
              <a:solidFill>
                <a:srgbClr val="0D0D0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8548" name="PRS Question Icon" descr="PRS Question Icon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00" y="6223000"/>
            <a:ext cx="406400" cy="40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1403350" y="5137150"/>
            <a:ext cx="431800" cy="523875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Calibri" panose="020F0502020204030204" pitchFamily="34" charset="0"/>
                <a:ea typeface="PMingLiU" pitchFamily="18" charset="-12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Calibri" panose="020F0502020204030204" pitchFamily="34" charset="0"/>
                <a:ea typeface="PMingLiU" pitchFamily="18" charset="-12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Calibri" panose="020F0502020204030204" pitchFamily="34" charset="0"/>
                <a:ea typeface="PMingLiU" pitchFamily="18" charset="-12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Calibri" panose="020F0502020204030204" pitchFamily="34" charset="0"/>
                <a:ea typeface="PMingLiU" pitchFamily="18" charset="-12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Calibri" panose="020F0502020204030204" pitchFamily="34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Calibri" panose="020F0502020204030204" pitchFamily="34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Calibri" panose="020F0502020204030204" pitchFamily="34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Calibri" panose="020F0502020204030204" pitchFamily="34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Calibri" panose="020F0502020204030204" pitchFamily="34" charset="0"/>
                <a:ea typeface="PMingLiU" pitchFamily="18" charset="-120"/>
              </a:defRPr>
            </a:lvl9pPr>
          </a:lstStyle>
          <a:p>
            <a:pPr algn="ctr" eaLnBrk="1" hangingPunct="1">
              <a:spcBef>
                <a:spcPct val="20000"/>
              </a:spcBef>
              <a:buFont typeface="Arial" panose="020B0604020202020204" pitchFamily="34" charset="0"/>
              <a:buNone/>
            </a:pPr>
            <a:endParaRPr lang="en-US" altLang="zh-CN">
              <a:ea typeface="MS PGothic" panose="020B0600070205080204" charset="-128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927225"/>
            <a:ext cx="8229600" cy="4525963"/>
          </a:xfrm>
        </p:spPr>
        <p:txBody>
          <a:bodyPr/>
          <a:lstStyle/>
          <a:p>
            <a:pPr marL="609600" indent="-609600" eaLnBrk="1" hangingPunct="1">
              <a:buFontTx/>
              <a:buAutoNum type="alphaUcPeriod"/>
            </a:pPr>
            <a:r>
              <a:rPr lang="en-US" altLang="zh-CN" sz="2600" smtClean="0"/>
              <a:t>It is easily stored as a gas for a long time.</a:t>
            </a:r>
            <a:endParaRPr lang="en-US" altLang="zh-CN" sz="2600" smtClean="0"/>
          </a:p>
          <a:p>
            <a:pPr marL="609600" indent="-609600" eaLnBrk="1" hangingPunct="1">
              <a:buFontTx/>
              <a:buAutoNum type="alphaUcPeriod"/>
            </a:pPr>
            <a:r>
              <a:rPr lang="en-US" altLang="zh-CN" sz="2600" smtClean="0"/>
              <a:t>Its product of combustion is only H</a:t>
            </a:r>
            <a:r>
              <a:rPr lang="en-US" altLang="zh-CN" sz="2600" baseline="-25000" smtClean="0"/>
              <a:t>2</a:t>
            </a:r>
            <a:r>
              <a:rPr lang="en-US" altLang="zh-CN" sz="2600" smtClean="0"/>
              <a:t>O(g).</a:t>
            </a:r>
            <a:endParaRPr lang="en-US" altLang="zh-CN" sz="2600" smtClean="0"/>
          </a:p>
          <a:p>
            <a:pPr marL="609600" indent="-609600" eaLnBrk="1" hangingPunct="1">
              <a:buFontTx/>
              <a:buAutoNum type="alphaUcPeriod"/>
            </a:pPr>
            <a:r>
              <a:rPr lang="en-US" altLang="zh-CN" sz="2600" smtClean="0"/>
              <a:t>Safety considerations using hydrogen gas are minimal.</a:t>
            </a:r>
            <a:endParaRPr lang="en-US" altLang="zh-CN" sz="2600" smtClean="0"/>
          </a:p>
          <a:p>
            <a:pPr marL="609600" indent="-609600" eaLnBrk="1" hangingPunct="1">
              <a:buFontTx/>
              <a:buAutoNum type="alphaUcPeriod"/>
            </a:pPr>
            <a:r>
              <a:rPr lang="en-US" altLang="zh-CN" sz="2600" smtClean="0"/>
              <a:t>It is easily found in nature as an element.</a:t>
            </a:r>
            <a:endParaRPr lang="en-US" altLang="zh-CN" sz="2600" smtClean="0"/>
          </a:p>
          <a:p>
            <a:pPr marL="609600" indent="-609600" eaLnBrk="1" hangingPunct="1">
              <a:buFontTx/>
              <a:buAutoNum type="alphaUcPeriod"/>
            </a:pPr>
            <a:endParaRPr lang="en-US" altLang="zh-CN" sz="2600" smtClean="0"/>
          </a:p>
        </p:txBody>
      </p:sp>
      <p:pic>
        <p:nvPicPr>
          <p:cNvPr id="109571" name="Picture 5" descr="05_GIST-04_pg191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200" y="411163"/>
            <a:ext cx="8335963" cy="1271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9572" name="PRS Question Icon" descr="PRS Question Icon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00" y="6223000"/>
            <a:ext cx="406400" cy="40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468313" y="2349500"/>
            <a:ext cx="431800" cy="523875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Calibri" panose="020F0502020204030204" pitchFamily="34" charset="0"/>
                <a:ea typeface="PMingLiU" pitchFamily="18" charset="-12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Calibri" panose="020F0502020204030204" pitchFamily="34" charset="0"/>
                <a:ea typeface="PMingLiU" pitchFamily="18" charset="-12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Calibri" panose="020F0502020204030204" pitchFamily="34" charset="0"/>
                <a:ea typeface="PMingLiU" pitchFamily="18" charset="-12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Calibri" panose="020F0502020204030204" pitchFamily="34" charset="0"/>
                <a:ea typeface="PMingLiU" pitchFamily="18" charset="-12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Calibri" panose="020F0502020204030204" pitchFamily="34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Calibri" panose="020F0502020204030204" pitchFamily="34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Calibri" panose="020F0502020204030204" pitchFamily="34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Calibri" panose="020F0502020204030204" pitchFamily="34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Calibri" panose="020F0502020204030204" pitchFamily="34" charset="0"/>
                <a:ea typeface="PMingLiU" pitchFamily="18" charset="-120"/>
              </a:defRPr>
            </a:lvl9pPr>
          </a:lstStyle>
          <a:p>
            <a:pPr algn="ctr" eaLnBrk="1" hangingPunct="1">
              <a:spcBef>
                <a:spcPct val="20000"/>
              </a:spcBef>
              <a:buFont typeface="Arial" panose="020B0604020202020204" pitchFamily="34" charset="0"/>
              <a:buNone/>
            </a:pPr>
            <a:endParaRPr lang="en-US" altLang="zh-CN">
              <a:ea typeface="MS PGothic" panose="020B0600070205080204" charset="-128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Title 1"/>
          <p:cNvSpPr>
            <a:spLocks noGrp="1"/>
          </p:cNvSpPr>
          <p:nvPr>
            <p:ph type="ctrTitle"/>
          </p:nvPr>
        </p:nvSpPr>
        <p:spPr>
          <a:xfrm>
            <a:off x="685800" y="685800"/>
            <a:ext cx="7848600" cy="2914650"/>
          </a:xfrm>
        </p:spPr>
        <p:txBody>
          <a:bodyPr/>
          <a:lstStyle/>
          <a:p>
            <a:pPr algn="l" eaLnBrk="1" hangingPunct="1"/>
            <a:r>
              <a:rPr lang="en-US" altLang="zh-CN" smtClean="0">
                <a:latin typeface="Arial" panose="020B0604020202020204" pitchFamily="34" charset="0"/>
                <a:cs typeface="Arial" panose="020B0604020202020204" pitchFamily="34" charset="0"/>
              </a:rPr>
              <a:t>The average fuel values for proteins, carbohydrates, and fats are, respectively, </a:t>
            </a:r>
            <a:br>
              <a:rPr lang="en-US" altLang="zh-CN" smtClean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zh-CN" smtClean="0">
                <a:latin typeface="Arial" panose="020B0604020202020204" pitchFamily="34" charset="0"/>
                <a:cs typeface="Arial" panose="020B0604020202020204" pitchFamily="34" charset="0"/>
              </a:rPr>
              <a:t>_______ kilocalories per gram.</a:t>
            </a:r>
            <a:endParaRPr lang="en-US" altLang="zh-CN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0595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2590800"/>
          </a:xfrm>
        </p:spPr>
        <p:txBody>
          <a:bodyPr/>
          <a:lstStyle/>
          <a:p>
            <a:pPr marL="514350" indent="-514350" algn="l" eaLnBrk="1" hangingPunct="1">
              <a:buFont typeface="Arial" panose="020B0604020202020204" pitchFamily="34" charset="0"/>
              <a:buAutoNum type="alphaLcPeriod"/>
            </a:pPr>
            <a:r>
              <a:rPr lang="en-US" altLang="zh-CN" smtClean="0">
                <a:solidFill>
                  <a:srgbClr val="0D0D0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4, 4, and 4</a:t>
            </a:r>
            <a:endParaRPr lang="en-US" altLang="zh-CN" smtClean="0">
              <a:solidFill>
                <a:srgbClr val="0D0D0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indent="-514350" algn="l" eaLnBrk="1" hangingPunct="1">
              <a:buFont typeface="Arial" panose="020B0604020202020204" pitchFamily="34" charset="0"/>
              <a:buAutoNum type="alphaLcPeriod" startAt="2"/>
            </a:pPr>
            <a:r>
              <a:rPr lang="en-US" altLang="zh-CN" smtClean="0">
                <a:solidFill>
                  <a:srgbClr val="0D0D0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4, 4, and 9</a:t>
            </a:r>
            <a:endParaRPr lang="en-US" altLang="zh-CN" smtClean="0">
              <a:solidFill>
                <a:srgbClr val="0D0D0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indent="-514350" algn="l" eaLnBrk="1" hangingPunct="1">
              <a:buFont typeface="Arial" panose="020B0604020202020204" pitchFamily="34" charset="0"/>
              <a:buAutoNum type="alphaLcPeriod" startAt="3"/>
            </a:pPr>
            <a:r>
              <a:rPr lang="en-US" altLang="zh-CN" smtClean="0">
                <a:solidFill>
                  <a:srgbClr val="0D0D0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4, 9, and 4</a:t>
            </a:r>
            <a:endParaRPr lang="en-US" altLang="zh-CN" smtClean="0">
              <a:solidFill>
                <a:srgbClr val="0D0D0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indent="-514350" algn="l" eaLnBrk="1" hangingPunct="1"/>
            <a:r>
              <a:rPr lang="en-US" altLang="zh-CN" smtClean="0">
                <a:solidFill>
                  <a:srgbClr val="0D0D0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d.	9, 4, and 4</a:t>
            </a:r>
            <a:endParaRPr lang="en-US" altLang="zh-CN" smtClean="0">
              <a:solidFill>
                <a:srgbClr val="0D0D0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0596" name="PRS Question Icon" descr="PRS Question Icon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00" y="6223000"/>
            <a:ext cx="406400" cy="40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1403350" y="4560888"/>
            <a:ext cx="431800" cy="523875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Calibri" panose="020F0502020204030204" pitchFamily="34" charset="0"/>
                <a:ea typeface="PMingLiU" pitchFamily="18" charset="-12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Calibri" panose="020F0502020204030204" pitchFamily="34" charset="0"/>
                <a:ea typeface="PMingLiU" pitchFamily="18" charset="-12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Calibri" panose="020F0502020204030204" pitchFamily="34" charset="0"/>
                <a:ea typeface="PMingLiU" pitchFamily="18" charset="-12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Calibri" panose="020F0502020204030204" pitchFamily="34" charset="0"/>
                <a:ea typeface="PMingLiU" pitchFamily="18" charset="-12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Calibri" panose="020F0502020204030204" pitchFamily="34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Calibri" panose="020F0502020204030204" pitchFamily="34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Calibri" panose="020F0502020204030204" pitchFamily="34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Calibri" panose="020F0502020204030204" pitchFamily="34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Calibri" panose="020F0502020204030204" pitchFamily="34" charset="0"/>
                <a:ea typeface="PMingLiU" pitchFamily="18" charset="-120"/>
              </a:defRPr>
            </a:lvl9pPr>
          </a:lstStyle>
          <a:p>
            <a:pPr algn="ctr" eaLnBrk="1" hangingPunct="1">
              <a:spcBef>
                <a:spcPct val="20000"/>
              </a:spcBef>
              <a:buFont typeface="Arial" panose="020B0604020202020204" pitchFamily="34" charset="0"/>
              <a:buNone/>
            </a:pPr>
            <a:endParaRPr lang="en-US" altLang="zh-CN">
              <a:ea typeface="MS PGothic" panose="020B0600070205080204" charset="-128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smtClean="0">
                <a:solidFill>
                  <a:srgbClr val="C00000"/>
                </a:solidFill>
              </a:rPr>
              <a:t>Energy</a:t>
            </a:r>
            <a:endParaRPr lang="en-US" altLang="zh-CN" sz="3200" b="1" smtClean="0">
              <a:solidFill>
                <a:srgbClr val="C00000"/>
              </a:solidFill>
            </a:endParaRP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19100" y="1600200"/>
            <a:ext cx="8305800" cy="2895600"/>
          </a:xfrm>
        </p:spPr>
        <p:txBody>
          <a:bodyPr/>
          <a:lstStyle/>
          <a:p>
            <a:pPr marL="0" indent="0">
              <a:lnSpc>
                <a:spcPct val="90000"/>
              </a:lnSpc>
              <a:buNone/>
            </a:pPr>
            <a:r>
              <a:rPr lang="en-US" altLang="zh-CN" b="1" dirty="0" smtClean="0"/>
              <a:t>Chemical Energy</a:t>
            </a:r>
            <a:endParaRPr lang="en-US" altLang="zh-CN" b="1" dirty="0" smtClean="0"/>
          </a:p>
          <a:p>
            <a:pPr marL="0" indent="0">
              <a:lnSpc>
                <a:spcPct val="90000"/>
              </a:lnSpc>
              <a:buNone/>
            </a:pPr>
            <a:endParaRPr lang="en-US" altLang="zh-CN" sz="3200" b="1" dirty="0"/>
          </a:p>
          <a:p>
            <a:pPr marL="0" indent="0">
              <a:lnSpc>
                <a:spcPct val="90000"/>
              </a:lnSpc>
              <a:buNone/>
            </a:pPr>
            <a:r>
              <a:rPr lang="en-US" altLang="zh-CN" dirty="0" smtClean="0"/>
              <a:t>     </a:t>
            </a:r>
            <a:r>
              <a:rPr lang="en-US" altLang="zh-CN" u="sng" dirty="0" smtClean="0"/>
              <a:t>Breaking</a:t>
            </a:r>
            <a:r>
              <a:rPr lang="en-US" altLang="zh-CN" dirty="0" smtClean="0"/>
              <a:t> old </a:t>
            </a:r>
            <a:r>
              <a:rPr lang="en-US" altLang="zh-CN" dirty="0" smtClean="0">
                <a:solidFill>
                  <a:srgbClr val="FF0000"/>
                </a:solidFill>
              </a:rPr>
              <a:t>bond(s)</a:t>
            </a:r>
            <a:r>
              <a:rPr lang="en-US" altLang="zh-CN" dirty="0" smtClean="0"/>
              <a:t> in the reactants</a:t>
            </a:r>
            <a:endParaRPr lang="en-US" altLang="zh-CN" dirty="0" smtClean="0"/>
          </a:p>
          <a:p>
            <a:pPr marL="0" indent="0">
              <a:lnSpc>
                <a:spcPct val="90000"/>
              </a:lnSpc>
              <a:buNone/>
            </a:pPr>
            <a:endParaRPr lang="en-US" altLang="zh-CN" dirty="0" smtClean="0"/>
          </a:p>
          <a:p>
            <a:pPr marL="0" indent="0">
              <a:lnSpc>
                <a:spcPct val="90000"/>
              </a:lnSpc>
              <a:buNone/>
            </a:pPr>
            <a:endParaRPr lang="en-US" altLang="zh-CN" dirty="0"/>
          </a:p>
          <a:p>
            <a:pPr marL="0" indent="0">
              <a:lnSpc>
                <a:spcPct val="90000"/>
              </a:lnSpc>
              <a:buNone/>
            </a:pPr>
            <a:endParaRPr lang="en-US" altLang="zh-CN" dirty="0"/>
          </a:p>
          <a:p>
            <a:pPr marL="0" indent="0">
              <a:lnSpc>
                <a:spcPct val="90000"/>
              </a:lnSpc>
              <a:buNone/>
            </a:pPr>
            <a:r>
              <a:rPr lang="en-US" altLang="zh-CN" dirty="0" smtClean="0"/>
              <a:t>     while </a:t>
            </a:r>
            <a:r>
              <a:rPr lang="en-US" altLang="zh-CN" u="sng" dirty="0" smtClean="0"/>
              <a:t>making</a:t>
            </a:r>
            <a:r>
              <a:rPr lang="en-US" altLang="zh-CN" dirty="0" smtClean="0"/>
              <a:t> new </a:t>
            </a:r>
            <a:r>
              <a:rPr lang="en-US" altLang="zh-CN" dirty="0" smtClean="0">
                <a:solidFill>
                  <a:srgbClr val="FF0000"/>
                </a:solidFill>
              </a:rPr>
              <a:t>bond(s)</a:t>
            </a:r>
            <a:r>
              <a:rPr lang="en-US" altLang="zh-CN" dirty="0" smtClean="0"/>
              <a:t> in the products </a:t>
            </a:r>
            <a:endParaRPr lang="en-US" altLang="zh-CN" sz="3200" dirty="0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extBox 3"/>
          <p:cNvSpPr txBox="1">
            <a:spLocks noChangeArrowheads="1"/>
          </p:cNvSpPr>
          <p:nvPr/>
        </p:nvSpPr>
        <p:spPr bwMode="auto">
          <a:xfrm>
            <a:off x="4906963" y="685800"/>
            <a:ext cx="35052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1pPr>
            <a:lvl2pPr marL="742950" indent="-285750"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2pPr>
            <a:lvl3pPr marL="1143000" indent="-228600"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3pPr>
            <a:lvl4pPr marL="1600200" indent="-228600"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4pPr>
            <a:lvl5pPr marL="2057400" indent="-228600"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9pPr>
          </a:lstStyle>
          <a:p>
            <a:r>
              <a:rPr lang="en-US" altLang="en-US" sz="2800" b="0">
                <a:solidFill>
                  <a:schemeClr val="tx1"/>
                </a:solidFill>
              </a:rPr>
              <a:t>Lecture Presentation</a:t>
            </a:r>
            <a:endParaRPr lang="en-US" altLang="en-US" sz="2800" b="0">
              <a:solidFill>
                <a:schemeClr val="tx1"/>
              </a:solidFill>
            </a:endParaRPr>
          </a:p>
        </p:txBody>
      </p:sp>
      <p:pic>
        <p:nvPicPr>
          <p:cNvPr id="9222" name="Picture 1" descr="BROW0417_13_ecat.jp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 bwMode="auto">
          <a:xfrm>
            <a:off x="228600" y="736303"/>
            <a:ext cx="4227513" cy="5309193"/>
          </a:xfrm>
          <a:prstGeom prst="rect">
            <a:avLst/>
          </a:prstGeom>
          <a:noFill/>
          <a:ln w="3175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itle 1"/>
          <p:cNvSpPr txBox="1"/>
          <p:nvPr/>
        </p:nvSpPr>
        <p:spPr bwMode="auto">
          <a:xfrm>
            <a:off x="4495800" y="1447800"/>
            <a:ext cx="4572000" cy="243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charset="-128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charset="-128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charset="-128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charset="-128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charset="-128"/>
              </a:defRPr>
            </a:lvl9pPr>
          </a:lstStyle>
          <a:p>
            <a:r>
              <a:rPr lang="en-US" sz="3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Chapter 6</a:t>
            </a:r>
            <a:br>
              <a:rPr lang="en-US" sz="3400" b="1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3400" b="1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3600" dirty="0">
                <a:solidFill>
                  <a:srgbClr val="0000FF"/>
                </a:solidFill>
              </a:rPr>
              <a:t>Electronic Structure </a:t>
            </a:r>
            <a:r>
              <a:rPr lang="en-US" altLang="en-US" sz="3600" dirty="0"/>
              <a:t>of </a:t>
            </a:r>
            <a:r>
              <a:rPr lang="en-US" altLang="en-US" sz="3600" dirty="0" smtClean="0"/>
              <a:t>Atoms</a:t>
            </a:r>
            <a:endParaRPr lang="en-US" altLang="en-US" sz="3600" dirty="0" smtClean="0"/>
          </a:p>
          <a:p>
            <a:endParaRPr lang="en-US" altLang="en-US" sz="3600" dirty="0"/>
          </a:p>
          <a:p>
            <a:r>
              <a:rPr lang="en-US" altLang="zh-CN" sz="3600" dirty="0" smtClean="0">
                <a:solidFill>
                  <a:srgbClr val="FF0000"/>
                </a:solidFill>
              </a:rPr>
              <a:t>Electronic configuration</a:t>
            </a:r>
            <a:endParaRPr lang="en-US" altLang="en-US" sz="3600" dirty="0">
              <a:solidFill>
                <a:srgbClr val="FF0000"/>
              </a:solidFill>
            </a:endParaRPr>
          </a:p>
        </p:txBody>
      </p:sp>
      <p:sp>
        <p:nvSpPr>
          <p:cNvPr id="10" name="Oval 9"/>
          <p:cNvSpPr/>
          <p:nvPr/>
        </p:nvSpPr>
        <p:spPr bwMode="auto">
          <a:xfrm>
            <a:off x="7848600" y="5715000"/>
            <a:ext cx="1143000" cy="1066800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1440" tIns="45720" rIns="91440" bIns="45720" numCol="1" rtlCol="0" anchor="t" anchorCtr="0" compatLnSpc="1">
            <a:sp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rgbClr val="C82E32"/>
              </a:solidFill>
              <a:effectLst/>
              <a:latin typeface="Arial" panose="020B0604020202020204" pitchFamily="34" charset="0"/>
              <a:ea typeface="MS PGothic" panose="020B0600070205080204" charset="-128"/>
            </a:endParaRPr>
          </a:p>
        </p:txBody>
      </p:sp>
      <p:sp>
        <p:nvSpPr>
          <p:cNvPr id="15" name="Subtitle 2"/>
          <p:cNvSpPr txBox="1"/>
          <p:nvPr/>
        </p:nvSpPr>
        <p:spPr>
          <a:xfrm>
            <a:off x="4495800" y="5791200"/>
            <a:ext cx="4572000" cy="990600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3200">
                <a:solidFill>
                  <a:schemeClr val="tx1"/>
                </a:solidFill>
                <a:latin typeface="+mn-lt"/>
                <a:ea typeface="ヒラギノ角ゴ Pro W3" charset="0"/>
                <a:cs typeface="ヒラギノ角ゴ Pro W3" charset="0"/>
              </a:defRPr>
            </a:lvl1pPr>
            <a:lvl2pPr marL="4572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800">
                <a:solidFill>
                  <a:schemeClr val="tx1"/>
                </a:solidFill>
                <a:latin typeface="+mn-lt"/>
                <a:ea typeface="ヒラギノ角ゴ Pro W3" charset="0"/>
                <a:cs typeface="ヒラギノ角ゴ Pro W3" charset="0"/>
              </a:defRPr>
            </a:lvl2pPr>
            <a:lvl3pPr marL="9144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400">
                <a:solidFill>
                  <a:schemeClr val="tx1"/>
                </a:solidFill>
                <a:latin typeface="+mn-lt"/>
                <a:ea typeface="ヒラギノ角ゴ Pro W3" charset="0"/>
                <a:cs typeface="ヒラギノ角ゴ Pro W3" charset="0"/>
              </a:defRPr>
            </a:lvl3pPr>
            <a:lvl4pPr marL="13716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  <a:ea typeface="ヒラギノ角ゴ Pro W3" charset="0"/>
                <a:cs typeface="ヒラギノ角ゴ Pro W3" charset="0"/>
              </a:defRPr>
            </a:lvl4pPr>
            <a:lvl5pPr marL="18288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  <a:ea typeface="ヒラギノ角ゴ Pro W3" charset="0"/>
                <a:cs typeface="ヒラギノ角ゴ Pro W3" charset="0"/>
              </a:defRPr>
            </a:lvl5pPr>
            <a:lvl6pPr marL="2286000" indent="0" algn="ctr" rtl="0" fontAlgn="base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6pPr>
            <a:lvl7pPr marL="2743200" indent="0" algn="ctr" rtl="0" fontAlgn="base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7pPr>
            <a:lvl8pPr marL="3200400" indent="0" algn="ctr" rtl="0" fontAlgn="base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8pPr>
            <a:lvl9pPr marL="3657600" indent="0" algn="ctr" rtl="0" fontAlgn="base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Arial" panose="020B0604020202020204"/>
                <a:cs typeface="+mn-cs"/>
              </a:rPr>
              <a:t>James F. Kirby</a:t>
            </a:r>
            <a:endParaRPr kumimoji="0" lang="en-US" sz="1800" b="0" i="0" u="none" strike="noStrike" kern="0" cap="none" spc="0" normalizeH="0" baseline="0" noProof="0" dirty="0" smtClean="0">
              <a:ln>
                <a:noFill/>
              </a:ln>
              <a:solidFill>
                <a:srgbClr val="0D0D0D"/>
              </a:solidFill>
              <a:effectLst/>
              <a:uLnTx/>
              <a:uFillTx/>
              <a:latin typeface="Arial" panose="020B0604020202020204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Arial" panose="020B0604020202020204"/>
                <a:cs typeface="+mn-cs"/>
              </a:rPr>
              <a:t>Quinnipiac University</a:t>
            </a:r>
            <a:endParaRPr kumimoji="0" lang="en-US" sz="1800" b="0" i="0" u="none" strike="noStrike" kern="0" cap="none" spc="0" normalizeH="0" baseline="0" noProof="0" dirty="0" smtClean="0">
              <a:ln>
                <a:noFill/>
              </a:ln>
              <a:solidFill>
                <a:srgbClr val="0D0D0D"/>
              </a:solidFill>
              <a:effectLst/>
              <a:uLnTx/>
              <a:uFillTx/>
              <a:latin typeface="Arial" panose="020B0604020202020204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Arial" panose="020B0604020202020204"/>
                <a:cs typeface="+mn-cs"/>
              </a:rPr>
              <a:t>Hamden, CT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D0D0D"/>
              </a:solidFill>
              <a:effectLst/>
              <a:uLnTx/>
              <a:uFillTx/>
              <a:latin typeface="Arial" panose="020B0604020202020204"/>
              <a:cs typeface="+mn-cs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Oval 12"/>
          <p:cNvSpPr>
            <a:spLocks noChangeArrowheads="1"/>
          </p:cNvSpPr>
          <p:nvPr/>
        </p:nvSpPr>
        <p:spPr bwMode="auto">
          <a:xfrm>
            <a:off x="2953856" y="1973263"/>
            <a:ext cx="3816350" cy="3743325"/>
          </a:xfrm>
          <a:prstGeom prst="ellipse">
            <a:avLst/>
          </a:prstGeom>
          <a:noFill/>
          <a:ln w="9525">
            <a:solidFill>
              <a:srgbClr val="FF33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19459" name="Text Box 4"/>
          <p:cNvSpPr txBox="1">
            <a:spLocks noChangeArrowheads="1"/>
          </p:cNvSpPr>
          <p:nvPr/>
        </p:nvSpPr>
        <p:spPr bwMode="auto">
          <a:xfrm>
            <a:off x="37618" y="749300"/>
            <a:ext cx="9144000" cy="554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en-GB" altLang="en-US" sz="3000" b="1">
                <a:solidFill>
                  <a:schemeClr val="bg1"/>
                </a:solidFill>
                <a:latin typeface="Comic Sans MS" panose="030F0702030302020204" pitchFamily="66" charset="0"/>
              </a:rPr>
              <a:t>ATOMIC STRUCTURE</a:t>
            </a:r>
            <a:endParaRPr lang="en-GB" altLang="en-US" sz="3000" b="1">
              <a:solidFill>
                <a:schemeClr val="bg1"/>
              </a:solidFill>
              <a:latin typeface="Comic Sans MS" panose="030F0702030302020204" pitchFamily="66" charset="0"/>
            </a:endParaRPr>
          </a:p>
        </p:txBody>
      </p:sp>
      <p:sp>
        <p:nvSpPr>
          <p:cNvPr id="19460" name="Oval 8"/>
          <p:cNvSpPr>
            <a:spLocks noChangeArrowheads="1"/>
          </p:cNvSpPr>
          <p:nvPr/>
        </p:nvSpPr>
        <p:spPr bwMode="auto">
          <a:xfrm>
            <a:off x="4896956" y="3700463"/>
            <a:ext cx="576262" cy="576262"/>
          </a:xfrm>
          <a:prstGeom prst="ellipse">
            <a:avLst/>
          </a:prstGeom>
          <a:solidFill>
            <a:srgbClr val="FFFFCC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GB" altLang="en-US" sz="1600" b="1">
                <a:latin typeface="Comic Sans MS" panose="030F0702030302020204" pitchFamily="66" charset="0"/>
              </a:rPr>
              <a:t>6N</a:t>
            </a:r>
            <a:endParaRPr lang="en-GB" altLang="en-US" sz="1600" b="1">
              <a:latin typeface="Comic Sans MS" panose="030F0702030302020204" pitchFamily="66" charset="0"/>
            </a:endParaRPr>
          </a:p>
        </p:txBody>
      </p:sp>
      <p:sp>
        <p:nvSpPr>
          <p:cNvPr id="14341" name="Oval 5"/>
          <p:cNvSpPr>
            <a:spLocks noChangeArrowheads="1"/>
          </p:cNvSpPr>
          <p:nvPr/>
        </p:nvSpPr>
        <p:spPr bwMode="auto">
          <a:xfrm>
            <a:off x="4393718" y="3413125"/>
            <a:ext cx="576263" cy="5762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GB" altLang="en-US" sz="2000" b="1">
                <a:latin typeface="Comic Sans MS" panose="030F0702030302020204" pitchFamily="66" charset="0"/>
              </a:rPr>
              <a:t>6P</a:t>
            </a:r>
            <a:r>
              <a:rPr lang="en-GB" altLang="en-US" b="1">
                <a:solidFill>
                  <a:srgbClr val="FF0000"/>
                </a:solidFill>
                <a:latin typeface="Comic Sans MS" panose="030F0702030302020204" pitchFamily="66" charset="0"/>
              </a:rPr>
              <a:t>+</a:t>
            </a:r>
            <a:endParaRPr lang="en-GB" altLang="en-US" b="1">
              <a:solidFill>
                <a:srgbClr val="FF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14349" name="Line 13"/>
          <p:cNvSpPr>
            <a:spLocks noChangeShapeType="1"/>
          </p:cNvSpPr>
          <p:nvPr/>
        </p:nvSpPr>
        <p:spPr bwMode="auto">
          <a:xfrm>
            <a:off x="2088668" y="2476500"/>
            <a:ext cx="2233613" cy="1079500"/>
          </a:xfrm>
          <a:prstGeom prst="line">
            <a:avLst/>
          </a:prstGeom>
          <a:noFill/>
          <a:ln w="38100">
            <a:solidFill>
              <a:srgbClr val="CC00CC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50" name="Text Box 14"/>
          <p:cNvSpPr txBox="1">
            <a:spLocks noChangeArrowheads="1"/>
          </p:cNvSpPr>
          <p:nvPr/>
        </p:nvSpPr>
        <p:spPr bwMode="auto">
          <a:xfrm>
            <a:off x="1225068" y="1973263"/>
            <a:ext cx="12239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GB" altLang="en-US" sz="2400" b="1">
                <a:solidFill>
                  <a:schemeClr val="bg1"/>
                </a:solidFill>
                <a:latin typeface="Comic Sans MS" panose="030F0702030302020204" pitchFamily="66" charset="0"/>
              </a:rPr>
              <a:t>proton</a:t>
            </a:r>
            <a:endParaRPr lang="en-GB" altLang="en-US" sz="2400" b="1">
              <a:solidFill>
                <a:schemeClr val="bg1"/>
              </a:solidFill>
              <a:latin typeface="Comic Sans MS" panose="030F0702030302020204" pitchFamily="66" charset="0"/>
            </a:endParaRPr>
          </a:p>
        </p:txBody>
      </p:sp>
      <p:sp>
        <p:nvSpPr>
          <p:cNvPr id="14351" name="Text Box 15"/>
          <p:cNvSpPr txBox="1">
            <a:spLocks noChangeArrowheads="1"/>
          </p:cNvSpPr>
          <p:nvPr/>
        </p:nvSpPr>
        <p:spPr bwMode="auto">
          <a:xfrm>
            <a:off x="1009168" y="5284788"/>
            <a:ext cx="14414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GB" altLang="en-US" sz="2400" b="1">
                <a:solidFill>
                  <a:schemeClr val="bg1"/>
                </a:solidFill>
                <a:latin typeface="Comic Sans MS" panose="030F0702030302020204" pitchFamily="66" charset="0"/>
              </a:rPr>
              <a:t>electron</a:t>
            </a:r>
            <a:endParaRPr lang="en-GB" altLang="en-US" sz="2400" b="1">
              <a:solidFill>
                <a:schemeClr val="bg1"/>
              </a:solidFill>
              <a:latin typeface="Comic Sans MS" panose="030F0702030302020204" pitchFamily="66" charset="0"/>
            </a:endParaRPr>
          </a:p>
        </p:txBody>
      </p:sp>
      <p:sp>
        <p:nvSpPr>
          <p:cNvPr id="14352" name="Line 16"/>
          <p:cNvSpPr>
            <a:spLocks noChangeShapeType="1"/>
          </p:cNvSpPr>
          <p:nvPr/>
        </p:nvSpPr>
        <p:spPr bwMode="auto">
          <a:xfrm flipV="1">
            <a:off x="1945793" y="4421188"/>
            <a:ext cx="863600" cy="792162"/>
          </a:xfrm>
          <a:prstGeom prst="line">
            <a:avLst/>
          </a:prstGeom>
          <a:noFill/>
          <a:ln w="38100">
            <a:solidFill>
              <a:srgbClr val="CC00CC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53" name="Text Box 17"/>
          <p:cNvSpPr txBox="1">
            <a:spLocks noChangeArrowheads="1"/>
          </p:cNvSpPr>
          <p:nvPr/>
        </p:nvSpPr>
        <p:spPr bwMode="auto">
          <a:xfrm>
            <a:off x="6841643" y="5140325"/>
            <a:ext cx="1657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GB" altLang="en-US" sz="2400" b="1">
                <a:solidFill>
                  <a:schemeClr val="bg1"/>
                </a:solidFill>
                <a:latin typeface="Comic Sans MS" panose="030F0702030302020204" pitchFamily="66" charset="0"/>
              </a:rPr>
              <a:t>neutron</a:t>
            </a:r>
            <a:endParaRPr lang="en-GB" altLang="en-US" sz="2400" b="1">
              <a:solidFill>
                <a:schemeClr val="bg1"/>
              </a:solidFill>
              <a:latin typeface="Comic Sans MS" panose="030F0702030302020204" pitchFamily="66" charset="0"/>
            </a:endParaRPr>
          </a:p>
        </p:txBody>
      </p:sp>
      <p:sp>
        <p:nvSpPr>
          <p:cNvPr id="14354" name="Line 18"/>
          <p:cNvSpPr>
            <a:spLocks noChangeShapeType="1"/>
          </p:cNvSpPr>
          <p:nvPr/>
        </p:nvSpPr>
        <p:spPr bwMode="auto">
          <a:xfrm flipH="1" flipV="1">
            <a:off x="5546243" y="4205288"/>
            <a:ext cx="1943100" cy="863600"/>
          </a:xfrm>
          <a:prstGeom prst="line">
            <a:avLst/>
          </a:prstGeom>
          <a:noFill/>
          <a:ln w="38100">
            <a:solidFill>
              <a:srgbClr val="CC00CC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468" name="Oval 12"/>
          <p:cNvSpPr>
            <a:spLocks noChangeArrowheads="1"/>
          </p:cNvSpPr>
          <p:nvPr/>
        </p:nvSpPr>
        <p:spPr bwMode="auto">
          <a:xfrm>
            <a:off x="3746018" y="2692400"/>
            <a:ext cx="2303463" cy="2447925"/>
          </a:xfrm>
          <a:prstGeom prst="ellipse">
            <a:avLst/>
          </a:prstGeom>
          <a:noFill/>
          <a:ln w="9525">
            <a:solidFill>
              <a:srgbClr val="FF33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19469" name="Oval 11"/>
          <p:cNvSpPr>
            <a:spLocks noChangeArrowheads="1"/>
          </p:cNvSpPr>
          <p:nvPr/>
        </p:nvSpPr>
        <p:spPr bwMode="auto">
          <a:xfrm>
            <a:off x="4609618" y="2549525"/>
            <a:ext cx="360363" cy="287338"/>
          </a:xfrm>
          <a:prstGeom prst="ellipse">
            <a:avLst/>
          </a:prstGeom>
          <a:solidFill>
            <a:srgbClr val="0000CC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GB" altLang="en-US" b="1">
                <a:latin typeface="Comic Sans MS" panose="030F0702030302020204" pitchFamily="66" charset="0"/>
              </a:rPr>
              <a:t>-</a:t>
            </a:r>
            <a:endParaRPr lang="en-GB" altLang="en-US" b="1">
              <a:latin typeface="Comic Sans MS" panose="030F0702030302020204" pitchFamily="66" charset="0"/>
            </a:endParaRPr>
          </a:p>
        </p:txBody>
      </p:sp>
      <p:sp>
        <p:nvSpPr>
          <p:cNvPr id="19470" name="Oval 11"/>
          <p:cNvSpPr>
            <a:spLocks noChangeArrowheads="1"/>
          </p:cNvSpPr>
          <p:nvPr/>
        </p:nvSpPr>
        <p:spPr bwMode="auto">
          <a:xfrm>
            <a:off x="4825518" y="4997450"/>
            <a:ext cx="360363" cy="287338"/>
          </a:xfrm>
          <a:prstGeom prst="ellipse">
            <a:avLst/>
          </a:prstGeom>
          <a:solidFill>
            <a:srgbClr val="0000CC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GB" altLang="en-US" b="1">
                <a:latin typeface="Comic Sans MS" panose="030F0702030302020204" pitchFamily="66" charset="0"/>
              </a:rPr>
              <a:t>-</a:t>
            </a:r>
            <a:endParaRPr lang="en-GB" altLang="en-US" b="1">
              <a:latin typeface="Comic Sans MS" panose="030F0702030302020204" pitchFamily="66" charset="0"/>
            </a:endParaRPr>
          </a:p>
        </p:txBody>
      </p:sp>
      <p:sp>
        <p:nvSpPr>
          <p:cNvPr id="19471" name="Oval 11"/>
          <p:cNvSpPr>
            <a:spLocks noChangeArrowheads="1"/>
          </p:cNvSpPr>
          <p:nvPr/>
        </p:nvSpPr>
        <p:spPr bwMode="auto">
          <a:xfrm>
            <a:off x="2809393" y="4060825"/>
            <a:ext cx="360363" cy="288925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GB" altLang="en-US" b="1">
                <a:latin typeface="Comic Sans MS" panose="030F0702030302020204" pitchFamily="66" charset="0"/>
              </a:rPr>
              <a:t>-</a:t>
            </a:r>
            <a:endParaRPr lang="en-GB" altLang="en-US" b="1">
              <a:latin typeface="Comic Sans MS" panose="030F0702030302020204" pitchFamily="66" charset="0"/>
            </a:endParaRPr>
          </a:p>
        </p:txBody>
      </p:sp>
      <p:sp>
        <p:nvSpPr>
          <p:cNvPr id="19472" name="Oval 11"/>
          <p:cNvSpPr>
            <a:spLocks noChangeArrowheads="1"/>
          </p:cNvSpPr>
          <p:nvPr/>
        </p:nvSpPr>
        <p:spPr bwMode="auto">
          <a:xfrm>
            <a:off x="4033356" y="5500688"/>
            <a:ext cx="360362" cy="288925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GB" altLang="en-US" b="1">
                <a:latin typeface="Comic Sans MS" panose="030F0702030302020204" pitchFamily="66" charset="0"/>
              </a:rPr>
              <a:t>-</a:t>
            </a:r>
            <a:endParaRPr lang="en-GB" altLang="en-US" b="1">
              <a:latin typeface="Comic Sans MS" panose="030F0702030302020204" pitchFamily="66" charset="0"/>
            </a:endParaRPr>
          </a:p>
        </p:txBody>
      </p:sp>
      <p:sp>
        <p:nvSpPr>
          <p:cNvPr id="19473" name="Oval 11"/>
          <p:cNvSpPr>
            <a:spLocks noChangeArrowheads="1"/>
          </p:cNvSpPr>
          <p:nvPr/>
        </p:nvSpPr>
        <p:spPr bwMode="auto">
          <a:xfrm>
            <a:off x="4249256" y="1828800"/>
            <a:ext cx="360362" cy="287338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GB" altLang="en-US" b="1">
                <a:latin typeface="Comic Sans MS" panose="030F0702030302020204" pitchFamily="66" charset="0"/>
              </a:rPr>
              <a:t>-</a:t>
            </a:r>
            <a:endParaRPr lang="en-GB" altLang="en-US" b="1">
              <a:latin typeface="Comic Sans MS" panose="030F0702030302020204" pitchFamily="66" charset="0"/>
            </a:endParaRPr>
          </a:p>
        </p:txBody>
      </p:sp>
      <p:sp>
        <p:nvSpPr>
          <p:cNvPr id="19474" name="Oval 11"/>
          <p:cNvSpPr>
            <a:spLocks noChangeArrowheads="1"/>
          </p:cNvSpPr>
          <p:nvPr/>
        </p:nvSpPr>
        <p:spPr bwMode="auto">
          <a:xfrm>
            <a:off x="6625743" y="3557588"/>
            <a:ext cx="360363" cy="287337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GB" altLang="en-US" b="1">
                <a:latin typeface="Comic Sans MS" panose="030F0702030302020204" pitchFamily="66" charset="0"/>
              </a:rPr>
              <a:t>-</a:t>
            </a:r>
            <a:endParaRPr lang="en-GB" altLang="en-US" b="1">
              <a:latin typeface="Comic Sans MS" panose="030F0702030302020204" pitchFamily="66" charset="0"/>
            </a:endParaRPr>
          </a:p>
        </p:txBody>
      </p:sp>
      <p:sp>
        <p:nvSpPr>
          <p:cNvPr id="26" name="Oval 11"/>
          <p:cNvSpPr>
            <a:spLocks noChangeArrowheads="1"/>
          </p:cNvSpPr>
          <p:nvPr/>
        </p:nvSpPr>
        <p:spPr bwMode="auto">
          <a:xfrm>
            <a:off x="661344" y="882650"/>
            <a:ext cx="360363" cy="287337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GB" altLang="en-US" b="1" dirty="0">
                <a:latin typeface="Comic Sans MS" panose="030F0702030302020204" pitchFamily="66" charset="0"/>
              </a:rPr>
              <a:t>-</a:t>
            </a:r>
            <a:endParaRPr lang="en-GB" altLang="en-US" b="1" dirty="0">
              <a:latin typeface="Comic Sans MS" panose="030F0702030302020204" pitchFamily="66" charset="0"/>
            </a:endParaRPr>
          </a:p>
        </p:txBody>
      </p:sp>
      <p:sp>
        <p:nvSpPr>
          <p:cNvPr id="28" name="TextBox 27"/>
          <p:cNvSpPr txBox="1">
            <a:spLocks noChangeArrowheads="1"/>
          </p:cNvSpPr>
          <p:nvPr/>
        </p:nvSpPr>
        <p:spPr bwMode="auto">
          <a:xfrm>
            <a:off x="1267997" y="783663"/>
            <a:ext cx="668324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dirty="0">
                <a:solidFill>
                  <a:srgbClr val="FF0000"/>
                </a:solidFill>
                <a:latin typeface="Comic Sans MS" panose="030F0702030302020204" pitchFamily="66" charset="0"/>
              </a:rPr>
              <a:t>trouble makers – responsible for chemical </a:t>
            </a:r>
            <a:r>
              <a:rPr lang="en-US" altLang="en-US" sz="2000" dirty="0">
                <a:solidFill>
                  <a:srgbClr val="0000FF"/>
                </a:solidFill>
                <a:latin typeface="Comic Sans MS" panose="030F0702030302020204" pitchFamily="66" charset="0"/>
              </a:rPr>
              <a:t>reactions!</a:t>
            </a:r>
            <a:endParaRPr lang="en-US" altLang="en-US" sz="2000" dirty="0">
              <a:solidFill>
                <a:srgbClr val="0000FF"/>
              </a:solidFill>
              <a:latin typeface="Comic Sans MS" panose="030F0702030302020204" pitchFamily="66" charset="0"/>
            </a:endParaRPr>
          </a:p>
        </p:txBody>
      </p:sp>
      <p:sp>
        <p:nvSpPr>
          <p:cNvPr id="29" name="Rectangle 28"/>
          <p:cNvSpPr>
            <a:spLocks noChangeArrowheads="1"/>
          </p:cNvSpPr>
          <p:nvPr/>
        </p:nvSpPr>
        <p:spPr bwMode="auto">
          <a:xfrm>
            <a:off x="1182206" y="798513"/>
            <a:ext cx="6985000" cy="431800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19478" name="Oval 8"/>
          <p:cNvSpPr>
            <a:spLocks noChangeArrowheads="1"/>
          </p:cNvSpPr>
          <p:nvPr/>
        </p:nvSpPr>
        <p:spPr bwMode="auto">
          <a:xfrm>
            <a:off x="4322281" y="3268663"/>
            <a:ext cx="1223962" cy="1152525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GB" altLang="en-US" sz="1600" b="1">
              <a:solidFill>
                <a:srgbClr val="FF33CC"/>
              </a:solidFill>
              <a:latin typeface="Comic Sans MS" panose="030F0702030302020204" pitchFamily="66" charset="0"/>
            </a:endParaRPr>
          </a:p>
        </p:txBody>
      </p:sp>
      <p:cxnSp>
        <p:nvCxnSpPr>
          <p:cNvPr id="31" name="Straight Arrow Connector 30"/>
          <p:cNvCxnSpPr/>
          <p:nvPr/>
        </p:nvCxnSpPr>
        <p:spPr bwMode="auto">
          <a:xfrm rot="10800000" flipV="1">
            <a:off x="5114443" y="1828800"/>
            <a:ext cx="1871663" cy="1655763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2" name="Text Box 17"/>
          <p:cNvSpPr txBox="1">
            <a:spLocks noChangeArrowheads="1"/>
          </p:cNvSpPr>
          <p:nvPr/>
        </p:nvSpPr>
        <p:spPr bwMode="auto">
          <a:xfrm>
            <a:off x="7057543" y="1612900"/>
            <a:ext cx="1657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GB" altLang="en-US" sz="2400" b="1">
                <a:solidFill>
                  <a:schemeClr val="bg1"/>
                </a:solidFill>
                <a:latin typeface="Comic Sans MS" panose="030F0702030302020204" pitchFamily="66" charset="0"/>
              </a:rPr>
              <a:t>nucleus</a:t>
            </a:r>
            <a:endParaRPr lang="en-GB" altLang="en-US" sz="2400" b="1">
              <a:solidFill>
                <a:schemeClr val="bg1"/>
              </a:solidFill>
              <a:latin typeface="Comic Sans MS" panose="030F0702030302020204" pitchFamily="66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4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4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4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4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30" dur="2000" fill="hold"/>
                                        <p:tgtEl>
                                          <p:spTgt spid="143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14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14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3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6" dur="2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9" dur="2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49" grpId="0" animBg="1"/>
      <p:bldP spid="14350" grpId="0"/>
      <p:bldP spid="14351" grpId="0"/>
      <p:bldP spid="14352" grpId="0" animBg="1"/>
      <p:bldP spid="14353" grpId="0"/>
      <p:bldP spid="14354" grpId="0" animBg="1"/>
      <p:bldP spid="26" grpId="0" animBg="1"/>
      <p:bldP spid="28" grpId="0"/>
      <p:bldP spid="29" grpId="0" animBg="1"/>
      <p:bldP spid="3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Oval 12"/>
          <p:cNvSpPr>
            <a:spLocks noChangeArrowheads="1"/>
          </p:cNvSpPr>
          <p:nvPr/>
        </p:nvSpPr>
        <p:spPr bwMode="auto">
          <a:xfrm>
            <a:off x="1258888" y="2276475"/>
            <a:ext cx="3241675" cy="3313113"/>
          </a:xfrm>
          <a:prstGeom prst="ellipse">
            <a:avLst/>
          </a:prstGeom>
          <a:noFill/>
          <a:ln w="9525">
            <a:solidFill>
              <a:srgbClr val="FF33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30723" name="Oval 5"/>
          <p:cNvSpPr>
            <a:spLocks noChangeArrowheads="1"/>
          </p:cNvSpPr>
          <p:nvPr/>
        </p:nvSpPr>
        <p:spPr bwMode="auto">
          <a:xfrm>
            <a:off x="2700338" y="3644900"/>
            <a:ext cx="576262" cy="5762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GB" altLang="en-US" sz="2000" b="1">
                <a:latin typeface="Comic Sans MS" panose="030F0702030302020204" pitchFamily="66" charset="0"/>
              </a:rPr>
              <a:t>11</a:t>
            </a:r>
            <a:endParaRPr lang="en-GB" altLang="en-US" b="1">
              <a:solidFill>
                <a:srgbClr val="FF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30724" name="Text Box 14"/>
          <p:cNvSpPr txBox="1">
            <a:spLocks noChangeArrowheads="1"/>
          </p:cNvSpPr>
          <p:nvPr/>
        </p:nvSpPr>
        <p:spPr bwMode="auto">
          <a:xfrm>
            <a:off x="1187450" y="1557338"/>
            <a:ext cx="12239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GB" altLang="en-US" sz="2400" b="1">
                <a:solidFill>
                  <a:schemeClr val="bg1"/>
                </a:solidFill>
                <a:latin typeface="Comic Sans MS" panose="030F0702030302020204" pitchFamily="66" charset="0"/>
              </a:rPr>
              <a:t>proton</a:t>
            </a:r>
            <a:endParaRPr lang="en-GB" altLang="en-US" sz="2400" b="1">
              <a:solidFill>
                <a:schemeClr val="bg1"/>
              </a:solidFill>
              <a:latin typeface="Comic Sans MS" panose="030F0702030302020204" pitchFamily="66" charset="0"/>
            </a:endParaRPr>
          </a:p>
        </p:txBody>
      </p:sp>
      <p:sp>
        <p:nvSpPr>
          <p:cNvPr id="30725" name="Text Box 15"/>
          <p:cNvSpPr txBox="1">
            <a:spLocks noChangeArrowheads="1"/>
          </p:cNvSpPr>
          <p:nvPr/>
        </p:nvSpPr>
        <p:spPr bwMode="auto">
          <a:xfrm>
            <a:off x="971550" y="4868863"/>
            <a:ext cx="14414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GB" altLang="en-US" sz="2400" b="1">
                <a:solidFill>
                  <a:schemeClr val="bg1"/>
                </a:solidFill>
                <a:latin typeface="Comic Sans MS" panose="030F0702030302020204" pitchFamily="66" charset="0"/>
              </a:rPr>
              <a:t>electron</a:t>
            </a:r>
            <a:endParaRPr lang="en-GB" altLang="en-US" sz="2400" b="1">
              <a:solidFill>
                <a:schemeClr val="bg1"/>
              </a:solidFill>
              <a:latin typeface="Comic Sans MS" panose="030F0702030302020204" pitchFamily="66" charset="0"/>
            </a:endParaRPr>
          </a:p>
        </p:txBody>
      </p:sp>
      <p:sp>
        <p:nvSpPr>
          <p:cNvPr id="30726" name="Oval 11"/>
          <p:cNvSpPr>
            <a:spLocks noChangeArrowheads="1"/>
          </p:cNvSpPr>
          <p:nvPr/>
        </p:nvSpPr>
        <p:spPr bwMode="auto">
          <a:xfrm>
            <a:off x="7092950" y="5516563"/>
            <a:ext cx="142875" cy="144462"/>
          </a:xfrm>
          <a:prstGeom prst="ellipse">
            <a:avLst/>
          </a:prstGeom>
          <a:solidFill>
            <a:srgbClr val="0000CC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GB" altLang="en-US" b="1">
              <a:latin typeface="Comic Sans MS" panose="030F0702030302020204" pitchFamily="66" charset="0"/>
            </a:endParaRPr>
          </a:p>
        </p:txBody>
      </p:sp>
      <p:sp>
        <p:nvSpPr>
          <p:cNvPr id="30727" name="Oval 11"/>
          <p:cNvSpPr>
            <a:spLocks noChangeArrowheads="1"/>
          </p:cNvSpPr>
          <p:nvPr/>
        </p:nvSpPr>
        <p:spPr bwMode="auto">
          <a:xfrm>
            <a:off x="3059113" y="3284538"/>
            <a:ext cx="144462" cy="144462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GB" altLang="en-US" b="1">
              <a:latin typeface="Comic Sans MS" panose="030F0702030302020204" pitchFamily="66" charset="0"/>
            </a:endParaRPr>
          </a:p>
        </p:txBody>
      </p:sp>
      <p:sp>
        <p:nvSpPr>
          <p:cNvPr id="30728" name="Oval 12"/>
          <p:cNvSpPr>
            <a:spLocks noChangeArrowheads="1"/>
          </p:cNvSpPr>
          <p:nvPr/>
        </p:nvSpPr>
        <p:spPr bwMode="auto">
          <a:xfrm>
            <a:off x="1835150" y="2852738"/>
            <a:ext cx="2192338" cy="2144712"/>
          </a:xfrm>
          <a:prstGeom prst="ellipse">
            <a:avLst/>
          </a:prstGeom>
          <a:noFill/>
          <a:ln w="9525">
            <a:solidFill>
              <a:srgbClr val="FF33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30729" name="Oval 12"/>
          <p:cNvSpPr>
            <a:spLocks noChangeArrowheads="1"/>
          </p:cNvSpPr>
          <p:nvPr/>
        </p:nvSpPr>
        <p:spPr bwMode="auto">
          <a:xfrm>
            <a:off x="2339975" y="3357563"/>
            <a:ext cx="1238250" cy="1168400"/>
          </a:xfrm>
          <a:prstGeom prst="ellipse">
            <a:avLst/>
          </a:prstGeom>
          <a:noFill/>
          <a:ln w="9525">
            <a:solidFill>
              <a:srgbClr val="FF33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30730" name="Oval 11"/>
          <p:cNvSpPr>
            <a:spLocks noChangeArrowheads="1"/>
          </p:cNvSpPr>
          <p:nvPr/>
        </p:nvSpPr>
        <p:spPr bwMode="auto">
          <a:xfrm>
            <a:off x="2627313" y="4365625"/>
            <a:ext cx="144462" cy="142875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GB" altLang="en-US" b="1">
              <a:latin typeface="Comic Sans MS" panose="030F0702030302020204" pitchFamily="66" charset="0"/>
            </a:endParaRPr>
          </a:p>
        </p:txBody>
      </p:sp>
      <p:sp>
        <p:nvSpPr>
          <p:cNvPr id="30731" name="Oval 11"/>
          <p:cNvSpPr>
            <a:spLocks noChangeArrowheads="1"/>
          </p:cNvSpPr>
          <p:nvPr/>
        </p:nvSpPr>
        <p:spPr bwMode="auto">
          <a:xfrm>
            <a:off x="2484438" y="2852738"/>
            <a:ext cx="142875" cy="144462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GB" altLang="en-US" b="1">
              <a:latin typeface="Comic Sans MS" panose="030F0702030302020204" pitchFamily="66" charset="0"/>
            </a:endParaRPr>
          </a:p>
        </p:txBody>
      </p:sp>
      <p:sp>
        <p:nvSpPr>
          <p:cNvPr id="30732" name="Oval 11"/>
          <p:cNvSpPr>
            <a:spLocks noChangeArrowheads="1"/>
          </p:cNvSpPr>
          <p:nvPr/>
        </p:nvSpPr>
        <p:spPr bwMode="auto">
          <a:xfrm>
            <a:off x="3276600" y="2852738"/>
            <a:ext cx="142875" cy="144462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GB" altLang="en-US" b="1">
              <a:latin typeface="Comic Sans MS" panose="030F0702030302020204" pitchFamily="66" charset="0"/>
            </a:endParaRPr>
          </a:p>
        </p:txBody>
      </p:sp>
      <p:sp>
        <p:nvSpPr>
          <p:cNvPr id="30733" name="Oval 11"/>
          <p:cNvSpPr>
            <a:spLocks noChangeArrowheads="1"/>
          </p:cNvSpPr>
          <p:nvPr/>
        </p:nvSpPr>
        <p:spPr bwMode="auto">
          <a:xfrm>
            <a:off x="3851275" y="3429000"/>
            <a:ext cx="144463" cy="144463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GB" altLang="en-US" b="1">
              <a:latin typeface="Comic Sans MS" panose="030F0702030302020204" pitchFamily="66" charset="0"/>
            </a:endParaRPr>
          </a:p>
        </p:txBody>
      </p:sp>
      <p:sp>
        <p:nvSpPr>
          <p:cNvPr id="30734" name="Oval 11"/>
          <p:cNvSpPr>
            <a:spLocks noChangeArrowheads="1"/>
          </p:cNvSpPr>
          <p:nvPr/>
        </p:nvSpPr>
        <p:spPr bwMode="auto">
          <a:xfrm>
            <a:off x="1835150" y="3573463"/>
            <a:ext cx="144463" cy="142875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GB" altLang="en-US" b="1">
              <a:latin typeface="Comic Sans MS" panose="030F0702030302020204" pitchFamily="66" charset="0"/>
            </a:endParaRPr>
          </a:p>
        </p:txBody>
      </p:sp>
      <p:sp>
        <p:nvSpPr>
          <p:cNvPr id="30735" name="Oval 11"/>
          <p:cNvSpPr>
            <a:spLocks noChangeArrowheads="1"/>
          </p:cNvSpPr>
          <p:nvPr/>
        </p:nvSpPr>
        <p:spPr bwMode="auto">
          <a:xfrm>
            <a:off x="1908175" y="4221163"/>
            <a:ext cx="142875" cy="144462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GB" altLang="en-US" b="1">
              <a:latin typeface="Comic Sans MS" panose="030F0702030302020204" pitchFamily="66" charset="0"/>
            </a:endParaRPr>
          </a:p>
        </p:txBody>
      </p:sp>
      <p:sp>
        <p:nvSpPr>
          <p:cNvPr id="30736" name="Oval 11"/>
          <p:cNvSpPr>
            <a:spLocks noChangeArrowheads="1"/>
          </p:cNvSpPr>
          <p:nvPr/>
        </p:nvSpPr>
        <p:spPr bwMode="auto">
          <a:xfrm>
            <a:off x="2268538" y="4724400"/>
            <a:ext cx="142875" cy="144463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GB" altLang="en-US" b="1">
              <a:latin typeface="Comic Sans MS" panose="030F0702030302020204" pitchFamily="66" charset="0"/>
            </a:endParaRPr>
          </a:p>
        </p:txBody>
      </p:sp>
      <p:sp>
        <p:nvSpPr>
          <p:cNvPr id="30737" name="Oval 11"/>
          <p:cNvSpPr>
            <a:spLocks noChangeArrowheads="1"/>
          </p:cNvSpPr>
          <p:nvPr/>
        </p:nvSpPr>
        <p:spPr bwMode="auto">
          <a:xfrm>
            <a:off x="3635375" y="4652963"/>
            <a:ext cx="144463" cy="144462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GB" altLang="en-US" b="1">
              <a:latin typeface="Comic Sans MS" panose="030F0702030302020204" pitchFamily="66" charset="0"/>
            </a:endParaRPr>
          </a:p>
        </p:txBody>
      </p:sp>
      <p:sp>
        <p:nvSpPr>
          <p:cNvPr id="30738" name="Oval 11"/>
          <p:cNvSpPr>
            <a:spLocks noChangeArrowheads="1"/>
          </p:cNvSpPr>
          <p:nvPr/>
        </p:nvSpPr>
        <p:spPr bwMode="auto">
          <a:xfrm>
            <a:off x="3924300" y="4149725"/>
            <a:ext cx="142875" cy="142875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GB" altLang="en-US" b="1">
              <a:latin typeface="Comic Sans MS" panose="030F0702030302020204" pitchFamily="66" charset="0"/>
            </a:endParaRPr>
          </a:p>
        </p:txBody>
      </p:sp>
      <p:sp>
        <p:nvSpPr>
          <p:cNvPr id="41" name="Oval 11"/>
          <p:cNvSpPr>
            <a:spLocks noChangeArrowheads="1"/>
          </p:cNvSpPr>
          <p:nvPr/>
        </p:nvSpPr>
        <p:spPr bwMode="auto">
          <a:xfrm>
            <a:off x="4211638" y="3068638"/>
            <a:ext cx="144462" cy="144462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GB" altLang="en-US" b="1">
              <a:latin typeface="Comic Sans MS" panose="030F0702030302020204" pitchFamily="66" charset="0"/>
            </a:endParaRPr>
          </a:p>
        </p:txBody>
      </p:sp>
      <p:sp>
        <p:nvSpPr>
          <p:cNvPr id="30740" name="Oval 12"/>
          <p:cNvSpPr>
            <a:spLocks noChangeArrowheads="1"/>
          </p:cNvSpPr>
          <p:nvPr/>
        </p:nvSpPr>
        <p:spPr bwMode="auto">
          <a:xfrm>
            <a:off x="5364163" y="2276475"/>
            <a:ext cx="3240087" cy="3313113"/>
          </a:xfrm>
          <a:prstGeom prst="ellipse">
            <a:avLst/>
          </a:prstGeom>
          <a:noFill/>
          <a:ln w="9525">
            <a:solidFill>
              <a:srgbClr val="FF33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30741" name="Oval 5"/>
          <p:cNvSpPr>
            <a:spLocks noChangeArrowheads="1"/>
          </p:cNvSpPr>
          <p:nvPr/>
        </p:nvSpPr>
        <p:spPr bwMode="auto">
          <a:xfrm>
            <a:off x="6804025" y="3644900"/>
            <a:ext cx="576263" cy="5762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GB" altLang="en-US" sz="2000" b="1">
                <a:latin typeface="Comic Sans MS" panose="030F0702030302020204" pitchFamily="66" charset="0"/>
              </a:rPr>
              <a:t>17</a:t>
            </a:r>
            <a:endParaRPr lang="en-GB" altLang="en-US" b="1">
              <a:solidFill>
                <a:srgbClr val="FF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30742" name="Oval 12"/>
          <p:cNvSpPr>
            <a:spLocks noChangeArrowheads="1"/>
          </p:cNvSpPr>
          <p:nvPr/>
        </p:nvSpPr>
        <p:spPr bwMode="auto">
          <a:xfrm>
            <a:off x="5940425" y="2852738"/>
            <a:ext cx="2192338" cy="2144712"/>
          </a:xfrm>
          <a:prstGeom prst="ellipse">
            <a:avLst/>
          </a:prstGeom>
          <a:noFill/>
          <a:ln w="9525">
            <a:solidFill>
              <a:srgbClr val="FF33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30743" name="Oval 12"/>
          <p:cNvSpPr>
            <a:spLocks noChangeArrowheads="1"/>
          </p:cNvSpPr>
          <p:nvPr/>
        </p:nvSpPr>
        <p:spPr bwMode="auto">
          <a:xfrm>
            <a:off x="6443663" y="3357563"/>
            <a:ext cx="1239837" cy="1168400"/>
          </a:xfrm>
          <a:prstGeom prst="ellipse">
            <a:avLst/>
          </a:prstGeom>
          <a:noFill/>
          <a:ln w="9525">
            <a:solidFill>
              <a:srgbClr val="FF33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30744" name="Oval 11"/>
          <p:cNvSpPr>
            <a:spLocks noChangeArrowheads="1"/>
          </p:cNvSpPr>
          <p:nvPr/>
        </p:nvSpPr>
        <p:spPr bwMode="auto">
          <a:xfrm>
            <a:off x="5795963" y="5013325"/>
            <a:ext cx="144462" cy="142875"/>
          </a:xfrm>
          <a:prstGeom prst="ellipse">
            <a:avLst/>
          </a:prstGeom>
          <a:solidFill>
            <a:srgbClr val="0000CC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GB" altLang="en-US" b="1">
              <a:latin typeface="Comic Sans MS" panose="030F0702030302020204" pitchFamily="66" charset="0"/>
            </a:endParaRPr>
          </a:p>
        </p:txBody>
      </p:sp>
      <p:sp>
        <p:nvSpPr>
          <p:cNvPr id="30745" name="Oval 11"/>
          <p:cNvSpPr>
            <a:spLocks noChangeArrowheads="1"/>
          </p:cNvSpPr>
          <p:nvPr/>
        </p:nvSpPr>
        <p:spPr bwMode="auto">
          <a:xfrm>
            <a:off x="8027988" y="4149725"/>
            <a:ext cx="144462" cy="142875"/>
          </a:xfrm>
          <a:prstGeom prst="ellipse">
            <a:avLst/>
          </a:prstGeom>
          <a:solidFill>
            <a:srgbClr val="0000CC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GB" altLang="en-US" b="1">
              <a:latin typeface="Comic Sans MS" panose="030F0702030302020204" pitchFamily="66" charset="0"/>
            </a:endParaRPr>
          </a:p>
        </p:txBody>
      </p:sp>
      <p:sp>
        <p:nvSpPr>
          <p:cNvPr id="30746" name="Oval 11"/>
          <p:cNvSpPr>
            <a:spLocks noChangeArrowheads="1"/>
          </p:cNvSpPr>
          <p:nvPr/>
        </p:nvSpPr>
        <p:spPr bwMode="auto">
          <a:xfrm>
            <a:off x="7812088" y="4581525"/>
            <a:ext cx="144462" cy="142875"/>
          </a:xfrm>
          <a:prstGeom prst="ellipse">
            <a:avLst/>
          </a:prstGeom>
          <a:solidFill>
            <a:srgbClr val="0000CC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GB" altLang="en-US" b="1">
              <a:latin typeface="Comic Sans MS" panose="030F0702030302020204" pitchFamily="66" charset="0"/>
            </a:endParaRPr>
          </a:p>
        </p:txBody>
      </p:sp>
      <p:sp>
        <p:nvSpPr>
          <p:cNvPr id="30747" name="Oval 11"/>
          <p:cNvSpPr>
            <a:spLocks noChangeArrowheads="1"/>
          </p:cNvSpPr>
          <p:nvPr/>
        </p:nvSpPr>
        <p:spPr bwMode="auto">
          <a:xfrm>
            <a:off x="7235825" y="4868863"/>
            <a:ext cx="144463" cy="144462"/>
          </a:xfrm>
          <a:prstGeom prst="ellipse">
            <a:avLst/>
          </a:prstGeom>
          <a:solidFill>
            <a:srgbClr val="0000CC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GB" altLang="en-US" b="1">
              <a:latin typeface="Comic Sans MS" panose="030F0702030302020204" pitchFamily="66" charset="0"/>
            </a:endParaRPr>
          </a:p>
        </p:txBody>
      </p:sp>
      <p:sp>
        <p:nvSpPr>
          <p:cNvPr id="30748" name="Oval 11"/>
          <p:cNvSpPr>
            <a:spLocks noChangeArrowheads="1"/>
          </p:cNvSpPr>
          <p:nvPr/>
        </p:nvSpPr>
        <p:spPr bwMode="auto">
          <a:xfrm>
            <a:off x="6659563" y="4868863"/>
            <a:ext cx="144462" cy="144462"/>
          </a:xfrm>
          <a:prstGeom prst="ellipse">
            <a:avLst/>
          </a:prstGeom>
          <a:solidFill>
            <a:srgbClr val="0000CC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GB" altLang="en-US" b="1">
              <a:latin typeface="Comic Sans MS" panose="030F0702030302020204" pitchFamily="66" charset="0"/>
            </a:endParaRPr>
          </a:p>
        </p:txBody>
      </p:sp>
      <p:sp>
        <p:nvSpPr>
          <p:cNvPr id="30749" name="Oval 11"/>
          <p:cNvSpPr>
            <a:spLocks noChangeArrowheads="1"/>
          </p:cNvSpPr>
          <p:nvPr/>
        </p:nvSpPr>
        <p:spPr bwMode="auto">
          <a:xfrm>
            <a:off x="6011863" y="4437063"/>
            <a:ext cx="144462" cy="142875"/>
          </a:xfrm>
          <a:prstGeom prst="ellipse">
            <a:avLst/>
          </a:prstGeom>
          <a:solidFill>
            <a:srgbClr val="0000CC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GB" altLang="en-US" b="1">
              <a:latin typeface="Comic Sans MS" panose="030F0702030302020204" pitchFamily="66" charset="0"/>
            </a:endParaRPr>
          </a:p>
        </p:txBody>
      </p:sp>
      <p:sp>
        <p:nvSpPr>
          <p:cNvPr id="30750" name="Oval 11"/>
          <p:cNvSpPr>
            <a:spLocks noChangeArrowheads="1"/>
          </p:cNvSpPr>
          <p:nvPr/>
        </p:nvSpPr>
        <p:spPr bwMode="auto">
          <a:xfrm>
            <a:off x="5940425" y="3644900"/>
            <a:ext cx="144463" cy="144463"/>
          </a:xfrm>
          <a:prstGeom prst="ellipse">
            <a:avLst/>
          </a:prstGeom>
          <a:solidFill>
            <a:srgbClr val="0000CC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GB" altLang="en-US" b="1">
              <a:latin typeface="Comic Sans MS" panose="030F0702030302020204" pitchFamily="66" charset="0"/>
            </a:endParaRPr>
          </a:p>
        </p:txBody>
      </p:sp>
      <p:sp>
        <p:nvSpPr>
          <p:cNvPr id="30751" name="Oval 11"/>
          <p:cNvSpPr>
            <a:spLocks noChangeArrowheads="1"/>
          </p:cNvSpPr>
          <p:nvPr/>
        </p:nvSpPr>
        <p:spPr bwMode="auto">
          <a:xfrm>
            <a:off x="6588125" y="2852738"/>
            <a:ext cx="144463" cy="144462"/>
          </a:xfrm>
          <a:prstGeom prst="ellipse">
            <a:avLst/>
          </a:prstGeom>
          <a:solidFill>
            <a:srgbClr val="0000CC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GB" altLang="en-US" b="1">
              <a:latin typeface="Comic Sans MS" panose="030F0702030302020204" pitchFamily="66" charset="0"/>
            </a:endParaRPr>
          </a:p>
        </p:txBody>
      </p:sp>
      <p:sp>
        <p:nvSpPr>
          <p:cNvPr id="30752" name="Oval 11"/>
          <p:cNvSpPr>
            <a:spLocks noChangeArrowheads="1"/>
          </p:cNvSpPr>
          <p:nvPr/>
        </p:nvSpPr>
        <p:spPr bwMode="auto">
          <a:xfrm>
            <a:off x="7451725" y="2924175"/>
            <a:ext cx="144463" cy="144463"/>
          </a:xfrm>
          <a:prstGeom prst="ellipse">
            <a:avLst/>
          </a:prstGeom>
          <a:solidFill>
            <a:srgbClr val="0000CC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GB" altLang="en-US" b="1">
              <a:latin typeface="Comic Sans MS" panose="030F0702030302020204" pitchFamily="66" charset="0"/>
            </a:endParaRPr>
          </a:p>
        </p:txBody>
      </p:sp>
      <p:sp>
        <p:nvSpPr>
          <p:cNvPr id="30753" name="Oval 11"/>
          <p:cNvSpPr>
            <a:spLocks noChangeArrowheads="1"/>
          </p:cNvSpPr>
          <p:nvPr/>
        </p:nvSpPr>
        <p:spPr bwMode="auto">
          <a:xfrm>
            <a:off x="7235825" y="4365625"/>
            <a:ext cx="144463" cy="142875"/>
          </a:xfrm>
          <a:prstGeom prst="ellipse">
            <a:avLst/>
          </a:prstGeom>
          <a:solidFill>
            <a:srgbClr val="0000CC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GB" altLang="en-US" b="1">
              <a:latin typeface="Comic Sans MS" panose="030F0702030302020204" pitchFamily="66" charset="0"/>
            </a:endParaRPr>
          </a:p>
        </p:txBody>
      </p:sp>
      <p:sp>
        <p:nvSpPr>
          <p:cNvPr id="30754" name="Oval 11"/>
          <p:cNvSpPr>
            <a:spLocks noChangeArrowheads="1"/>
          </p:cNvSpPr>
          <p:nvPr/>
        </p:nvSpPr>
        <p:spPr bwMode="auto">
          <a:xfrm>
            <a:off x="6804025" y="3284538"/>
            <a:ext cx="144463" cy="144462"/>
          </a:xfrm>
          <a:prstGeom prst="ellipse">
            <a:avLst/>
          </a:prstGeom>
          <a:solidFill>
            <a:srgbClr val="0000CC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GB" altLang="en-US" b="1">
              <a:latin typeface="Comic Sans MS" panose="030F0702030302020204" pitchFamily="66" charset="0"/>
            </a:endParaRPr>
          </a:p>
        </p:txBody>
      </p:sp>
      <p:sp>
        <p:nvSpPr>
          <p:cNvPr id="30755" name="Oval 11"/>
          <p:cNvSpPr>
            <a:spLocks noChangeArrowheads="1"/>
          </p:cNvSpPr>
          <p:nvPr/>
        </p:nvSpPr>
        <p:spPr bwMode="auto">
          <a:xfrm>
            <a:off x="5867400" y="2636838"/>
            <a:ext cx="144463" cy="144462"/>
          </a:xfrm>
          <a:prstGeom prst="ellipse">
            <a:avLst/>
          </a:prstGeom>
          <a:solidFill>
            <a:srgbClr val="0000CC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GB" altLang="en-US" b="1">
              <a:latin typeface="Comic Sans MS" panose="030F0702030302020204" pitchFamily="66" charset="0"/>
            </a:endParaRPr>
          </a:p>
        </p:txBody>
      </p:sp>
      <p:sp>
        <p:nvSpPr>
          <p:cNvPr id="30756" name="Oval 11"/>
          <p:cNvSpPr>
            <a:spLocks noChangeArrowheads="1"/>
          </p:cNvSpPr>
          <p:nvPr/>
        </p:nvSpPr>
        <p:spPr bwMode="auto">
          <a:xfrm>
            <a:off x="8316913" y="4652963"/>
            <a:ext cx="142875" cy="144462"/>
          </a:xfrm>
          <a:prstGeom prst="ellipse">
            <a:avLst/>
          </a:prstGeom>
          <a:solidFill>
            <a:srgbClr val="0000CC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GB" altLang="en-US" b="1">
              <a:latin typeface="Comic Sans MS" panose="030F0702030302020204" pitchFamily="66" charset="0"/>
            </a:endParaRPr>
          </a:p>
        </p:txBody>
      </p:sp>
      <p:sp>
        <p:nvSpPr>
          <p:cNvPr id="30757" name="Oval 11"/>
          <p:cNvSpPr>
            <a:spLocks noChangeArrowheads="1"/>
          </p:cNvSpPr>
          <p:nvPr/>
        </p:nvSpPr>
        <p:spPr bwMode="auto">
          <a:xfrm>
            <a:off x="8388350" y="3213100"/>
            <a:ext cx="144463" cy="142875"/>
          </a:xfrm>
          <a:prstGeom prst="ellipse">
            <a:avLst/>
          </a:prstGeom>
          <a:solidFill>
            <a:srgbClr val="0000CC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GB" altLang="en-US" b="1">
              <a:latin typeface="Comic Sans MS" panose="030F0702030302020204" pitchFamily="66" charset="0"/>
            </a:endParaRPr>
          </a:p>
        </p:txBody>
      </p:sp>
      <p:sp>
        <p:nvSpPr>
          <p:cNvPr id="30758" name="Oval 11"/>
          <p:cNvSpPr>
            <a:spLocks noChangeArrowheads="1"/>
          </p:cNvSpPr>
          <p:nvPr/>
        </p:nvSpPr>
        <p:spPr bwMode="auto">
          <a:xfrm>
            <a:off x="7812088" y="2492375"/>
            <a:ext cx="144462" cy="144463"/>
          </a:xfrm>
          <a:prstGeom prst="ellipse">
            <a:avLst/>
          </a:prstGeom>
          <a:solidFill>
            <a:srgbClr val="0000CC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GB" altLang="en-US" b="1">
              <a:latin typeface="Comic Sans MS" panose="030F0702030302020204" pitchFamily="66" charset="0"/>
            </a:endParaRPr>
          </a:p>
        </p:txBody>
      </p:sp>
      <p:sp>
        <p:nvSpPr>
          <p:cNvPr id="30759" name="Oval 11"/>
          <p:cNvSpPr>
            <a:spLocks noChangeArrowheads="1"/>
          </p:cNvSpPr>
          <p:nvPr/>
        </p:nvSpPr>
        <p:spPr bwMode="auto">
          <a:xfrm>
            <a:off x="7019925" y="2205038"/>
            <a:ext cx="144463" cy="142875"/>
          </a:xfrm>
          <a:prstGeom prst="ellipse">
            <a:avLst/>
          </a:prstGeom>
          <a:solidFill>
            <a:srgbClr val="0000CC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GB" altLang="en-US" b="1">
              <a:latin typeface="Comic Sans MS" panose="030F0702030302020204" pitchFamily="66" charset="0"/>
            </a:endParaRPr>
          </a:p>
        </p:txBody>
      </p:sp>
      <p:sp>
        <p:nvSpPr>
          <p:cNvPr id="77" name="Oval 11"/>
          <p:cNvSpPr>
            <a:spLocks noChangeArrowheads="1"/>
          </p:cNvSpPr>
          <p:nvPr/>
        </p:nvSpPr>
        <p:spPr bwMode="auto">
          <a:xfrm>
            <a:off x="5364163" y="3284538"/>
            <a:ext cx="144462" cy="144462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GB" altLang="en-US" b="1">
              <a:latin typeface="Comic Sans MS" panose="030F0702030302020204" pitchFamily="66" charset="0"/>
            </a:endParaRPr>
          </a:p>
        </p:txBody>
      </p:sp>
      <p:sp>
        <p:nvSpPr>
          <p:cNvPr id="80" name="TextBox 79"/>
          <p:cNvSpPr txBox="1">
            <a:spLocks noChangeArrowheads="1"/>
          </p:cNvSpPr>
          <p:nvPr/>
        </p:nvSpPr>
        <p:spPr bwMode="auto">
          <a:xfrm>
            <a:off x="3132138" y="476250"/>
            <a:ext cx="7493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baseline="-25000">
                <a:solidFill>
                  <a:srgbClr val="FF0000"/>
                </a:solidFill>
              </a:rPr>
              <a:t>10</a:t>
            </a:r>
            <a:r>
              <a:rPr lang="en-US" altLang="en-US" sz="2400">
                <a:solidFill>
                  <a:srgbClr val="FF0000"/>
                </a:solidFill>
              </a:rPr>
              <a:t>Ne</a:t>
            </a:r>
            <a:endParaRPr lang="en-US" altLang="en-US" sz="2400">
              <a:solidFill>
                <a:srgbClr val="FF0000"/>
              </a:solidFill>
            </a:endParaRPr>
          </a:p>
        </p:txBody>
      </p:sp>
      <p:sp>
        <p:nvSpPr>
          <p:cNvPr id="30762" name="TextBox 80"/>
          <p:cNvSpPr txBox="1">
            <a:spLocks noChangeArrowheads="1"/>
          </p:cNvSpPr>
          <p:nvPr/>
        </p:nvSpPr>
        <p:spPr bwMode="auto">
          <a:xfrm>
            <a:off x="395288" y="908050"/>
            <a:ext cx="256381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baseline="-25000"/>
              <a:t>11</a:t>
            </a:r>
            <a:r>
              <a:rPr lang="en-US" altLang="en-US" sz="2400"/>
              <a:t>Na (1</a:t>
            </a:r>
            <a:r>
              <a:rPr lang="en-US" altLang="en-US" sz="2400" i="1"/>
              <a:t>s</a:t>
            </a:r>
            <a:r>
              <a:rPr lang="en-US" altLang="en-US" sz="2400" baseline="30000"/>
              <a:t>2</a:t>
            </a:r>
            <a:r>
              <a:rPr lang="en-US" altLang="en-US" sz="2400"/>
              <a:t>2</a:t>
            </a:r>
            <a:r>
              <a:rPr lang="en-US" altLang="en-US" sz="2400" i="1"/>
              <a:t>s</a:t>
            </a:r>
            <a:r>
              <a:rPr lang="en-US" altLang="en-US" sz="2400" baseline="30000"/>
              <a:t>2</a:t>
            </a:r>
            <a:r>
              <a:rPr lang="en-US" altLang="en-US" sz="2400"/>
              <a:t>2</a:t>
            </a:r>
            <a:r>
              <a:rPr lang="en-US" altLang="en-US" sz="2400" i="1"/>
              <a:t>p</a:t>
            </a:r>
            <a:r>
              <a:rPr lang="en-US" altLang="en-US" sz="2400" baseline="30000"/>
              <a:t>6</a:t>
            </a:r>
            <a:r>
              <a:rPr lang="en-US" altLang="en-US" sz="2400">
                <a:solidFill>
                  <a:srgbClr val="FF0000"/>
                </a:solidFill>
              </a:rPr>
              <a:t>3</a:t>
            </a:r>
            <a:r>
              <a:rPr lang="en-US" altLang="en-US" sz="2400" i="1">
                <a:solidFill>
                  <a:srgbClr val="FF0000"/>
                </a:solidFill>
              </a:rPr>
              <a:t>s</a:t>
            </a:r>
            <a:r>
              <a:rPr lang="en-US" altLang="en-US" sz="2400" baseline="30000">
                <a:solidFill>
                  <a:srgbClr val="FF0000"/>
                </a:solidFill>
              </a:rPr>
              <a:t>1</a:t>
            </a:r>
            <a:r>
              <a:rPr lang="en-US" altLang="en-US" sz="2400"/>
              <a:t>)</a:t>
            </a:r>
            <a:endParaRPr lang="en-US" altLang="en-US" sz="2400"/>
          </a:p>
        </p:txBody>
      </p:sp>
      <p:sp>
        <p:nvSpPr>
          <p:cNvPr id="82" name="TextBox 81"/>
          <p:cNvSpPr txBox="1">
            <a:spLocks noChangeArrowheads="1"/>
          </p:cNvSpPr>
          <p:nvPr/>
        </p:nvSpPr>
        <p:spPr bwMode="auto">
          <a:xfrm>
            <a:off x="8101013" y="404813"/>
            <a:ext cx="715962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baseline="-25000">
                <a:solidFill>
                  <a:srgbClr val="0000CC"/>
                </a:solidFill>
              </a:rPr>
              <a:t>18</a:t>
            </a:r>
            <a:r>
              <a:rPr lang="en-US" altLang="en-US" sz="2400">
                <a:solidFill>
                  <a:srgbClr val="0000CC"/>
                </a:solidFill>
              </a:rPr>
              <a:t>Ar</a:t>
            </a:r>
            <a:endParaRPr lang="en-US" altLang="en-US" sz="2400">
              <a:solidFill>
                <a:srgbClr val="0000CC"/>
              </a:solidFill>
            </a:endParaRPr>
          </a:p>
        </p:txBody>
      </p:sp>
      <p:sp>
        <p:nvSpPr>
          <p:cNvPr id="30764" name="TextBox 82"/>
          <p:cNvSpPr txBox="1">
            <a:spLocks noChangeArrowheads="1"/>
          </p:cNvSpPr>
          <p:nvPr/>
        </p:nvSpPr>
        <p:spPr bwMode="auto">
          <a:xfrm>
            <a:off x="4932363" y="908050"/>
            <a:ext cx="3168650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baseline="-25000"/>
              <a:t>17</a:t>
            </a:r>
            <a:r>
              <a:rPr lang="en-US" altLang="en-US" sz="2400"/>
              <a:t>Cl(1</a:t>
            </a:r>
            <a:r>
              <a:rPr lang="en-US" altLang="en-US" sz="2400" i="1"/>
              <a:t>s</a:t>
            </a:r>
            <a:r>
              <a:rPr lang="en-US" altLang="en-US" sz="2400" baseline="30000"/>
              <a:t>2</a:t>
            </a:r>
            <a:r>
              <a:rPr lang="en-US" altLang="en-US" sz="2400"/>
              <a:t>2</a:t>
            </a:r>
            <a:r>
              <a:rPr lang="en-US" altLang="en-US" sz="2400" i="1"/>
              <a:t>s</a:t>
            </a:r>
            <a:r>
              <a:rPr lang="en-US" altLang="en-US" sz="2400" baseline="30000"/>
              <a:t>2</a:t>
            </a:r>
            <a:r>
              <a:rPr lang="en-US" altLang="en-US" sz="2400"/>
              <a:t>2</a:t>
            </a:r>
            <a:r>
              <a:rPr lang="en-US" altLang="en-US" sz="2400" i="1"/>
              <a:t>p</a:t>
            </a:r>
            <a:r>
              <a:rPr lang="en-US" altLang="en-US" sz="2400" baseline="30000"/>
              <a:t>6</a:t>
            </a:r>
            <a:r>
              <a:rPr lang="en-US" altLang="en-US" sz="2400">
                <a:solidFill>
                  <a:srgbClr val="0000CC"/>
                </a:solidFill>
              </a:rPr>
              <a:t>3</a:t>
            </a:r>
            <a:r>
              <a:rPr lang="en-US" altLang="en-US" sz="2400" i="1">
                <a:solidFill>
                  <a:srgbClr val="0000CC"/>
                </a:solidFill>
              </a:rPr>
              <a:t>s</a:t>
            </a:r>
            <a:r>
              <a:rPr lang="en-US" altLang="en-US" sz="2400" baseline="30000">
                <a:solidFill>
                  <a:srgbClr val="0000CC"/>
                </a:solidFill>
              </a:rPr>
              <a:t>2</a:t>
            </a:r>
            <a:r>
              <a:rPr lang="en-US" altLang="en-US" sz="2400">
                <a:solidFill>
                  <a:srgbClr val="0000CC"/>
                </a:solidFill>
              </a:rPr>
              <a:t>3</a:t>
            </a:r>
            <a:r>
              <a:rPr lang="en-US" altLang="en-US" sz="2400" i="1">
                <a:solidFill>
                  <a:srgbClr val="0000CC"/>
                </a:solidFill>
              </a:rPr>
              <a:t>p</a:t>
            </a:r>
            <a:r>
              <a:rPr lang="en-US" altLang="en-US" sz="2400" baseline="30000">
                <a:solidFill>
                  <a:srgbClr val="0000CC"/>
                </a:solidFill>
              </a:rPr>
              <a:t>5</a:t>
            </a:r>
            <a:r>
              <a:rPr lang="en-US" altLang="en-US" sz="2400"/>
              <a:t>)</a:t>
            </a:r>
            <a:endParaRPr lang="en-US" altLang="en-US" sz="240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4141" name="TextBox 83"/>
          <p:cNvSpPr txBox="1">
            <a:spLocks noChangeArrowheads="1"/>
          </p:cNvSpPr>
          <p:nvPr/>
        </p:nvSpPr>
        <p:spPr bwMode="auto">
          <a:xfrm>
            <a:off x="755650" y="1700213"/>
            <a:ext cx="256381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baseline="-25000"/>
              <a:t>11</a:t>
            </a:r>
            <a:r>
              <a:rPr lang="en-US" altLang="en-US" sz="2400"/>
              <a:t>Na (1</a:t>
            </a:r>
            <a:r>
              <a:rPr lang="en-US" altLang="en-US" sz="2400" i="1"/>
              <a:t>s</a:t>
            </a:r>
            <a:r>
              <a:rPr lang="en-US" altLang="en-US" sz="2400" baseline="30000"/>
              <a:t>2</a:t>
            </a:r>
            <a:r>
              <a:rPr lang="en-US" altLang="en-US" sz="2400"/>
              <a:t>2</a:t>
            </a:r>
            <a:r>
              <a:rPr lang="en-US" altLang="en-US" sz="2400" i="1"/>
              <a:t>s</a:t>
            </a:r>
            <a:r>
              <a:rPr lang="en-US" altLang="en-US" sz="2400" baseline="30000"/>
              <a:t>2</a:t>
            </a:r>
            <a:r>
              <a:rPr lang="en-US" altLang="en-US" sz="2400"/>
              <a:t>2</a:t>
            </a:r>
            <a:r>
              <a:rPr lang="en-US" altLang="en-US" sz="2400" i="1"/>
              <a:t>p</a:t>
            </a:r>
            <a:r>
              <a:rPr lang="en-US" altLang="en-US" sz="2400" baseline="30000"/>
              <a:t>6</a:t>
            </a:r>
            <a:r>
              <a:rPr lang="en-US" altLang="en-US" sz="2400">
                <a:solidFill>
                  <a:srgbClr val="FF0000"/>
                </a:solidFill>
              </a:rPr>
              <a:t>3</a:t>
            </a:r>
            <a:r>
              <a:rPr lang="en-US" altLang="en-US" sz="2400" i="1">
                <a:solidFill>
                  <a:srgbClr val="FF0000"/>
                </a:solidFill>
              </a:rPr>
              <a:t>s</a:t>
            </a:r>
            <a:r>
              <a:rPr lang="en-US" altLang="en-US" sz="2400" baseline="30000">
                <a:solidFill>
                  <a:srgbClr val="FF0000"/>
                </a:solidFill>
              </a:rPr>
              <a:t>0</a:t>
            </a:r>
            <a:r>
              <a:rPr lang="en-US" altLang="en-US" sz="2400"/>
              <a:t>)</a:t>
            </a:r>
            <a:endParaRPr lang="en-US" altLang="en-US" sz="2400"/>
          </a:p>
        </p:txBody>
      </p:sp>
      <p:sp>
        <p:nvSpPr>
          <p:cNvPr id="4142" name="TextBox 84"/>
          <p:cNvSpPr txBox="1">
            <a:spLocks noChangeArrowheads="1"/>
          </p:cNvSpPr>
          <p:nvPr/>
        </p:nvSpPr>
        <p:spPr bwMode="auto">
          <a:xfrm>
            <a:off x="5003800" y="1557338"/>
            <a:ext cx="3167063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baseline="-25000"/>
              <a:t>17</a:t>
            </a:r>
            <a:r>
              <a:rPr lang="en-US" altLang="en-US" sz="2400"/>
              <a:t>Cl(1</a:t>
            </a:r>
            <a:r>
              <a:rPr lang="en-US" altLang="en-US" sz="2400" i="1"/>
              <a:t>s</a:t>
            </a:r>
            <a:r>
              <a:rPr lang="en-US" altLang="en-US" sz="2400" baseline="30000"/>
              <a:t>2</a:t>
            </a:r>
            <a:r>
              <a:rPr lang="en-US" altLang="en-US" sz="2400"/>
              <a:t>2</a:t>
            </a:r>
            <a:r>
              <a:rPr lang="en-US" altLang="en-US" sz="2400" i="1"/>
              <a:t>s</a:t>
            </a:r>
            <a:r>
              <a:rPr lang="en-US" altLang="en-US" sz="2400" baseline="30000"/>
              <a:t>2</a:t>
            </a:r>
            <a:r>
              <a:rPr lang="en-US" altLang="en-US" sz="2400"/>
              <a:t>2</a:t>
            </a:r>
            <a:r>
              <a:rPr lang="en-US" altLang="en-US" sz="2400" i="1"/>
              <a:t>p</a:t>
            </a:r>
            <a:r>
              <a:rPr lang="en-US" altLang="en-US" sz="2400" baseline="30000"/>
              <a:t>6</a:t>
            </a:r>
            <a:r>
              <a:rPr lang="en-US" altLang="en-US" sz="2400">
                <a:solidFill>
                  <a:srgbClr val="0000CC"/>
                </a:solidFill>
              </a:rPr>
              <a:t>3</a:t>
            </a:r>
            <a:r>
              <a:rPr lang="en-US" altLang="en-US" sz="2400" i="1">
                <a:solidFill>
                  <a:srgbClr val="0000CC"/>
                </a:solidFill>
              </a:rPr>
              <a:t>s</a:t>
            </a:r>
            <a:r>
              <a:rPr lang="en-US" altLang="en-US" sz="2400" baseline="30000">
                <a:solidFill>
                  <a:srgbClr val="0000CC"/>
                </a:solidFill>
              </a:rPr>
              <a:t>2</a:t>
            </a:r>
            <a:r>
              <a:rPr lang="en-US" altLang="en-US" sz="2400">
                <a:solidFill>
                  <a:srgbClr val="0000CC"/>
                </a:solidFill>
              </a:rPr>
              <a:t>3</a:t>
            </a:r>
            <a:r>
              <a:rPr lang="en-US" altLang="en-US" sz="2400" i="1">
                <a:solidFill>
                  <a:srgbClr val="0000CC"/>
                </a:solidFill>
              </a:rPr>
              <a:t>p</a:t>
            </a:r>
            <a:r>
              <a:rPr lang="en-US" altLang="en-US" sz="2400" baseline="30000">
                <a:solidFill>
                  <a:srgbClr val="FF0000"/>
                </a:solidFill>
              </a:rPr>
              <a:t>6</a:t>
            </a:r>
            <a:r>
              <a:rPr lang="en-US" altLang="en-US" sz="2400"/>
              <a:t>)</a:t>
            </a:r>
            <a:endParaRPr lang="en-US" altLang="en-US" sz="240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47" name="TextBox 46"/>
          <p:cNvSpPr txBox="1">
            <a:spLocks noChangeArrowheads="1"/>
          </p:cNvSpPr>
          <p:nvPr/>
        </p:nvSpPr>
        <p:spPr bwMode="auto">
          <a:xfrm>
            <a:off x="3276600" y="1700213"/>
            <a:ext cx="85566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baseline="-25000">
                <a:solidFill>
                  <a:srgbClr val="FF0000"/>
                </a:solidFill>
              </a:rPr>
              <a:t>11</a:t>
            </a:r>
            <a:r>
              <a:rPr lang="en-US" altLang="en-US" sz="2400">
                <a:solidFill>
                  <a:srgbClr val="FF0000"/>
                </a:solidFill>
              </a:rPr>
              <a:t>Na</a:t>
            </a:r>
            <a:r>
              <a:rPr lang="en-US" altLang="en-US" sz="2400" b="1" baseline="30000">
                <a:solidFill>
                  <a:srgbClr val="FF0000"/>
                </a:solidFill>
              </a:rPr>
              <a:t>+</a:t>
            </a:r>
            <a:endParaRPr lang="en-US" altLang="en-US" sz="2400" b="1" baseline="30000">
              <a:solidFill>
                <a:srgbClr val="FF0000"/>
              </a:solidFill>
            </a:endParaRPr>
          </a:p>
        </p:txBody>
      </p:sp>
      <p:sp>
        <p:nvSpPr>
          <p:cNvPr id="48" name="TextBox 47"/>
          <p:cNvSpPr txBox="1">
            <a:spLocks noChangeArrowheads="1"/>
          </p:cNvSpPr>
          <p:nvPr/>
        </p:nvSpPr>
        <p:spPr bwMode="auto">
          <a:xfrm>
            <a:off x="8101013" y="1557338"/>
            <a:ext cx="747712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baseline="-25000">
                <a:solidFill>
                  <a:srgbClr val="0000CC"/>
                </a:solidFill>
              </a:rPr>
              <a:t>17</a:t>
            </a:r>
            <a:r>
              <a:rPr lang="en-US" altLang="en-US" sz="2400">
                <a:solidFill>
                  <a:srgbClr val="0000CC"/>
                </a:solidFill>
              </a:rPr>
              <a:t>Cl</a:t>
            </a:r>
            <a:r>
              <a:rPr lang="en-US" altLang="en-US" sz="2400" b="1" baseline="30000">
                <a:solidFill>
                  <a:srgbClr val="0000CC"/>
                </a:solidFill>
              </a:rPr>
              <a:t>-</a:t>
            </a:r>
            <a:endParaRPr lang="en-US" altLang="en-US" sz="2400" b="1" baseline="30000">
              <a:solidFill>
                <a:srgbClr val="0000CC"/>
              </a:solidFill>
            </a:endParaRPr>
          </a:p>
        </p:txBody>
      </p:sp>
      <p:sp>
        <p:nvSpPr>
          <p:cNvPr id="54" name="TextBox 53"/>
          <p:cNvSpPr txBox="1">
            <a:spLocks noChangeArrowheads="1"/>
          </p:cNvSpPr>
          <p:nvPr/>
        </p:nvSpPr>
        <p:spPr bwMode="auto">
          <a:xfrm>
            <a:off x="4716463" y="188913"/>
            <a:ext cx="181768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b="1"/>
              <a:t>isoelectronic</a:t>
            </a:r>
            <a:endParaRPr lang="en-US" altLang="en-US" sz="2400" b="1"/>
          </a:p>
        </p:txBody>
      </p:sp>
      <p:sp>
        <p:nvSpPr>
          <p:cNvPr id="55" name="TextBox 54"/>
          <p:cNvSpPr txBox="1">
            <a:spLocks noChangeArrowheads="1"/>
          </p:cNvSpPr>
          <p:nvPr/>
        </p:nvSpPr>
        <p:spPr bwMode="auto">
          <a:xfrm>
            <a:off x="3348038" y="5805488"/>
            <a:ext cx="8572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baseline="-25000">
                <a:solidFill>
                  <a:srgbClr val="FF0000"/>
                </a:solidFill>
              </a:rPr>
              <a:t>11</a:t>
            </a:r>
            <a:r>
              <a:rPr lang="en-US" altLang="en-US" sz="2400">
                <a:solidFill>
                  <a:srgbClr val="FF0000"/>
                </a:solidFill>
              </a:rPr>
              <a:t>Na</a:t>
            </a:r>
            <a:r>
              <a:rPr lang="en-US" altLang="en-US" sz="2400" b="1" baseline="30000">
                <a:solidFill>
                  <a:srgbClr val="FF0000"/>
                </a:solidFill>
              </a:rPr>
              <a:t>+</a:t>
            </a:r>
            <a:endParaRPr lang="en-US" altLang="en-US" sz="2400" b="1" baseline="30000">
              <a:solidFill>
                <a:srgbClr val="FF0000"/>
              </a:solidFill>
            </a:endParaRPr>
          </a:p>
        </p:txBody>
      </p:sp>
      <p:sp>
        <p:nvSpPr>
          <p:cNvPr id="56" name="TextBox 55"/>
          <p:cNvSpPr txBox="1">
            <a:spLocks noChangeArrowheads="1"/>
          </p:cNvSpPr>
          <p:nvPr/>
        </p:nvSpPr>
        <p:spPr bwMode="auto">
          <a:xfrm>
            <a:off x="4140200" y="5805488"/>
            <a:ext cx="7493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baseline="-25000">
                <a:solidFill>
                  <a:srgbClr val="0000CC"/>
                </a:solidFill>
              </a:rPr>
              <a:t>17</a:t>
            </a:r>
            <a:r>
              <a:rPr lang="en-US" altLang="en-US" sz="2400">
                <a:solidFill>
                  <a:srgbClr val="0000CC"/>
                </a:solidFill>
              </a:rPr>
              <a:t>Cl</a:t>
            </a:r>
            <a:r>
              <a:rPr lang="en-US" altLang="en-US" sz="2400" b="1" baseline="30000">
                <a:solidFill>
                  <a:srgbClr val="0000CC"/>
                </a:solidFill>
              </a:rPr>
              <a:t>-</a:t>
            </a:r>
            <a:endParaRPr lang="en-US" altLang="en-US" sz="2400" b="1" baseline="30000">
              <a:solidFill>
                <a:srgbClr val="0000CC"/>
              </a:solidFill>
            </a:endParaRPr>
          </a:p>
        </p:txBody>
      </p:sp>
      <p:sp>
        <p:nvSpPr>
          <p:cNvPr id="57" name="TextBox 56"/>
          <p:cNvSpPr txBox="1">
            <a:spLocks noChangeArrowheads="1"/>
          </p:cNvSpPr>
          <p:nvPr/>
        </p:nvSpPr>
        <p:spPr bwMode="auto">
          <a:xfrm>
            <a:off x="5435600" y="6092825"/>
            <a:ext cx="8350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FF0000"/>
                </a:solidFill>
              </a:rPr>
              <a:t>Na</a:t>
            </a:r>
            <a:r>
              <a:rPr lang="en-US" altLang="en-US" sz="2400">
                <a:solidFill>
                  <a:srgbClr val="0000CC"/>
                </a:solidFill>
              </a:rPr>
              <a:t>Cl</a:t>
            </a:r>
            <a:endParaRPr lang="en-US" altLang="en-US" sz="2400">
              <a:solidFill>
                <a:srgbClr val="0000CC"/>
              </a:solidFill>
            </a:endParaRPr>
          </a:p>
        </p:txBody>
      </p:sp>
      <p:sp>
        <p:nvSpPr>
          <p:cNvPr id="58" name="Right Brace 57"/>
          <p:cNvSpPr/>
          <p:nvPr/>
        </p:nvSpPr>
        <p:spPr bwMode="auto">
          <a:xfrm>
            <a:off x="3924300" y="765175"/>
            <a:ext cx="431800" cy="935038"/>
          </a:xfrm>
          <a:prstGeom prst="rightBrace">
            <a:avLst>
              <a:gd name="adj1" fmla="val 8331"/>
              <a:gd name="adj2" fmla="val 50000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cxnSp>
        <p:nvCxnSpPr>
          <p:cNvPr id="61" name="Straight Arrow Connector 60"/>
          <p:cNvCxnSpPr>
            <a:cxnSpLocks noChangeShapeType="1"/>
          </p:cNvCxnSpPr>
          <p:nvPr/>
        </p:nvCxnSpPr>
        <p:spPr bwMode="auto">
          <a:xfrm rot="10800000" flipV="1">
            <a:off x="4356100" y="620713"/>
            <a:ext cx="1008063" cy="504825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4" name="Left Brace 63"/>
          <p:cNvSpPr/>
          <p:nvPr/>
        </p:nvSpPr>
        <p:spPr bwMode="auto">
          <a:xfrm>
            <a:off x="7885113" y="765175"/>
            <a:ext cx="215900" cy="1079500"/>
          </a:xfrm>
          <a:prstGeom prst="leftBrace">
            <a:avLst>
              <a:gd name="adj1" fmla="val 8333"/>
              <a:gd name="adj2" fmla="val 50000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cxnSp>
        <p:nvCxnSpPr>
          <p:cNvPr id="66" name="Straight Arrow Connector 65"/>
          <p:cNvCxnSpPr>
            <a:cxnSpLocks noChangeShapeType="1"/>
          </p:cNvCxnSpPr>
          <p:nvPr/>
        </p:nvCxnSpPr>
        <p:spPr bwMode="auto">
          <a:xfrm>
            <a:off x="6443663" y="620713"/>
            <a:ext cx="1296987" cy="287337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xit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1" dur="500"/>
                                        <p:tgtEl>
                                          <p:spTgt spid="133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2" dur="1000"/>
                                        <p:tgtEl>
                                          <p:spTgt spid="4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5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8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1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43" dur="1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8" dur="2000"/>
                                        <p:tgtEl>
                                          <p:spTgt spid="4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8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3"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6" dur="1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71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5" presetClass="entr" presetSubtype="5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74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9" dur="2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4" grpId="0" animBg="1"/>
      <p:bldP spid="41" grpId="0" animBg="1"/>
      <p:bldP spid="77" grpId="0" animBg="1"/>
      <p:bldP spid="80" grpId="0"/>
      <p:bldP spid="82" grpId="0"/>
      <p:bldP spid="4141" grpId="0"/>
      <p:bldP spid="4142" grpId="0"/>
      <p:bldP spid="47" grpId="0"/>
      <p:bldP spid="48" grpId="0"/>
      <p:bldP spid="54" grpId="0"/>
      <p:bldP spid="55" grpId="0"/>
      <p:bldP spid="56" grpId="0"/>
      <p:bldP spid="57" grpId="0"/>
      <p:bldP spid="58" grpId="0" animBg="1"/>
      <p:bldP spid="64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Electronic Structure</a:t>
            </a:r>
            <a:endParaRPr lang="en-US" altLang="en-US" dirty="0" smtClean="0"/>
          </a:p>
        </p:txBody>
      </p:sp>
      <p:sp>
        <p:nvSpPr>
          <p:cNvPr id="10243" name="Content Placeholder 6"/>
          <p:cNvSpPr>
            <a:spLocks noGrp="1"/>
          </p:cNvSpPr>
          <p:nvPr>
            <p:ph idx="1"/>
          </p:nvPr>
        </p:nvSpPr>
        <p:spPr>
          <a:xfrm>
            <a:off x="685800" y="1371600"/>
            <a:ext cx="8229600" cy="1905000"/>
          </a:xfrm>
        </p:spPr>
        <p:txBody>
          <a:bodyPr/>
          <a:lstStyle/>
          <a:p>
            <a:pPr eaLnBrk="1" hangingPunct="1"/>
            <a:r>
              <a:rPr lang="en-US" altLang="en-US" dirty="0" smtClean="0"/>
              <a:t>This chapter is all about </a:t>
            </a:r>
            <a:r>
              <a:rPr lang="en-US" altLang="en-US" b="1" dirty="0" smtClean="0"/>
              <a:t>electronic structure</a:t>
            </a:r>
            <a:r>
              <a:rPr lang="en-US" altLang="en-US" dirty="0" smtClean="0"/>
              <a:t>—the </a:t>
            </a:r>
            <a:r>
              <a:rPr lang="en-US" altLang="en-US" u="sng" dirty="0" smtClean="0"/>
              <a:t>arrangement</a:t>
            </a:r>
            <a:r>
              <a:rPr lang="en-US" altLang="en-US" dirty="0" smtClean="0"/>
              <a:t> and </a:t>
            </a:r>
            <a:r>
              <a:rPr lang="en-US" altLang="en-US" u="sng" dirty="0" smtClean="0"/>
              <a:t>energy</a:t>
            </a:r>
            <a:r>
              <a:rPr lang="en-US" altLang="en-US" dirty="0" smtClean="0"/>
              <a:t> of electrons.</a:t>
            </a:r>
            <a:endParaRPr lang="en-US" altLang="en-US" dirty="0" smtClean="0"/>
          </a:p>
          <a:p>
            <a:pPr marL="0" indent="0" eaLnBrk="1" hangingPunct="1">
              <a:buNone/>
            </a:pPr>
            <a:endParaRPr lang="en-US" altLang="en-US" dirty="0"/>
          </a:p>
          <a:p>
            <a:pPr marL="0" indent="0" eaLnBrk="1" hangingPunct="1">
              <a:buNone/>
            </a:pPr>
            <a:r>
              <a:rPr lang="en-US" altLang="en-US" sz="2200" dirty="0" smtClean="0">
                <a:solidFill>
                  <a:srgbClr val="FF0000"/>
                </a:solidFill>
              </a:rPr>
              <a:t>Arrangement</a:t>
            </a:r>
            <a:r>
              <a:rPr lang="en-US" altLang="en-US" sz="2200" dirty="0" smtClean="0"/>
              <a:t> – where are they </a:t>
            </a:r>
            <a:r>
              <a:rPr lang="en-US" altLang="en-US" sz="2200" dirty="0" smtClean="0">
                <a:solidFill>
                  <a:srgbClr val="0000FF"/>
                </a:solidFill>
              </a:rPr>
              <a:t>located</a:t>
            </a:r>
            <a:r>
              <a:rPr lang="en-US" altLang="en-US" sz="2200" dirty="0" smtClean="0"/>
              <a:t> with respect to the </a:t>
            </a:r>
            <a:r>
              <a:rPr lang="en-US" altLang="en-US" sz="2200" dirty="0" smtClean="0">
                <a:solidFill>
                  <a:srgbClr val="0000FF"/>
                </a:solidFill>
              </a:rPr>
              <a:t>nucleus</a:t>
            </a:r>
            <a:r>
              <a:rPr lang="en-US" altLang="en-US" sz="2200" dirty="0" smtClean="0"/>
              <a:t>?</a:t>
            </a:r>
            <a:endParaRPr lang="en-US" altLang="en-US" sz="2200" dirty="0"/>
          </a:p>
          <a:p>
            <a:pPr marL="0" indent="0" eaLnBrk="1" hangingPunct="1">
              <a:buNone/>
            </a:pPr>
            <a:r>
              <a:rPr lang="en-US" altLang="en-US" sz="2200" dirty="0" smtClean="0">
                <a:solidFill>
                  <a:srgbClr val="FF0000"/>
                </a:solidFill>
              </a:rPr>
              <a:t>Energy</a:t>
            </a:r>
            <a:r>
              <a:rPr lang="en-US" altLang="en-US" sz="2200" dirty="0" smtClean="0"/>
              <a:t> – how energetic are they (</a:t>
            </a:r>
            <a:r>
              <a:rPr lang="en-US" altLang="en-US" sz="2200" dirty="0" smtClean="0">
                <a:solidFill>
                  <a:srgbClr val="0000FF"/>
                </a:solidFill>
              </a:rPr>
              <a:t>core</a:t>
            </a:r>
            <a:r>
              <a:rPr lang="en-US" altLang="en-US" sz="2200" dirty="0" smtClean="0"/>
              <a:t> or </a:t>
            </a:r>
            <a:r>
              <a:rPr lang="en-US" altLang="en-US" sz="2200" dirty="0" smtClean="0">
                <a:solidFill>
                  <a:srgbClr val="0000FF"/>
                </a:solidFill>
              </a:rPr>
              <a:t>valence </a:t>
            </a:r>
            <a:r>
              <a:rPr lang="en-US" altLang="en-US" sz="2200" dirty="0" smtClean="0"/>
              <a:t>electrons)?</a:t>
            </a:r>
            <a:endParaRPr lang="en-US" altLang="en-US" sz="2200" dirty="0" smtClean="0"/>
          </a:p>
          <a:p>
            <a:pPr marL="0" indent="0" eaLnBrk="1" hangingPunct="1">
              <a:buNone/>
            </a:pPr>
            <a:endParaRPr lang="en-US" altLang="en-US" sz="2200" dirty="0"/>
          </a:p>
          <a:p>
            <a:pPr marL="0" indent="0" eaLnBrk="1" hangingPunct="1">
              <a:buNone/>
            </a:pPr>
            <a:r>
              <a:rPr lang="en-US" altLang="en-US" sz="2200" dirty="0" smtClean="0"/>
              <a:t>Any </a:t>
            </a:r>
            <a:r>
              <a:rPr lang="en-US" altLang="en-US" sz="2200" dirty="0" smtClean="0">
                <a:solidFill>
                  <a:srgbClr val="FF0000"/>
                </a:solidFill>
              </a:rPr>
              <a:t>similarity</a:t>
            </a:r>
            <a:r>
              <a:rPr lang="en-US" altLang="en-US" sz="2200" dirty="0" smtClean="0"/>
              <a:t> between elements? – determined by similar </a:t>
            </a:r>
            <a:r>
              <a:rPr lang="en-US" altLang="en-US" sz="2200" dirty="0" smtClean="0">
                <a:solidFill>
                  <a:srgbClr val="0000FF"/>
                </a:solidFill>
              </a:rPr>
              <a:t>electronic structure </a:t>
            </a:r>
            <a:r>
              <a:rPr lang="en-US" altLang="en-US" sz="2200" dirty="0" smtClean="0"/>
              <a:t>– </a:t>
            </a:r>
            <a:r>
              <a:rPr lang="en-US" altLang="en-US" sz="2200" b="1" u="sng" dirty="0" smtClean="0"/>
              <a:t>periodicity</a:t>
            </a:r>
            <a:r>
              <a:rPr lang="en-US" altLang="en-US" sz="2200" b="1" dirty="0" smtClean="0"/>
              <a:t> (CHAPTER 7)</a:t>
            </a:r>
            <a:endParaRPr lang="en-US" altLang="en-US" sz="2200" b="1" u="sng" dirty="0" smtClean="0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Grp="1" noChangeArrowheads="1"/>
          </p:cNvSpPr>
          <p:nvPr>
            <p:ph type="title"/>
          </p:nvPr>
        </p:nvSpPr>
        <p:spPr>
          <a:xfrm>
            <a:off x="285750" y="1143000"/>
            <a:ext cx="8426450" cy="1109663"/>
          </a:xfrm>
        </p:spPr>
        <p:txBody>
          <a:bodyPr/>
          <a:lstStyle/>
          <a:p>
            <a:pPr eaLnBrk="1" hangingPunct="1"/>
            <a:r>
              <a:rPr lang="en-US" altLang="zh-CN" dirty="0" smtClean="0"/>
              <a:t>Periodic Table - Periodicity</a:t>
            </a:r>
            <a:endParaRPr lang="en-US" dirty="0"/>
          </a:p>
        </p:txBody>
      </p:sp>
      <p:pic>
        <p:nvPicPr>
          <p:cNvPr id="98308" name="Picture 5" descr="02_18_Figure.jpg"/>
          <p:cNvPicPr>
            <a:picLocks noChangeAspect="1"/>
          </p:cNvPicPr>
          <p:nvPr/>
        </p:nvPicPr>
        <p:blipFill>
          <a:blip r:embed="rId1" cstate="print"/>
          <a:srcRect b="4701"/>
          <a:stretch>
            <a:fillRect/>
          </a:stretch>
        </p:blipFill>
        <p:spPr bwMode="auto">
          <a:xfrm>
            <a:off x="855663" y="2438400"/>
            <a:ext cx="7286625" cy="2763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Pauli Exclusion Principle</a:t>
            </a:r>
            <a:endParaRPr lang="en-US" altLang="en-US" dirty="0" smtClean="0"/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914400" y="1447800"/>
            <a:ext cx="7543800" cy="4114800"/>
          </a:xfrm>
        </p:spPr>
        <p:txBody>
          <a:bodyPr/>
          <a:lstStyle/>
          <a:p>
            <a:pPr eaLnBrk="1" hangingPunct="1"/>
            <a:r>
              <a:rPr lang="en-US" alt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 two electrons in the same atom can have exactly the same energy.</a:t>
            </a:r>
            <a:endParaRPr lang="en-US" altLang="en-US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endParaRPr lang="en-US" altLang="en-US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r>
              <a:rPr lang="en-US" alt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Therefore, no two electrons in the same atom can have identical sets of </a:t>
            </a:r>
            <a:r>
              <a:rPr lang="en-US" altLang="en-US" sz="2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quantum numbers</a:t>
            </a:r>
            <a:r>
              <a:rPr lang="en-US" alt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en-US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endParaRPr lang="en-US" altLang="en-US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r>
              <a:rPr lang="en-US" alt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This means that every electron in an atom must differ by at least one of the </a:t>
            </a:r>
            <a:r>
              <a:rPr lang="en-US" altLang="en-US" sz="2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four quantum number </a:t>
            </a:r>
            <a:r>
              <a:rPr lang="en-US" alt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values: </a:t>
            </a:r>
            <a:r>
              <a:rPr lang="en-US" altLang="en-US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en-US" sz="2800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altLang="en-US" sz="28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en-US" sz="2800" i="1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en-US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custDataLst>
      <p:tags r:id="rId1"/>
    </p:custData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152400"/>
            <a:ext cx="9144000" cy="1143000"/>
          </a:xfrm>
        </p:spPr>
        <p:txBody>
          <a:bodyPr/>
          <a:lstStyle/>
          <a:p>
            <a:pPr eaLnBrk="1" hangingPunct="1"/>
            <a:r>
              <a:rPr lang="en-US" altLang="en-US" sz="3600" b="1" dirty="0" smtClean="0"/>
              <a:t>Electron Configurations</a:t>
            </a:r>
            <a:endParaRPr lang="en-US" altLang="en-US" sz="3600" b="1" dirty="0" smtClean="0"/>
          </a:p>
        </p:txBody>
      </p:sp>
      <p:sp>
        <p:nvSpPr>
          <p:cNvPr id="47107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1600200" y="1371600"/>
            <a:ext cx="7239000" cy="4800600"/>
          </a:xfrm>
        </p:spPr>
        <p:txBody>
          <a:bodyPr/>
          <a:lstStyle/>
          <a:p>
            <a:pPr eaLnBrk="1" hangingPunct="1"/>
            <a:r>
              <a:rPr lang="en-US" altLang="en-US" sz="2800" dirty="0" smtClean="0"/>
              <a:t>The way electrons are distributed in an atom is called its </a:t>
            </a:r>
            <a:r>
              <a:rPr lang="en-US" altLang="en-US" sz="2800" b="1" dirty="0" smtClean="0"/>
              <a:t>electron configuration</a:t>
            </a:r>
            <a:r>
              <a:rPr lang="en-US" altLang="en-US" sz="2800" dirty="0" smtClean="0"/>
              <a:t>.</a:t>
            </a:r>
            <a:endParaRPr lang="en-US" altLang="en-US" sz="2800" dirty="0" smtClean="0"/>
          </a:p>
          <a:p>
            <a:pPr eaLnBrk="1" hangingPunct="1"/>
            <a:r>
              <a:rPr lang="en-US" altLang="en-US" sz="2800" dirty="0" smtClean="0"/>
              <a:t>The most stable organization is the lowest possible energy, called the </a:t>
            </a:r>
            <a:r>
              <a:rPr lang="en-US" altLang="en-US" sz="2800" b="1" dirty="0" smtClean="0"/>
              <a:t>ground state</a:t>
            </a:r>
            <a:r>
              <a:rPr lang="en-US" altLang="en-US" sz="2800" dirty="0" smtClean="0"/>
              <a:t>.</a:t>
            </a:r>
            <a:endParaRPr lang="en-US" altLang="en-US" sz="2800" dirty="0" smtClean="0"/>
          </a:p>
          <a:p>
            <a:pPr eaLnBrk="1" hangingPunct="1"/>
            <a:r>
              <a:rPr lang="en-US" altLang="en-US" sz="2800" dirty="0" smtClean="0"/>
              <a:t>Each component consists of </a:t>
            </a:r>
            <a:endParaRPr lang="en-US" altLang="en-US" sz="2800" dirty="0" smtClean="0"/>
          </a:p>
          <a:p>
            <a:pPr lvl="1" eaLnBrk="1" hangingPunct="1"/>
            <a:r>
              <a:rPr lang="en-US" altLang="en-US" dirty="0" smtClean="0"/>
              <a:t>a number denoting the energy level;</a:t>
            </a:r>
            <a:endParaRPr lang="en-US" altLang="en-US" dirty="0" smtClean="0"/>
          </a:p>
          <a:p>
            <a:pPr lvl="1" eaLnBrk="1" hangingPunct="1"/>
            <a:r>
              <a:rPr lang="en-US" altLang="en-US" dirty="0" smtClean="0"/>
              <a:t>a letter denoting the type of orbital;</a:t>
            </a:r>
            <a:endParaRPr lang="en-US" altLang="en-US" dirty="0" smtClean="0"/>
          </a:p>
          <a:p>
            <a:pPr lvl="1" eaLnBrk="1" hangingPunct="1"/>
            <a:r>
              <a:rPr lang="en-US" altLang="en-US" dirty="0" smtClean="0"/>
              <a:t>a superscript denoting the number of electrons in those orbitals.</a:t>
            </a:r>
            <a:endParaRPr lang="en-US" altLang="en-US" dirty="0" smtClean="0">
              <a:solidFill>
                <a:srgbClr val="072E93"/>
              </a:solidFill>
            </a:endParaRPr>
          </a:p>
        </p:txBody>
      </p:sp>
      <p:sp>
        <p:nvSpPr>
          <p:cNvPr id="47109" name="TextBox 2"/>
          <p:cNvSpPr txBox="1">
            <a:spLocks noChangeArrowheads="1"/>
          </p:cNvSpPr>
          <p:nvPr/>
        </p:nvSpPr>
        <p:spPr bwMode="auto">
          <a:xfrm>
            <a:off x="225425" y="825500"/>
            <a:ext cx="1600200" cy="1092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1pPr>
            <a:lvl2pPr marL="742950" indent="-285750"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2pPr>
            <a:lvl3pPr marL="1143000" indent="-228600"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3pPr>
            <a:lvl4pPr marL="1600200" indent="-228600"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4pPr>
            <a:lvl5pPr marL="2057400" indent="-228600"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9pPr>
          </a:lstStyle>
          <a:p>
            <a:r>
              <a:rPr lang="en-US" altLang="en-US" sz="6500" b="0" dirty="0">
                <a:solidFill>
                  <a:schemeClr val="accent1"/>
                </a:solidFill>
                <a:latin typeface="Times New Roman" panose="02020603050405020304" pitchFamily="18" charset="0"/>
              </a:rPr>
              <a:t>4</a:t>
            </a:r>
            <a:r>
              <a:rPr lang="en-US" altLang="en-US" sz="6500" b="0" i="1" dirty="0">
                <a:solidFill>
                  <a:schemeClr val="accent1"/>
                </a:solidFill>
                <a:latin typeface="Times New Roman" panose="02020603050405020304" pitchFamily="18" charset="0"/>
              </a:rPr>
              <a:t>p</a:t>
            </a:r>
            <a:r>
              <a:rPr lang="en-US" altLang="en-US" sz="6500" b="0" baseline="30000" dirty="0">
                <a:solidFill>
                  <a:srgbClr val="072E93"/>
                </a:solidFill>
                <a:latin typeface="Times New Roman" panose="02020603050405020304" pitchFamily="18" charset="0"/>
              </a:rPr>
              <a:t>5</a:t>
            </a:r>
            <a:endParaRPr lang="en-US" altLang="en-US" sz="6500" b="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 advClick="0" advTm="10000"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-21336"/>
            <a:ext cx="9144000" cy="1143000"/>
          </a:xfrm>
        </p:spPr>
        <p:txBody>
          <a:bodyPr/>
          <a:lstStyle/>
          <a:p>
            <a:pPr eaLnBrk="1" hangingPunct="1"/>
            <a:r>
              <a:rPr lang="en-US" altLang="en-US" sz="3600" b="1" dirty="0" smtClean="0"/>
              <a:t>Electron Configurations</a:t>
            </a:r>
            <a:endParaRPr lang="en-US" altLang="en-US" sz="3600" b="1" dirty="0" smtClean="0"/>
          </a:p>
        </p:txBody>
      </p:sp>
      <p:pic>
        <p:nvPicPr>
          <p:cNvPr id="2050" name="Picture 2" descr="https://timgsa.baidu.com/timg?image&amp;quality=80&amp;size=b9999_10000&amp;sec=1508987892&amp;di=b06767ccb5da4cc974f85c3dc1c45653&amp;imgtype=jpg&amp;er=1&amp;src=http%3A%2F%2Fo.quizlet.com%2Fi%2FKHqFrTFVq9IpecBeO6uqqg.jp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1821597"/>
            <a:ext cx="5257800" cy="47215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矩形 2"/>
          <p:cNvSpPr/>
          <p:nvPr/>
        </p:nvSpPr>
        <p:spPr>
          <a:xfrm>
            <a:off x="401607" y="990600"/>
            <a:ext cx="851379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chemeClr val="tx1"/>
                </a:solidFill>
              </a:rPr>
              <a:t>The </a:t>
            </a:r>
            <a:r>
              <a:rPr lang="en-US" altLang="zh-CN" b="0" dirty="0" err="1">
                <a:solidFill>
                  <a:schemeClr val="tx1"/>
                </a:solidFill>
              </a:rPr>
              <a:t>aufbau</a:t>
            </a:r>
            <a:r>
              <a:rPr lang="en-US" altLang="zh-CN" b="0" dirty="0">
                <a:solidFill>
                  <a:schemeClr val="tx1"/>
                </a:solidFill>
              </a:rPr>
              <a:t> </a:t>
            </a:r>
            <a:r>
              <a:rPr lang="en-US" altLang="zh-CN" b="0" dirty="0" smtClean="0">
                <a:solidFill>
                  <a:schemeClr val="tx1"/>
                </a:solidFill>
              </a:rPr>
              <a:t>principle - </a:t>
            </a:r>
            <a:r>
              <a:rPr lang="en-US" altLang="zh-CN" b="0" dirty="0">
                <a:solidFill>
                  <a:schemeClr val="tx1"/>
                </a:solidFill>
                <a:hlinkClick r:id="rId2" tooltip="Electron"/>
              </a:rPr>
              <a:t>electrons</a:t>
            </a:r>
            <a:r>
              <a:rPr lang="en-US" altLang="zh-CN" b="0" dirty="0">
                <a:solidFill>
                  <a:schemeClr val="tx1"/>
                </a:solidFill>
              </a:rPr>
              <a:t> fill </a:t>
            </a:r>
            <a:r>
              <a:rPr lang="en-US" altLang="zh-CN" b="0" dirty="0">
                <a:solidFill>
                  <a:schemeClr val="tx1"/>
                </a:solidFill>
                <a:hlinkClick r:id="rId3" tooltip="Atomic orbital"/>
              </a:rPr>
              <a:t>atomic orbitals</a:t>
            </a:r>
            <a:r>
              <a:rPr lang="en-US" altLang="zh-CN" b="0" dirty="0">
                <a:solidFill>
                  <a:schemeClr val="tx1"/>
                </a:solidFill>
              </a:rPr>
              <a:t> of the lowest available </a:t>
            </a:r>
            <a:r>
              <a:rPr lang="en-US" altLang="zh-CN" b="0" dirty="0">
                <a:solidFill>
                  <a:schemeClr val="tx1"/>
                </a:solidFill>
                <a:hlinkClick r:id="rId4" tooltip="Energy level"/>
              </a:rPr>
              <a:t>energy levels</a:t>
            </a:r>
            <a:r>
              <a:rPr lang="en-US" altLang="zh-CN" b="0" dirty="0">
                <a:solidFill>
                  <a:schemeClr val="tx1"/>
                </a:solidFill>
              </a:rPr>
              <a:t> before occupying higher levels </a:t>
            </a:r>
            <a:endParaRPr lang="zh-CN" altLang="en-US" b="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slow" advClick="0" advTm="10000"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Orbital Diagrams</a:t>
            </a:r>
            <a:endParaRPr lang="en-US" altLang="en-US" smtClean="0"/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762000" y="1368425"/>
            <a:ext cx="4267200" cy="4648200"/>
          </a:xfrm>
        </p:spPr>
        <p:txBody>
          <a:bodyPr/>
          <a:lstStyle/>
          <a:p>
            <a:pPr eaLnBrk="1" hangingPunct="1"/>
            <a:r>
              <a:rPr lang="en-US" altLang="en-US" sz="2800" smtClean="0"/>
              <a:t>Each box in the diagram represents one orbital.</a:t>
            </a:r>
            <a:endParaRPr lang="en-US" altLang="en-US" sz="2800" smtClean="0"/>
          </a:p>
          <a:p>
            <a:pPr eaLnBrk="1" hangingPunct="1"/>
            <a:r>
              <a:rPr lang="en-US" altLang="en-US" sz="2800" smtClean="0"/>
              <a:t>Half-arrows represent the electrons.</a:t>
            </a:r>
            <a:endParaRPr lang="en-US" altLang="en-US" sz="2800" smtClean="0"/>
          </a:p>
          <a:p>
            <a:pPr eaLnBrk="1" hangingPunct="1"/>
            <a:r>
              <a:rPr lang="en-US" altLang="en-US" sz="2800" smtClean="0"/>
              <a:t>The direction of the arrow represents the relative spin of the electron.</a:t>
            </a:r>
            <a:endParaRPr lang="en-US" altLang="en-US" sz="2800" smtClean="0"/>
          </a:p>
        </p:txBody>
      </p:sp>
      <p:pic>
        <p:nvPicPr>
          <p:cNvPr id="48132" name="Picture 6" descr="C:\Documents and Settings\GEX\Desktop\51579 image ppt\Chapter 06\06_Pg237_UnFigure_1.jpg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07025" y="2398713"/>
            <a:ext cx="3130550" cy="149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 eaLnBrk="1" hangingPunct="1"/>
            <a:r>
              <a:rPr lang="en-US" altLang="en-US" smtClean="0"/>
              <a:t>Hund’s Rule</a:t>
            </a:r>
            <a:endParaRPr lang="en-US" altLang="en-US" smtClean="0"/>
          </a:p>
        </p:txBody>
      </p:sp>
      <p:sp>
        <p:nvSpPr>
          <p:cNvPr id="49155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6019800" y="1012825"/>
            <a:ext cx="2895600" cy="4038600"/>
          </a:xfrm>
        </p:spPr>
        <p:txBody>
          <a:bodyPr/>
          <a:lstStyle/>
          <a:p>
            <a:pPr marL="0" indent="0" eaLnBrk="1" hangingPunct="1">
              <a:buFontTx/>
              <a:buNone/>
            </a:pPr>
            <a:r>
              <a:rPr lang="en-US" altLang="en-US" sz="2800" dirty="0" smtClean="0"/>
              <a:t>“For degenerate orbitals, the lowest energy is attained when the </a:t>
            </a:r>
            <a:r>
              <a:rPr lang="en-US" altLang="en-US" sz="2800" dirty="0" smtClean="0">
                <a:solidFill>
                  <a:srgbClr val="0000FF"/>
                </a:solidFill>
              </a:rPr>
              <a:t>number of electrons with the same spin </a:t>
            </a:r>
            <a:r>
              <a:rPr lang="en-US" altLang="en-US" sz="2800" dirty="0" smtClean="0"/>
              <a:t>is maximized.”</a:t>
            </a:r>
            <a:endParaRPr lang="en-US" altLang="en-US" sz="2800" dirty="0" smtClean="0"/>
          </a:p>
        </p:txBody>
      </p:sp>
      <p:sp>
        <p:nvSpPr>
          <p:cNvPr id="49156" name="TextBox 1"/>
          <p:cNvSpPr txBox="1">
            <a:spLocks noChangeArrowheads="1"/>
          </p:cNvSpPr>
          <p:nvPr/>
        </p:nvSpPr>
        <p:spPr bwMode="auto">
          <a:xfrm>
            <a:off x="34925" y="4829175"/>
            <a:ext cx="7848600" cy="1570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1pPr>
            <a:lvl2pPr marL="742950" indent="-285750"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2pPr>
            <a:lvl3pPr marL="1143000" indent="-228600"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3pPr>
            <a:lvl4pPr marL="1600200" indent="-228600"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4pPr>
            <a:lvl5pPr marL="2057400" indent="-228600"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C82E32"/>
                </a:solidFill>
                <a:latin typeface="Arial" panose="020B0604020202020204" pitchFamily="34" charset="0"/>
                <a:ea typeface="MS PGothic" panose="020B0600070205080204" charset="-128"/>
              </a:defRPr>
            </a:lvl9pPr>
          </a:lstStyle>
          <a:p>
            <a:pPr algn="l"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en-US" altLang="en-US" b="0">
                <a:solidFill>
                  <a:schemeClr val="tx2"/>
                </a:solidFill>
              </a:rPr>
              <a:t>This means that, for a set of orbitals in the same sublevel, there must be </a:t>
            </a:r>
            <a:r>
              <a:rPr lang="en-US" altLang="en-US" b="0" i="1">
                <a:solidFill>
                  <a:schemeClr val="tx2"/>
                </a:solidFill>
              </a:rPr>
              <a:t>one</a:t>
            </a:r>
            <a:r>
              <a:rPr lang="en-US" altLang="en-US" b="0">
                <a:solidFill>
                  <a:schemeClr val="tx2"/>
                </a:solidFill>
              </a:rPr>
              <a:t> electron in each orbital before pairing </a:t>
            </a:r>
            <a:r>
              <a:rPr lang="en-US" altLang="en-US" b="0" i="1">
                <a:solidFill>
                  <a:schemeClr val="tx2"/>
                </a:solidFill>
              </a:rPr>
              <a:t>and</a:t>
            </a:r>
            <a:r>
              <a:rPr lang="en-US" altLang="en-US" b="0">
                <a:solidFill>
                  <a:schemeClr val="tx2"/>
                </a:solidFill>
              </a:rPr>
              <a:t> the electrons have the </a:t>
            </a:r>
            <a:r>
              <a:rPr lang="en-US" altLang="en-US" b="0" i="1">
                <a:solidFill>
                  <a:schemeClr val="tx2"/>
                </a:solidFill>
              </a:rPr>
              <a:t>same</a:t>
            </a:r>
            <a:r>
              <a:rPr lang="en-US" altLang="en-US" b="0">
                <a:solidFill>
                  <a:schemeClr val="tx2"/>
                </a:solidFill>
              </a:rPr>
              <a:t> spin, as much as possible.</a:t>
            </a:r>
            <a:endParaRPr lang="en-US" altLang="en-US" b="0">
              <a:solidFill>
                <a:schemeClr val="tx2"/>
              </a:solidFill>
            </a:endParaRPr>
          </a:p>
        </p:txBody>
      </p:sp>
      <p:pic>
        <p:nvPicPr>
          <p:cNvPr id="49157" name="Picture 7" descr="C:\Documents and Settings\GEX\Desktop\51579 image ppt\Chapter 06\06_03_Table.jpg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143000"/>
            <a:ext cx="4724400" cy="344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Title 1"/>
          <p:cNvSpPr>
            <a:spLocks noGrp="1"/>
          </p:cNvSpPr>
          <p:nvPr>
            <p:ph type="title"/>
          </p:nvPr>
        </p:nvSpPr>
        <p:spPr>
          <a:xfrm>
            <a:off x="9525" y="9525"/>
            <a:ext cx="9144000" cy="1143000"/>
          </a:xfrm>
        </p:spPr>
        <p:txBody>
          <a:bodyPr/>
          <a:lstStyle/>
          <a:p>
            <a:r>
              <a:rPr lang="en-US" altLang="en-US" sz="3200" b="1" u="sng" dirty="0" smtClean="0">
                <a:solidFill>
                  <a:srgbClr val="FF0000"/>
                </a:solidFill>
              </a:rPr>
              <a:t>Condensed</a:t>
            </a:r>
            <a:r>
              <a:rPr lang="en-US" altLang="en-US" sz="3200" b="1" dirty="0" smtClean="0"/>
              <a:t> Electron Configurations</a:t>
            </a:r>
            <a:endParaRPr lang="en-US" altLang="en-US" sz="3200" b="1" dirty="0" smtClean="0"/>
          </a:p>
        </p:txBody>
      </p:sp>
      <p:sp>
        <p:nvSpPr>
          <p:cNvPr id="50179" name="Text Placeholder 3"/>
          <p:cNvSpPr>
            <a:spLocks noGrp="1"/>
          </p:cNvSpPr>
          <p:nvPr>
            <p:ph type="body" sz="half" idx="2"/>
          </p:nvPr>
        </p:nvSpPr>
        <p:spPr>
          <a:xfrm>
            <a:off x="2286000" y="990600"/>
            <a:ext cx="6553200" cy="4953000"/>
          </a:xfrm>
        </p:spPr>
        <p:txBody>
          <a:bodyPr/>
          <a:lstStyle/>
          <a:p>
            <a:r>
              <a:rPr lang="en-US" altLang="en-US" sz="2800" dirty="0" smtClean="0"/>
              <a:t>Elements in the same group of the periodic table have the same number of electrons in the </a:t>
            </a:r>
            <a:r>
              <a:rPr lang="en-US" altLang="en-US" sz="2800" u="sng" dirty="0" smtClean="0">
                <a:solidFill>
                  <a:srgbClr val="FF0000"/>
                </a:solidFill>
              </a:rPr>
              <a:t>outer most shell</a:t>
            </a:r>
            <a:r>
              <a:rPr lang="en-US" altLang="en-US" sz="2800" dirty="0" smtClean="0"/>
              <a:t>.  These are the </a:t>
            </a:r>
            <a:r>
              <a:rPr lang="en-US" altLang="en-US" sz="2800" b="1" dirty="0" smtClean="0"/>
              <a:t>valence electrons</a:t>
            </a:r>
            <a:r>
              <a:rPr lang="en-US" altLang="en-US" sz="2800" dirty="0" smtClean="0"/>
              <a:t>.</a:t>
            </a:r>
            <a:endParaRPr lang="en-US" altLang="en-US" sz="2800" dirty="0" smtClean="0"/>
          </a:p>
          <a:p>
            <a:r>
              <a:rPr lang="en-US" altLang="en-US" sz="2800" dirty="0" smtClean="0"/>
              <a:t>The filled inner shell electrons are called </a:t>
            </a:r>
            <a:r>
              <a:rPr lang="en-US" altLang="en-US" sz="2800" b="1" dirty="0" smtClean="0"/>
              <a:t>core electrons</a:t>
            </a:r>
            <a:r>
              <a:rPr lang="en-US" altLang="en-US" sz="2800" dirty="0" smtClean="0"/>
              <a:t>. These include completely filled </a:t>
            </a:r>
            <a:r>
              <a:rPr lang="en-US" altLang="en-US" sz="2800" i="1" dirty="0" smtClean="0"/>
              <a:t>d</a:t>
            </a:r>
            <a:r>
              <a:rPr lang="en-US" altLang="en-US" sz="2800" dirty="0" smtClean="0"/>
              <a:t> or </a:t>
            </a:r>
            <a:r>
              <a:rPr lang="en-US" altLang="en-US" sz="2800" i="1" dirty="0" smtClean="0"/>
              <a:t>f</a:t>
            </a:r>
            <a:r>
              <a:rPr lang="en-US" altLang="en-US" sz="2800" dirty="0" smtClean="0"/>
              <a:t> sublevels.</a:t>
            </a:r>
            <a:endParaRPr lang="en-US" altLang="en-US" sz="2800" dirty="0" smtClean="0"/>
          </a:p>
          <a:p>
            <a:r>
              <a:rPr lang="en-US" altLang="en-US" sz="2800" dirty="0" smtClean="0"/>
              <a:t>We write a </a:t>
            </a:r>
            <a:r>
              <a:rPr lang="en-US" altLang="en-US" sz="2800" u="sng" dirty="0" smtClean="0">
                <a:solidFill>
                  <a:srgbClr val="FF0000"/>
                </a:solidFill>
              </a:rPr>
              <a:t>shortened version </a:t>
            </a:r>
            <a:r>
              <a:rPr lang="en-US" altLang="en-US" sz="2800" dirty="0" smtClean="0"/>
              <a:t>of an electron configuration using brackets around a noble gas symbol and listing only valence electrons.</a:t>
            </a:r>
            <a:endParaRPr lang="en-US" altLang="en-US" sz="2800" dirty="0" smtClean="0"/>
          </a:p>
        </p:txBody>
      </p:sp>
      <p:pic>
        <p:nvPicPr>
          <p:cNvPr id="50180" name="Picture 6" descr="C:\Documents and Settings\GEX\Desktop\51579 image ppt\Chapter 06\06_29_Figure.jpg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338" y="1066800"/>
            <a:ext cx="931862" cy="502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/>
          <p:cNvSpPr/>
          <p:nvPr/>
        </p:nvSpPr>
        <p:spPr bwMode="auto">
          <a:xfrm>
            <a:off x="762000" y="2057400"/>
            <a:ext cx="685800" cy="685800"/>
          </a:xfrm>
          <a:prstGeom prst="rect">
            <a:avLst/>
          </a:prstGeom>
          <a:noFill/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MS PGothic" panose="020B0600070205080204" charset="-128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9525"/>
            <a:ext cx="9144000" cy="981075"/>
          </a:xfrm>
        </p:spPr>
        <p:txBody>
          <a:bodyPr/>
          <a:lstStyle/>
          <a:p>
            <a:pPr eaLnBrk="1" hangingPunct="1"/>
            <a:r>
              <a:rPr lang="en-US" altLang="en-US" sz="3200" b="1" dirty="0" smtClean="0"/>
              <a:t>Periodic Table</a:t>
            </a:r>
            <a:endParaRPr lang="en-US" altLang="en-US" sz="3200" b="1" dirty="0" smtClean="0"/>
          </a:p>
        </p:txBody>
      </p:sp>
      <p:sp>
        <p:nvSpPr>
          <p:cNvPr id="5120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21456" y="990600"/>
            <a:ext cx="8701088" cy="2590800"/>
          </a:xfrm>
        </p:spPr>
        <p:txBody>
          <a:bodyPr/>
          <a:lstStyle/>
          <a:p>
            <a:pPr eaLnBrk="1" hangingPunct="1"/>
            <a:r>
              <a:rPr lang="en-US" altLang="en-US" sz="2800" dirty="0" smtClean="0"/>
              <a:t>We fill orbitals in increasing order of energy.</a:t>
            </a:r>
            <a:endParaRPr lang="en-US" altLang="en-US" sz="2800" dirty="0" smtClean="0"/>
          </a:p>
          <a:p>
            <a:pPr eaLnBrk="1" hangingPunct="1"/>
            <a:r>
              <a:rPr lang="en-US" altLang="en-US" sz="2800" dirty="0" smtClean="0"/>
              <a:t>Different blocks on the periodic table correspond to different types of orbitals: </a:t>
            </a:r>
            <a:r>
              <a:rPr lang="en-US" altLang="en-US" sz="2800" i="1" dirty="0" smtClean="0"/>
              <a:t>s</a:t>
            </a:r>
            <a:r>
              <a:rPr lang="en-US" altLang="en-US" sz="2800" dirty="0" smtClean="0"/>
              <a:t> = blue, </a:t>
            </a:r>
            <a:r>
              <a:rPr lang="en-US" altLang="en-US" sz="2800" i="1" dirty="0" smtClean="0"/>
              <a:t>p</a:t>
            </a:r>
            <a:r>
              <a:rPr lang="en-US" altLang="en-US" sz="2800" dirty="0" smtClean="0"/>
              <a:t> = pink (</a:t>
            </a:r>
            <a:r>
              <a:rPr lang="en-US" altLang="en-US" sz="2800" i="1" dirty="0" smtClean="0"/>
              <a:t>s</a:t>
            </a:r>
            <a:r>
              <a:rPr lang="en-US" altLang="en-US" sz="2800" dirty="0" smtClean="0"/>
              <a:t> and </a:t>
            </a:r>
            <a:r>
              <a:rPr lang="en-US" altLang="en-US" sz="2800" i="1" dirty="0" smtClean="0"/>
              <a:t>p</a:t>
            </a:r>
            <a:r>
              <a:rPr lang="en-US" altLang="en-US" sz="2800" dirty="0" smtClean="0"/>
              <a:t> are representative elements); </a:t>
            </a:r>
            <a:r>
              <a:rPr lang="en-US" altLang="en-US" sz="2800" i="1" dirty="0" smtClean="0"/>
              <a:t>d</a:t>
            </a:r>
            <a:r>
              <a:rPr lang="en-US" altLang="en-US" sz="2800" dirty="0" smtClean="0"/>
              <a:t> = orange (transition elements); </a:t>
            </a:r>
            <a:r>
              <a:rPr lang="en-US" altLang="en-US" sz="2800" i="1" dirty="0" smtClean="0"/>
              <a:t>f</a:t>
            </a:r>
            <a:r>
              <a:rPr lang="en-US" altLang="en-US" sz="2800" dirty="0" smtClean="0"/>
              <a:t> = tan (lanthanides and actinides, or inner transition elements)</a:t>
            </a:r>
            <a:endParaRPr lang="en-US" altLang="en-US" sz="2800" dirty="0" smtClean="0"/>
          </a:p>
        </p:txBody>
      </p:sp>
      <p:pic>
        <p:nvPicPr>
          <p:cNvPr id="51204" name="Picture 6" descr="C:\Documents and Settings\GEX\Desktop\51579 image ppt\Chapter 06\06_30_Figure.jpg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2411" y="3886200"/>
            <a:ext cx="6982389" cy="1865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600" b="1" dirty="0" smtClean="0"/>
              <a:t>Some Anomalies</a:t>
            </a:r>
            <a:endParaRPr lang="en-US" altLang="en-US" sz="3600" b="1" dirty="0" smtClean="0"/>
          </a:p>
        </p:txBody>
      </p:sp>
      <p:sp>
        <p:nvSpPr>
          <p:cNvPr id="52227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5554884" y="2118590"/>
            <a:ext cx="3505200" cy="35814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Char char="Ø"/>
            </a:pPr>
            <a:r>
              <a:rPr lang="en-US" altLang="en-US" sz="2800" dirty="0" smtClean="0"/>
              <a:t>Some irregularities occur when there are enough electrons to </a:t>
            </a:r>
            <a:r>
              <a:rPr lang="en-US" altLang="en-US" sz="2800" dirty="0" smtClean="0">
                <a:solidFill>
                  <a:srgbClr val="0000FF"/>
                </a:solidFill>
              </a:rPr>
              <a:t>half-fill </a:t>
            </a:r>
            <a:r>
              <a:rPr lang="en-US" altLang="en-US" sz="2800" i="1" dirty="0" smtClean="0">
                <a:solidFill>
                  <a:srgbClr val="0000FF"/>
                </a:solidFill>
              </a:rPr>
              <a:t>s</a:t>
            </a:r>
            <a:r>
              <a:rPr lang="en-US" altLang="en-US" sz="2800" dirty="0" smtClean="0">
                <a:solidFill>
                  <a:srgbClr val="0000FF"/>
                </a:solidFill>
              </a:rPr>
              <a:t> and </a:t>
            </a:r>
            <a:r>
              <a:rPr lang="en-US" altLang="en-US" sz="2800" i="1" dirty="0" smtClean="0">
                <a:solidFill>
                  <a:srgbClr val="0000FF"/>
                </a:solidFill>
              </a:rPr>
              <a:t>d</a:t>
            </a:r>
            <a:r>
              <a:rPr lang="en-US" altLang="en-US" sz="2800" dirty="0" smtClean="0">
                <a:solidFill>
                  <a:srgbClr val="0000FF"/>
                </a:solidFill>
              </a:rPr>
              <a:t> orbitals</a:t>
            </a:r>
            <a:r>
              <a:rPr lang="en-US" altLang="en-US" sz="2800" dirty="0" smtClean="0"/>
              <a:t> on a given row.</a:t>
            </a:r>
            <a:endParaRPr lang="en-US" altLang="en-US" sz="2800" dirty="0" smtClean="0"/>
          </a:p>
        </p:txBody>
      </p:sp>
      <p:pic>
        <p:nvPicPr>
          <p:cNvPr id="52228" name="Picture 6" descr="C:\Documents and Settings\GEX\Desktop\51579 image ppt\Chapter 06\06_31_Figure.jpg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371600"/>
            <a:ext cx="5257800" cy="43283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 b="1" dirty="0" smtClean="0"/>
              <a:t>Chromium as an Anomaly</a:t>
            </a:r>
            <a:endParaRPr lang="en-US" altLang="en-US" sz="3600" b="1" dirty="0" smtClean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685800" y="1371600"/>
            <a:ext cx="7772400" cy="4876800"/>
          </a:xfrm>
        </p:spPr>
        <p:txBody>
          <a:bodyPr/>
          <a:lstStyle/>
          <a:p>
            <a:pPr eaLnBrk="1" hangingPunct="1">
              <a:buFont typeface="Arial" panose="020B0604020202020204" pitchFamily="34" charset="0"/>
              <a:buChar char="•"/>
              <a:defRPr/>
            </a:pPr>
            <a:r>
              <a:rPr lang="en-US" sz="3000" dirty="0"/>
              <a:t>For instance, the electron configuration for chromium is</a:t>
            </a:r>
            <a:endParaRPr lang="en-US" sz="3000" dirty="0"/>
          </a:p>
          <a:p>
            <a:pPr marL="0" indent="0" eaLnBrk="1" hangingPunct="1">
              <a:buFontTx/>
              <a:buNone/>
              <a:defRPr/>
            </a:pPr>
            <a:r>
              <a:rPr lang="en-US" sz="3000" dirty="0"/>
              <a:t>	</a:t>
            </a:r>
            <a:r>
              <a:rPr lang="en-US" sz="3000" dirty="0">
                <a:solidFill>
                  <a:srgbClr val="FF0000"/>
                </a:solidFill>
              </a:rPr>
              <a:t>[</a:t>
            </a:r>
            <a:r>
              <a:rPr lang="en-US" sz="3000" dirty="0" err="1">
                <a:solidFill>
                  <a:srgbClr val="FF0000"/>
                </a:solidFill>
              </a:rPr>
              <a:t>Ar</a:t>
            </a:r>
            <a:r>
              <a:rPr lang="en-US" sz="3000" dirty="0">
                <a:solidFill>
                  <a:srgbClr val="FF0000"/>
                </a:solidFill>
              </a:rPr>
              <a:t>] </a:t>
            </a:r>
            <a:r>
              <a:rPr lang="en-US" sz="3000" dirty="0" err="1">
                <a:solidFill>
                  <a:srgbClr val="FF0000"/>
                </a:solidFill>
              </a:rPr>
              <a:t>4</a:t>
            </a:r>
            <a:r>
              <a:rPr lang="en-US" sz="3000" i="1" dirty="0" err="1">
                <a:solidFill>
                  <a:srgbClr val="FF0000"/>
                </a:solidFill>
              </a:rPr>
              <a:t>s</a:t>
            </a:r>
            <a:r>
              <a:rPr lang="en-US" sz="3000" baseline="30000" dirty="0" err="1">
                <a:solidFill>
                  <a:srgbClr val="FF0000"/>
                </a:solidFill>
              </a:rPr>
              <a:t>1</a:t>
            </a:r>
            <a:r>
              <a:rPr lang="en-US" sz="3000" dirty="0">
                <a:solidFill>
                  <a:srgbClr val="FF0000"/>
                </a:solidFill>
              </a:rPr>
              <a:t> </a:t>
            </a:r>
            <a:r>
              <a:rPr lang="en-US" sz="3000" dirty="0" err="1">
                <a:solidFill>
                  <a:srgbClr val="FF0000"/>
                </a:solidFill>
              </a:rPr>
              <a:t>3</a:t>
            </a:r>
            <a:r>
              <a:rPr lang="en-US" sz="3000" i="1" dirty="0" err="1">
                <a:solidFill>
                  <a:srgbClr val="FF0000"/>
                </a:solidFill>
              </a:rPr>
              <a:t>d</a:t>
            </a:r>
            <a:r>
              <a:rPr lang="en-US" sz="3000" baseline="30000" dirty="0" err="1">
                <a:solidFill>
                  <a:srgbClr val="FF0000"/>
                </a:solidFill>
              </a:rPr>
              <a:t>5</a:t>
            </a:r>
            <a:endParaRPr lang="en-US" sz="3000" dirty="0">
              <a:solidFill>
                <a:srgbClr val="FF0000"/>
              </a:solidFill>
            </a:endParaRPr>
          </a:p>
          <a:p>
            <a:pPr marL="0" indent="0" eaLnBrk="1" hangingPunct="1">
              <a:buFontTx/>
              <a:buNone/>
              <a:defRPr/>
            </a:pPr>
            <a:r>
              <a:rPr lang="en-US" sz="3000" dirty="0"/>
              <a:t>    rather </a:t>
            </a:r>
            <a:r>
              <a:rPr lang="en-US" sz="3000" dirty="0" smtClean="0"/>
              <a:t>than the </a:t>
            </a:r>
            <a:r>
              <a:rPr lang="en-US" sz="3000" dirty="0"/>
              <a:t>expected</a:t>
            </a:r>
            <a:endParaRPr lang="en-US" sz="3000" dirty="0"/>
          </a:p>
          <a:p>
            <a:pPr marL="0" indent="0" eaLnBrk="1" hangingPunct="1">
              <a:buFontTx/>
              <a:buNone/>
              <a:defRPr/>
            </a:pPr>
            <a:r>
              <a:rPr lang="en-US" sz="3000" dirty="0"/>
              <a:t>	[</a:t>
            </a:r>
            <a:r>
              <a:rPr lang="en-US" sz="3000" dirty="0" err="1"/>
              <a:t>Ar</a:t>
            </a:r>
            <a:r>
              <a:rPr lang="en-US" sz="3000" dirty="0"/>
              <a:t>] </a:t>
            </a:r>
            <a:r>
              <a:rPr lang="en-US" sz="3000" dirty="0" err="1"/>
              <a:t>4</a:t>
            </a:r>
            <a:r>
              <a:rPr lang="en-US" sz="3000" i="1" dirty="0" err="1"/>
              <a:t>s</a:t>
            </a:r>
            <a:r>
              <a:rPr lang="en-US" sz="3000" baseline="30000" dirty="0" err="1"/>
              <a:t>2</a:t>
            </a:r>
            <a:r>
              <a:rPr lang="en-US" sz="3000" dirty="0"/>
              <a:t> </a:t>
            </a:r>
            <a:r>
              <a:rPr lang="en-US" sz="3000" dirty="0" err="1"/>
              <a:t>3</a:t>
            </a:r>
            <a:r>
              <a:rPr lang="en-US" sz="3000" i="1" dirty="0" err="1"/>
              <a:t>d</a:t>
            </a:r>
            <a:r>
              <a:rPr lang="en-US" sz="3000" baseline="30000" dirty="0" err="1"/>
              <a:t>4</a:t>
            </a:r>
            <a:r>
              <a:rPr lang="en-US" sz="3000" dirty="0"/>
              <a:t>.</a:t>
            </a:r>
            <a:endParaRPr lang="en-US" sz="3000" dirty="0"/>
          </a:p>
          <a:p>
            <a:pPr eaLnBrk="1" hangingPunct="1">
              <a:defRPr/>
            </a:pPr>
            <a:r>
              <a:rPr lang="en-US" altLang="en-US" sz="3000" dirty="0" smtClean="0"/>
              <a:t>This occurs because the </a:t>
            </a:r>
            <a:r>
              <a:rPr lang="en-US" altLang="en-US" sz="3000" dirty="0" smtClean="0">
                <a:solidFill>
                  <a:srgbClr val="FF0000"/>
                </a:solidFill>
              </a:rPr>
              <a:t>4</a:t>
            </a:r>
            <a:r>
              <a:rPr lang="en-US" altLang="en-US" sz="3000" i="1" dirty="0" smtClean="0">
                <a:solidFill>
                  <a:srgbClr val="FF0000"/>
                </a:solidFill>
              </a:rPr>
              <a:t>s</a:t>
            </a:r>
            <a:r>
              <a:rPr lang="en-US" altLang="en-US" sz="3000" dirty="0" smtClean="0">
                <a:solidFill>
                  <a:srgbClr val="FF0000"/>
                </a:solidFill>
              </a:rPr>
              <a:t> and </a:t>
            </a:r>
            <a:r>
              <a:rPr lang="en-US" altLang="en-US" sz="3000" dirty="0" err="1" smtClean="0">
                <a:solidFill>
                  <a:srgbClr val="FF0000"/>
                </a:solidFill>
              </a:rPr>
              <a:t>3</a:t>
            </a:r>
            <a:r>
              <a:rPr lang="en-US" altLang="en-US" sz="3000" i="1" dirty="0" err="1" smtClean="0">
                <a:solidFill>
                  <a:srgbClr val="FF0000"/>
                </a:solidFill>
              </a:rPr>
              <a:t>d</a:t>
            </a:r>
            <a:r>
              <a:rPr lang="en-US" altLang="en-US" sz="3000" dirty="0" smtClean="0"/>
              <a:t> orbitals are </a:t>
            </a:r>
            <a:r>
              <a:rPr lang="en-US" altLang="en-US" sz="3000" dirty="0" smtClean="0">
                <a:solidFill>
                  <a:srgbClr val="FF0000"/>
                </a:solidFill>
              </a:rPr>
              <a:t>very close in energy</a:t>
            </a:r>
            <a:r>
              <a:rPr lang="en-US" altLang="en-US" sz="3000" dirty="0" smtClean="0"/>
              <a:t>.</a:t>
            </a:r>
            <a:endParaRPr lang="en-US" altLang="en-US" sz="3000" dirty="0" smtClean="0"/>
          </a:p>
          <a:p>
            <a:pPr eaLnBrk="1" hangingPunct="1">
              <a:defRPr/>
            </a:pPr>
            <a:r>
              <a:rPr lang="en-US" altLang="en-US" sz="3000" dirty="0" smtClean="0"/>
              <a:t>These anomalies occur in </a:t>
            </a:r>
            <a:r>
              <a:rPr lang="en-US" altLang="en-US" sz="3000" i="1" dirty="0" smtClean="0"/>
              <a:t>f</a:t>
            </a:r>
            <a:r>
              <a:rPr lang="en-US" altLang="en-US" sz="3000" dirty="0" smtClean="0"/>
              <a:t>-block atoms with </a:t>
            </a:r>
            <a:r>
              <a:rPr lang="en-US" altLang="en-US" sz="3000" i="1" dirty="0" smtClean="0"/>
              <a:t>f</a:t>
            </a:r>
            <a:r>
              <a:rPr lang="en-US" altLang="en-US" sz="3000" dirty="0" smtClean="0"/>
              <a:t> and </a:t>
            </a:r>
            <a:r>
              <a:rPr lang="en-US" altLang="en-US" sz="3000" i="1" dirty="0" smtClean="0"/>
              <a:t>d</a:t>
            </a:r>
            <a:r>
              <a:rPr lang="en-US" altLang="en-US" sz="3000" dirty="0" smtClean="0"/>
              <a:t> orbitals, as well.</a:t>
            </a:r>
            <a:endParaRPr lang="en-US" altLang="en-US" sz="3000" dirty="0" smtClean="0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The Nature of Energy—Quanta</a:t>
            </a:r>
            <a:endParaRPr lang="en-US" altLang="en-US" smtClean="0"/>
          </a:p>
        </p:txBody>
      </p:sp>
      <p:sp>
        <p:nvSpPr>
          <p:cNvPr id="15363" name="Rectangle 1028"/>
          <p:cNvSpPr>
            <a:spLocks noGrp="1" noChangeArrowheads="1"/>
          </p:cNvSpPr>
          <p:nvPr>
            <p:ph type="body" sz="half" idx="2"/>
          </p:nvPr>
        </p:nvSpPr>
        <p:spPr>
          <a:xfrm>
            <a:off x="5029200" y="2005706"/>
            <a:ext cx="3886200" cy="38100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en-US" sz="2800" dirty="0" smtClean="0"/>
              <a:t>	Max Planck explained it by assuming that energy comes in packets called </a:t>
            </a:r>
            <a:r>
              <a:rPr lang="en-US" altLang="en-US" sz="2800" b="1" dirty="0" smtClean="0"/>
              <a:t>quanta</a:t>
            </a:r>
            <a:r>
              <a:rPr lang="en-US" altLang="en-US" sz="2800" dirty="0" smtClean="0"/>
              <a:t> (singular:  quantum).</a:t>
            </a:r>
            <a:endParaRPr lang="en-US" altLang="en-US" sz="2800" dirty="0" smtClean="0"/>
          </a:p>
        </p:txBody>
      </p:sp>
      <p:pic>
        <p:nvPicPr>
          <p:cNvPr id="15364" name="Picture 6" descr="C:\Documents and Settings\GEX\Desktop\51579 image ppt\Chapter 06\06_06_Figure.jpg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8788" y="1295400"/>
            <a:ext cx="2181225" cy="5119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139861" y="280799"/>
            <a:ext cx="9144000" cy="1143000"/>
          </a:xfrm>
        </p:spPr>
        <p:txBody>
          <a:bodyPr/>
          <a:lstStyle/>
          <a:p>
            <a:pPr eaLnBrk="1" hangingPunct="1"/>
            <a:r>
              <a:rPr lang="en-US" altLang="en-US" dirty="0" smtClean="0"/>
              <a:t>Continuous vs. Line Spectra</a:t>
            </a:r>
            <a:endParaRPr lang="en-US" altLang="en-US" dirty="0" smtClean="0"/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52400" y="1423799"/>
            <a:ext cx="4648200" cy="5257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800" dirty="0" smtClean="0"/>
              <a:t>For atoms and molecules, one does not observe a </a:t>
            </a:r>
            <a:r>
              <a:rPr lang="en-US" altLang="en-US" sz="2800" b="1" dirty="0" smtClean="0"/>
              <a:t>continuous spectrum </a:t>
            </a:r>
            <a:r>
              <a:rPr lang="en-US" altLang="en-US" sz="2800" dirty="0" smtClean="0"/>
              <a:t>(the “rainbow”), as one gets from a white light source.</a:t>
            </a:r>
            <a:endParaRPr lang="en-US" altLang="en-US" sz="2800" dirty="0" smtClean="0"/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 smtClean="0"/>
              <a:t>Only a </a:t>
            </a:r>
            <a:r>
              <a:rPr lang="en-US" altLang="en-US" sz="2800" b="1" dirty="0" smtClean="0"/>
              <a:t>line spectrum</a:t>
            </a:r>
            <a:r>
              <a:rPr lang="en-US" altLang="en-US" sz="2800" dirty="0" smtClean="0"/>
              <a:t> of discrete wavelengths is observed. Each element has a unique line spectrum.</a:t>
            </a:r>
            <a:endParaRPr lang="en-US" altLang="en-US" sz="2800" dirty="0" smtClean="0"/>
          </a:p>
        </p:txBody>
      </p:sp>
      <p:pic>
        <p:nvPicPr>
          <p:cNvPr id="18436" name="Picture 7" descr="C:\Documents and Settings\GEX\Desktop\51579 image ppt\Chapter 06\06_09_Figure.jpg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2133600"/>
            <a:ext cx="3678238" cy="1150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37" name="Picture 8" descr="C:\Documents and Settings\GEX\Desktop\51579 image ppt\Chapter 06\06_11_Figure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4211661"/>
            <a:ext cx="3678238" cy="1174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6"/>
          <p:cNvSpPr>
            <a:spLocks noGrp="1"/>
          </p:cNvSpPr>
          <p:nvPr>
            <p:ph type="title"/>
          </p:nvPr>
        </p:nvSpPr>
        <p:spPr>
          <a:xfrm>
            <a:off x="0" y="23813"/>
            <a:ext cx="9144000" cy="1143000"/>
          </a:xfrm>
        </p:spPr>
        <p:txBody>
          <a:bodyPr/>
          <a:lstStyle/>
          <a:p>
            <a:r>
              <a:rPr lang="en-US" altLang="en-US" smtClean="0"/>
              <a:t>The Hydrogen Spectrum</a:t>
            </a:r>
            <a:endParaRPr lang="en-US" altLang="en-US" smtClean="0"/>
          </a:p>
        </p:txBody>
      </p:sp>
      <p:pic>
        <p:nvPicPr>
          <p:cNvPr id="19459" name="Picture 6" descr="C:\Documents and Settings\GEX\Desktop\51579 image ppt\Chapter 06\06_11_Figure.jpg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000"/>
          <a:stretch>
            <a:fillRect/>
          </a:stretch>
        </p:blipFill>
        <p:spPr bwMode="auto">
          <a:xfrm>
            <a:off x="1905000" y="1219200"/>
            <a:ext cx="5029200" cy="803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 Placeholder 8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Johann </a:t>
            </a:r>
            <a:r>
              <a:rPr lang="en-US" dirty="0" err="1" smtClean="0"/>
              <a:t>Balmer</a:t>
            </a:r>
            <a:r>
              <a:rPr lang="en-US" dirty="0" smtClean="0"/>
              <a:t> (1885) discovered a simple formula relating the four lines to integers.</a:t>
            </a:r>
            <a:endParaRPr lang="en-US" dirty="0" smtClean="0"/>
          </a:p>
          <a:p>
            <a:pPr>
              <a:defRPr/>
            </a:pPr>
            <a:r>
              <a:rPr lang="en-US" dirty="0" smtClean="0"/>
              <a:t>Johannes Rydberg advanced this formula.</a:t>
            </a:r>
            <a:endParaRPr lang="en-US" dirty="0" smtClean="0"/>
          </a:p>
          <a:p>
            <a:pPr marL="0" indent="0">
              <a:buFontTx/>
              <a:buNone/>
              <a:defRPr/>
            </a:pPr>
            <a:r>
              <a:rPr lang="en-US" dirty="0"/>
              <a:t>	</a:t>
            </a:r>
            <a:endParaRPr lang="en-US" dirty="0" smtClean="0">
              <a:solidFill>
                <a:srgbClr val="C82E32"/>
              </a:solidFill>
            </a:endParaRPr>
          </a:p>
          <a:p>
            <a:pPr>
              <a:defRPr/>
            </a:pPr>
            <a:r>
              <a:rPr lang="en-US" dirty="0" err="1" smtClean="0"/>
              <a:t>Neils</a:t>
            </a:r>
            <a:r>
              <a:rPr lang="en-US" dirty="0" smtClean="0"/>
              <a:t> Bohr explained </a:t>
            </a:r>
            <a:r>
              <a:rPr lang="en-US" i="1" dirty="0" smtClean="0"/>
              <a:t>why</a:t>
            </a:r>
            <a:r>
              <a:rPr lang="en-US" dirty="0" smtClean="0"/>
              <a:t> this mathematical relationship works.</a:t>
            </a:r>
            <a:endParaRPr lang="en-US" dirty="0"/>
          </a:p>
        </p:txBody>
      </p:sp>
      <p:pic>
        <p:nvPicPr>
          <p:cNvPr id="19461" name="Picture 7" descr="C:\Documents and Settings\GEX\Desktop\51579 image ppt\6.4 Equation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32188" y="4648200"/>
            <a:ext cx="17748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The Bohr Model</a:t>
            </a:r>
            <a:endParaRPr lang="en-US" altLang="en-US" smtClean="0"/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sz="half" idx="2"/>
          </p:nvPr>
        </p:nvSpPr>
        <p:spPr>
          <a:xfrm>
            <a:off x="3505200" y="1530350"/>
            <a:ext cx="5486400" cy="4114800"/>
          </a:xfrm>
        </p:spPr>
        <p:txBody>
          <a:bodyPr/>
          <a:lstStyle/>
          <a:p>
            <a:pPr marL="533400" indent="-533400" eaLnBrk="1" hangingPunct="1"/>
            <a:r>
              <a:rPr lang="en-US" altLang="en-US" sz="2800" dirty="0" err="1" smtClean="0"/>
              <a:t>Niels</a:t>
            </a:r>
            <a:r>
              <a:rPr lang="en-US" altLang="en-US" sz="2800" dirty="0" smtClean="0"/>
              <a:t> Bohr adopted Planck’s assumption and explained these phenomena in this way:</a:t>
            </a:r>
            <a:endParaRPr lang="en-US" altLang="en-US" sz="2800" dirty="0" smtClean="0"/>
          </a:p>
          <a:p>
            <a:pPr marL="914400" lvl="1" indent="-457200" eaLnBrk="1" hangingPunct="1">
              <a:buFontTx/>
              <a:buAutoNum type="arabicPeriod"/>
            </a:pPr>
            <a:r>
              <a:rPr lang="en-US" altLang="en-US" sz="2400" dirty="0" smtClean="0"/>
              <a:t>Electrons in an atom can </a:t>
            </a:r>
            <a:br>
              <a:rPr lang="en-US" altLang="en-US" sz="2400" dirty="0" smtClean="0"/>
            </a:br>
            <a:r>
              <a:rPr lang="en-US" altLang="en-US" sz="2400" dirty="0" smtClean="0"/>
              <a:t>only occupy certain orbits (corresponding to certain energies).</a:t>
            </a:r>
            <a:endParaRPr lang="en-US" altLang="en-US" sz="2400" dirty="0" smtClean="0"/>
          </a:p>
        </p:txBody>
      </p:sp>
      <p:pic>
        <p:nvPicPr>
          <p:cNvPr id="20484" name="Picture 6" descr="C:\Documents and Settings\GEX\Desktop\51579 image ppt\Chapter 06\06_13_Figure.jpg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450" y="2600325"/>
            <a:ext cx="2958952" cy="227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The Bohr Model</a:t>
            </a:r>
            <a:endParaRPr lang="en-US" altLang="en-US" smtClean="0"/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sz="half" idx="2"/>
          </p:nvPr>
        </p:nvSpPr>
        <p:spPr>
          <a:xfrm>
            <a:off x="3124200" y="1676400"/>
            <a:ext cx="5563067" cy="4495800"/>
          </a:xfrm>
        </p:spPr>
        <p:txBody>
          <a:bodyPr/>
          <a:lstStyle/>
          <a:p>
            <a:pPr marL="914400" lvl="1" indent="-457200" eaLnBrk="1" hangingPunct="1">
              <a:buFontTx/>
              <a:buAutoNum type="arabicPeriod" startAt="2"/>
            </a:pPr>
            <a:r>
              <a:rPr lang="en-US" altLang="en-US" sz="2400" dirty="0" smtClean="0"/>
              <a:t>Electrons in permitted orbits have specific, “allowed” energies; these energies will not be radiated from the atom.</a:t>
            </a:r>
            <a:endParaRPr lang="en-US" altLang="en-US" sz="2400" dirty="0" smtClean="0"/>
          </a:p>
          <a:p>
            <a:pPr marL="914400" lvl="1" indent="-457200" eaLnBrk="1" hangingPunct="1">
              <a:buFontTx/>
              <a:buAutoNum type="arabicPeriod" startAt="3"/>
            </a:pPr>
            <a:r>
              <a:rPr lang="en-US" altLang="en-US" sz="2400" dirty="0" smtClean="0"/>
              <a:t>Energy is only absorbed or emitted in such a way as to move an electron from one “allowed” energy state to another; the energy is defined by </a:t>
            </a:r>
            <a:endParaRPr lang="en-US" altLang="en-US" sz="2400" dirty="0" smtClean="0"/>
          </a:p>
          <a:p>
            <a:pPr marL="914400" lvl="1" indent="-457200" algn="ctr" eaLnBrk="1" hangingPunct="1">
              <a:buFontTx/>
              <a:buNone/>
            </a:pPr>
            <a:r>
              <a:rPr lang="en-US" altLang="en-US" sz="2400" i="1" dirty="0" smtClean="0"/>
              <a:t>E</a:t>
            </a:r>
            <a:r>
              <a:rPr lang="en-US" altLang="en-US" sz="2400" dirty="0" smtClean="0"/>
              <a:t> = </a:t>
            </a:r>
            <a:r>
              <a:rPr lang="en-US" altLang="en-US" sz="2400" i="1" dirty="0" smtClean="0"/>
              <a:t>h</a:t>
            </a:r>
            <a:r>
              <a:rPr lang="en-US" altLang="en-US" sz="2400" dirty="0" smtClean="0">
                <a:latin typeface="Symbol" panose="05050102010706020507" pitchFamily="18" charset="2"/>
                <a:sym typeface="Symbol" panose="05050102010706020507" pitchFamily="18" charset="2"/>
              </a:rPr>
              <a:t></a:t>
            </a:r>
            <a:endParaRPr lang="en-US" altLang="en-US" sz="2400" dirty="0" smtClean="0"/>
          </a:p>
          <a:p>
            <a:pPr marL="914400" lvl="1" indent="-457200" eaLnBrk="1" hangingPunct="1">
              <a:buFontTx/>
              <a:buAutoNum type="arabicPeriod" startAt="2"/>
            </a:pPr>
            <a:endParaRPr lang="en-US" altLang="en-US" sz="2400" dirty="0" smtClean="0"/>
          </a:p>
        </p:txBody>
      </p:sp>
      <p:pic>
        <p:nvPicPr>
          <p:cNvPr id="21508" name="Picture 5" descr="C:\Documents and Settings\GEX\Desktop\51579 image ppt\Chapter 06\06_13_Figure.jpg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2514601"/>
            <a:ext cx="2971333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The Bohr Model</a:t>
            </a:r>
            <a:endParaRPr lang="en-US" altLang="en-US" smtClean="0"/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sz="half" idx="2"/>
          </p:nvPr>
        </p:nvSpPr>
        <p:spPr>
          <a:xfrm>
            <a:off x="3429000" y="1397000"/>
            <a:ext cx="5638800" cy="1676400"/>
          </a:xfrm>
        </p:spPr>
        <p:txBody>
          <a:bodyPr/>
          <a:lstStyle/>
          <a:p>
            <a:pPr marL="0" indent="0" eaLnBrk="1" hangingPunct="1">
              <a:lnSpc>
                <a:spcPct val="90000"/>
              </a:lnSpc>
              <a:buFontTx/>
              <a:buNone/>
            </a:pPr>
            <a:r>
              <a:rPr lang="en-US" altLang="en-US" sz="2800" smtClean="0"/>
              <a:t>The energy absorbed or emitted from the process of electron promotion or demotion can be calculated by the equation</a:t>
            </a:r>
            <a:endParaRPr lang="en-US" altLang="en-US" sz="2800" smtClean="0"/>
          </a:p>
        </p:txBody>
      </p:sp>
      <p:grpSp>
        <p:nvGrpSpPr>
          <p:cNvPr id="22532" name="Group 25"/>
          <p:cNvGrpSpPr/>
          <p:nvPr/>
        </p:nvGrpSpPr>
        <p:grpSpPr bwMode="auto">
          <a:xfrm>
            <a:off x="3810000" y="3194010"/>
            <a:ext cx="3836987" cy="822325"/>
            <a:chOff x="2337" y="2170"/>
            <a:chExt cx="2417" cy="518"/>
          </a:xfrm>
        </p:grpSpPr>
        <p:sp>
          <p:nvSpPr>
            <p:cNvPr id="22535" name="Rectangle 5"/>
            <p:cNvSpPr>
              <a:spLocks noChangeArrowheads="1"/>
            </p:cNvSpPr>
            <p:nvPr/>
          </p:nvSpPr>
          <p:spPr bwMode="auto">
            <a:xfrm>
              <a:off x="2337" y="2275"/>
              <a:ext cx="1359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en-US" sz="2800" b="0">
                  <a:solidFill>
                    <a:schemeClr val="tx1"/>
                  </a:solidFill>
                  <a:latin typeface="Symbol" panose="05050102010706020507" pitchFamily="18" charset="2"/>
                  <a:sym typeface="Symbol" panose="05050102010706020507" pitchFamily="18" charset="2"/>
                </a:rPr>
                <a:t></a:t>
              </a:r>
              <a:r>
                <a:rPr lang="en-US" altLang="en-US" sz="2800" b="0" i="1">
                  <a:solidFill>
                    <a:schemeClr val="tx1"/>
                  </a:solidFill>
                </a:rPr>
                <a:t>E</a:t>
              </a:r>
              <a:r>
                <a:rPr lang="en-US" altLang="en-US" sz="2800" b="0">
                  <a:solidFill>
                    <a:schemeClr val="tx1"/>
                  </a:solidFill>
                </a:rPr>
                <a:t> = </a:t>
              </a:r>
              <a:r>
                <a:rPr lang="en-US" altLang="en-US" sz="2800" b="0">
                  <a:solidFill>
                    <a:schemeClr val="tx1"/>
                  </a:solidFill>
                  <a:cs typeface="Arial" panose="020B0604020202020204" pitchFamily="34" charset="0"/>
                </a:rPr>
                <a:t>−</a:t>
              </a:r>
              <a:r>
                <a:rPr lang="en-US" altLang="en-US" sz="2800" b="0" i="1">
                  <a:solidFill>
                    <a:schemeClr val="tx1"/>
                  </a:solidFill>
                  <a:cs typeface="Arial" panose="020B0604020202020204" pitchFamily="34" charset="0"/>
                </a:rPr>
                <a:t>hc</a:t>
              </a:r>
              <a:r>
                <a:rPr lang="en-US" altLang="en-US" sz="2800" b="0" i="1">
                  <a:solidFill>
                    <a:schemeClr val="tx1"/>
                  </a:solidFill>
                </a:rPr>
                <a:t>R</a:t>
              </a:r>
              <a:r>
                <a:rPr lang="en-US" altLang="en-US" sz="2800" b="0" i="1" baseline="-25000">
                  <a:solidFill>
                    <a:schemeClr val="tx1"/>
                  </a:solidFill>
                </a:rPr>
                <a:t>H</a:t>
              </a:r>
              <a:r>
                <a:rPr lang="en-US" altLang="en-US" sz="2800" b="0">
                  <a:solidFill>
                    <a:schemeClr val="tx1"/>
                  </a:solidFill>
                </a:rPr>
                <a:t> </a:t>
              </a:r>
              <a:endParaRPr lang="en-US" altLang="en-US" sz="2800" b="0">
                <a:solidFill>
                  <a:schemeClr val="tx1"/>
                </a:solidFill>
              </a:endParaRPr>
            </a:p>
          </p:txBody>
        </p:sp>
        <p:sp>
          <p:nvSpPr>
            <p:cNvPr id="22536" name="Rectangle 10"/>
            <p:cNvSpPr>
              <a:spLocks noChangeArrowheads="1"/>
            </p:cNvSpPr>
            <p:nvPr/>
          </p:nvSpPr>
          <p:spPr bwMode="auto">
            <a:xfrm>
              <a:off x="3534" y="2186"/>
              <a:ext cx="1220" cy="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en-US" sz="4000" b="0">
                  <a:solidFill>
                    <a:schemeClr val="tx1"/>
                  </a:solidFill>
                </a:rPr>
                <a:t>(          )</a:t>
              </a:r>
              <a:endParaRPr lang="en-US" altLang="en-US" sz="4000" b="0">
                <a:solidFill>
                  <a:schemeClr val="tx1"/>
                </a:solidFill>
              </a:endParaRPr>
            </a:p>
          </p:txBody>
        </p:sp>
        <p:sp>
          <p:nvSpPr>
            <p:cNvPr id="22537" name="Rectangle 7"/>
            <p:cNvSpPr>
              <a:spLocks noChangeArrowheads="1"/>
            </p:cNvSpPr>
            <p:nvPr/>
          </p:nvSpPr>
          <p:spPr bwMode="auto">
            <a:xfrm>
              <a:off x="3678" y="2170"/>
              <a:ext cx="330" cy="5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b="0">
                  <a:solidFill>
                    <a:schemeClr val="tx1"/>
                  </a:solidFill>
                </a:rPr>
                <a:t>1</a:t>
              </a:r>
              <a:endParaRPr lang="en-US" altLang="en-US" b="0">
                <a:solidFill>
                  <a:schemeClr val="tx1"/>
                </a:solidFill>
              </a:endParaRPr>
            </a:p>
            <a:p>
              <a:r>
                <a:rPr lang="en-US" altLang="en-US" b="0" i="1">
                  <a:solidFill>
                    <a:schemeClr val="tx1"/>
                  </a:solidFill>
                </a:rPr>
                <a:t>n</a:t>
              </a:r>
              <a:r>
                <a:rPr lang="en-US" altLang="en-US" b="0" i="1" baseline="-25000">
                  <a:solidFill>
                    <a:schemeClr val="tx1"/>
                  </a:solidFill>
                </a:rPr>
                <a:t>f</a:t>
              </a:r>
              <a:r>
                <a:rPr lang="en-US" altLang="en-US" b="0" i="1" baseline="30000">
                  <a:solidFill>
                    <a:schemeClr val="tx1"/>
                  </a:solidFill>
                </a:rPr>
                <a:t>2</a:t>
              </a:r>
              <a:endParaRPr lang="en-US" altLang="en-US" b="0">
                <a:solidFill>
                  <a:schemeClr val="tx1"/>
                </a:solidFill>
              </a:endParaRPr>
            </a:p>
          </p:txBody>
        </p:sp>
        <p:sp>
          <p:nvSpPr>
            <p:cNvPr id="22538" name="Line 8"/>
            <p:cNvSpPr>
              <a:spLocks noChangeShapeType="1"/>
            </p:cNvSpPr>
            <p:nvPr/>
          </p:nvSpPr>
          <p:spPr bwMode="auto">
            <a:xfrm>
              <a:off x="3711" y="2436"/>
              <a:ext cx="26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22539" name="Group 24"/>
            <p:cNvGrpSpPr/>
            <p:nvPr/>
          </p:nvGrpSpPr>
          <p:grpSpPr bwMode="auto">
            <a:xfrm>
              <a:off x="4275" y="2170"/>
              <a:ext cx="322" cy="518"/>
              <a:chOff x="4275" y="2170"/>
              <a:chExt cx="322" cy="518"/>
            </a:xfrm>
          </p:grpSpPr>
          <p:sp>
            <p:nvSpPr>
              <p:cNvPr id="22541" name="Rectangle 14"/>
              <p:cNvSpPr>
                <a:spLocks noChangeArrowheads="1"/>
              </p:cNvSpPr>
              <p:nvPr/>
            </p:nvSpPr>
            <p:spPr bwMode="auto">
              <a:xfrm>
                <a:off x="4275" y="2170"/>
                <a:ext cx="322" cy="51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en-US" b="0">
                    <a:solidFill>
                      <a:schemeClr val="tx1"/>
                    </a:solidFill>
                  </a:rPr>
                  <a:t>1</a:t>
                </a:r>
                <a:endParaRPr lang="en-US" altLang="en-US" b="0">
                  <a:solidFill>
                    <a:schemeClr val="tx1"/>
                  </a:solidFill>
                </a:endParaRPr>
              </a:p>
              <a:p>
                <a:r>
                  <a:rPr lang="en-US" altLang="en-US" b="0" i="1">
                    <a:solidFill>
                      <a:schemeClr val="tx1"/>
                    </a:solidFill>
                  </a:rPr>
                  <a:t>n</a:t>
                </a:r>
                <a:r>
                  <a:rPr lang="en-US" altLang="en-US" b="0" i="1" baseline="-25000">
                    <a:solidFill>
                      <a:schemeClr val="tx1"/>
                    </a:solidFill>
                  </a:rPr>
                  <a:t>i</a:t>
                </a:r>
                <a:r>
                  <a:rPr lang="en-US" altLang="en-US" b="0" i="1" baseline="30000">
                    <a:solidFill>
                      <a:schemeClr val="tx1"/>
                    </a:solidFill>
                  </a:rPr>
                  <a:t>2</a:t>
                </a:r>
                <a:endParaRPr lang="en-US" altLang="en-US" b="0">
                  <a:solidFill>
                    <a:schemeClr val="tx1"/>
                  </a:solidFill>
                </a:endParaRPr>
              </a:p>
            </p:txBody>
          </p:sp>
          <p:sp>
            <p:nvSpPr>
              <p:cNvPr id="22542" name="Line 15"/>
              <p:cNvSpPr>
                <a:spLocks noChangeShapeType="1"/>
              </p:cNvSpPr>
              <p:nvPr/>
            </p:nvSpPr>
            <p:spPr bwMode="auto">
              <a:xfrm>
                <a:off x="4304" y="2436"/>
                <a:ext cx="26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22540" name="Rectangle 16"/>
            <p:cNvSpPr>
              <a:spLocks noChangeArrowheads="1"/>
            </p:cNvSpPr>
            <p:nvPr/>
          </p:nvSpPr>
          <p:spPr bwMode="auto">
            <a:xfrm>
              <a:off x="4032" y="2252"/>
              <a:ext cx="243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800" b="0">
                  <a:solidFill>
                    <a:schemeClr val="tx1"/>
                  </a:solidFill>
                </a:rPr>
                <a:t>–</a:t>
              </a:r>
              <a:endParaRPr lang="en-US" altLang="en-US" sz="2800" b="0">
                <a:solidFill>
                  <a:schemeClr val="tx1"/>
                </a:solidFill>
              </a:endParaRPr>
            </a:p>
          </p:txBody>
        </p:sp>
      </p:grpSp>
      <p:sp>
        <p:nvSpPr>
          <p:cNvPr id="22533" name="Rectangle 20"/>
          <p:cNvSpPr>
            <a:spLocks noChangeArrowheads="1"/>
          </p:cNvSpPr>
          <p:nvPr/>
        </p:nvSpPr>
        <p:spPr bwMode="auto">
          <a:xfrm>
            <a:off x="3352800" y="4135881"/>
            <a:ext cx="5486400" cy="180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l"/>
            <a:r>
              <a:rPr lang="en-US" altLang="en-US" sz="2800" b="0" dirty="0">
                <a:solidFill>
                  <a:schemeClr val="tx1"/>
                </a:solidFill>
              </a:rPr>
              <a:t>where </a:t>
            </a:r>
            <a:r>
              <a:rPr lang="en-US" altLang="en-US" sz="2800" b="0" i="1" dirty="0">
                <a:solidFill>
                  <a:schemeClr val="tx1"/>
                </a:solidFill>
              </a:rPr>
              <a:t>R</a:t>
            </a:r>
            <a:r>
              <a:rPr lang="en-US" altLang="en-US" sz="2800" b="0" i="1" baseline="-25000" dirty="0">
                <a:solidFill>
                  <a:schemeClr val="tx1"/>
                </a:solidFill>
              </a:rPr>
              <a:t>H</a:t>
            </a:r>
            <a:r>
              <a:rPr lang="en-US" altLang="en-US" sz="2800" b="0" dirty="0">
                <a:solidFill>
                  <a:schemeClr val="tx1"/>
                </a:solidFill>
              </a:rPr>
              <a:t> is the Rydberg constant, 1.097 </a:t>
            </a:r>
            <a:r>
              <a:rPr lang="en-US" altLang="en-US" sz="2800" b="0" dirty="0">
                <a:solidFill>
                  <a:schemeClr val="tx1"/>
                </a:solidFill>
                <a:sym typeface="Symbol" panose="05050102010706020507" pitchFamily="18" charset="2"/>
              </a:rPr>
              <a:t> 10</a:t>
            </a:r>
            <a:r>
              <a:rPr lang="en-US" altLang="en-US" sz="2800" b="0" baseline="30000" dirty="0">
                <a:solidFill>
                  <a:schemeClr val="tx1"/>
                </a:solidFill>
                <a:cs typeface="Arial" panose="020B0604020202020204" pitchFamily="34" charset="0"/>
                <a:sym typeface="Symbol" panose="05050102010706020507" pitchFamily="18" charset="2"/>
              </a:rPr>
              <a:t>7</a:t>
            </a:r>
            <a:r>
              <a:rPr lang="en-US" altLang="en-US" sz="2800" b="0" dirty="0">
                <a:solidFill>
                  <a:schemeClr val="tx1"/>
                </a:solidFill>
                <a:sym typeface="Symbol" panose="05050102010706020507" pitchFamily="18" charset="2"/>
              </a:rPr>
              <a:t> m</a:t>
            </a:r>
            <a:r>
              <a:rPr lang="en-US" altLang="en-US" sz="2800" b="0" baseline="30000" dirty="0">
                <a:solidFill>
                  <a:schemeClr val="tx1"/>
                </a:solidFill>
                <a:cs typeface="Arial" panose="020B0604020202020204" pitchFamily="34" charset="0"/>
                <a:sym typeface="Symbol" panose="05050102010706020507" pitchFamily="18" charset="2"/>
              </a:rPr>
              <a:t>−</a:t>
            </a:r>
            <a:r>
              <a:rPr lang="en-US" altLang="en-US" sz="2800" b="0" baseline="30000" dirty="0">
                <a:solidFill>
                  <a:schemeClr val="tx1"/>
                </a:solidFill>
                <a:sym typeface="Symbol" panose="05050102010706020507" pitchFamily="18" charset="2"/>
              </a:rPr>
              <a:t>1</a:t>
            </a:r>
            <a:r>
              <a:rPr lang="en-US" altLang="en-US" sz="2800" b="0" dirty="0">
                <a:solidFill>
                  <a:schemeClr val="tx1"/>
                </a:solidFill>
                <a:sym typeface="Symbol" panose="05050102010706020507" pitchFamily="18" charset="2"/>
              </a:rPr>
              <a:t>, and </a:t>
            </a:r>
            <a:r>
              <a:rPr lang="en-US" altLang="en-US" sz="2800" b="0" i="1" dirty="0" err="1">
                <a:solidFill>
                  <a:schemeClr val="tx1"/>
                </a:solidFill>
                <a:sym typeface="Symbol" panose="05050102010706020507" pitchFamily="18" charset="2"/>
              </a:rPr>
              <a:t>n</a:t>
            </a:r>
            <a:r>
              <a:rPr lang="en-US" altLang="en-US" sz="2800" b="0" i="1" baseline="-25000" dirty="0" err="1">
                <a:solidFill>
                  <a:schemeClr val="tx1"/>
                </a:solidFill>
                <a:sym typeface="Symbol" panose="05050102010706020507" pitchFamily="18" charset="2"/>
              </a:rPr>
              <a:t>i</a:t>
            </a:r>
            <a:r>
              <a:rPr lang="en-US" altLang="en-US" sz="2800" b="0" dirty="0">
                <a:solidFill>
                  <a:schemeClr val="tx1"/>
                </a:solidFill>
                <a:sym typeface="Symbol" panose="05050102010706020507" pitchFamily="18" charset="2"/>
              </a:rPr>
              <a:t> and </a:t>
            </a:r>
            <a:r>
              <a:rPr lang="en-US" altLang="en-US" sz="2800" b="0" i="1" dirty="0" err="1">
                <a:solidFill>
                  <a:schemeClr val="tx1"/>
                </a:solidFill>
                <a:sym typeface="Symbol" panose="05050102010706020507" pitchFamily="18" charset="2"/>
              </a:rPr>
              <a:t>n</a:t>
            </a:r>
            <a:r>
              <a:rPr lang="en-US" altLang="en-US" sz="2800" b="0" i="1" baseline="-25000" dirty="0" err="1">
                <a:solidFill>
                  <a:schemeClr val="tx1"/>
                </a:solidFill>
                <a:sym typeface="Symbol" panose="05050102010706020507" pitchFamily="18" charset="2"/>
              </a:rPr>
              <a:t>f</a:t>
            </a:r>
            <a:r>
              <a:rPr lang="en-US" altLang="en-US" sz="2800" b="0" dirty="0">
                <a:solidFill>
                  <a:schemeClr val="tx1"/>
                </a:solidFill>
                <a:sym typeface="Symbol" panose="05050102010706020507" pitchFamily="18" charset="2"/>
              </a:rPr>
              <a:t> are the initial and final energy levels of the electron.</a:t>
            </a:r>
            <a:endParaRPr lang="en-US" altLang="en-US" sz="2800" b="0" dirty="0">
              <a:solidFill>
                <a:schemeClr val="tx1"/>
              </a:solidFill>
            </a:endParaRPr>
          </a:p>
        </p:txBody>
      </p:sp>
      <p:pic>
        <p:nvPicPr>
          <p:cNvPr id="22534" name="Picture 16" descr="C:\Documents and Settings\GEX\Desktop\51579 image ppt\Chapter 06\06_12_Figure.jpg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933575"/>
            <a:ext cx="2489200" cy="3417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/>
          <p:cNvSpPr>
            <a:spLocks noGrp="1"/>
          </p:cNvSpPr>
          <p:nvPr>
            <p:ph type="title"/>
          </p:nvPr>
        </p:nvSpPr>
        <p:spPr>
          <a:xfrm>
            <a:off x="-990600" y="457200"/>
            <a:ext cx="11096263" cy="1371600"/>
          </a:xfrm>
        </p:spPr>
        <p:txBody>
          <a:bodyPr/>
          <a:lstStyle/>
          <a:p>
            <a:r>
              <a:rPr lang="en-US" altLang="en-US" sz="3200" b="1" dirty="0" smtClean="0"/>
              <a:t>Important Ideas from the Bohr Model</a:t>
            </a:r>
            <a:endParaRPr lang="en-US" altLang="en-US" sz="3200" b="1" dirty="0" smtClean="0"/>
          </a:p>
        </p:txBody>
      </p:sp>
      <p:sp>
        <p:nvSpPr>
          <p:cNvPr id="24579" name="Content Placeholder 2"/>
          <p:cNvSpPr>
            <a:spLocks noGrp="1"/>
          </p:cNvSpPr>
          <p:nvPr>
            <p:ph idx="1"/>
          </p:nvPr>
        </p:nvSpPr>
        <p:spPr>
          <a:xfrm>
            <a:off x="762000" y="1905000"/>
            <a:ext cx="7772400" cy="4114800"/>
          </a:xfrm>
        </p:spPr>
        <p:txBody>
          <a:bodyPr/>
          <a:lstStyle/>
          <a:p>
            <a:pPr>
              <a:buClr>
                <a:srgbClr val="072E93"/>
              </a:buClr>
              <a:buFont typeface="Wingdings" panose="05000000000000000000" pitchFamily="2" charset="2"/>
              <a:buChar char="Ø"/>
            </a:pPr>
            <a:r>
              <a:rPr lang="en-US" altLang="en-US" sz="2800" dirty="0" smtClean="0"/>
              <a:t>Points that are incorporated into the current atomic model include the following:</a:t>
            </a:r>
            <a:endParaRPr lang="en-US" altLang="en-US" sz="2800" dirty="0" smtClean="0"/>
          </a:p>
          <a:p>
            <a:pPr marL="491490" indent="-514350">
              <a:buFont typeface="+mj-lt"/>
              <a:buAutoNum type="arabicParenR"/>
            </a:pPr>
            <a:r>
              <a:rPr lang="en-US" altLang="en-US" sz="2800" dirty="0" smtClean="0"/>
              <a:t> Electrons exist only in certain </a:t>
            </a:r>
            <a:r>
              <a:rPr lang="en-US" altLang="en-US" sz="2800" dirty="0" smtClean="0">
                <a:solidFill>
                  <a:srgbClr val="FF0000"/>
                </a:solidFill>
              </a:rPr>
              <a:t>discrete</a:t>
            </a:r>
            <a:endParaRPr lang="en-US" altLang="en-US" sz="2800" dirty="0" smtClean="0">
              <a:solidFill>
                <a:srgbClr val="FF0000"/>
              </a:solidFill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en-US" sz="2800" dirty="0" smtClean="0"/>
              <a:t>      energy levels </a:t>
            </a:r>
            <a:r>
              <a:rPr lang="zh-CN" altLang="en-US" sz="2800" dirty="0" smtClean="0"/>
              <a:t>（</a:t>
            </a:r>
            <a:r>
              <a:rPr lang="en-US" altLang="zh-CN" sz="2800" dirty="0" smtClean="0"/>
              <a:t>energy is </a:t>
            </a:r>
            <a:r>
              <a:rPr lang="en-US" altLang="zh-CN" sz="2800" dirty="0" smtClean="0">
                <a:solidFill>
                  <a:srgbClr val="FF0000"/>
                </a:solidFill>
              </a:rPr>
              <a:t>quantized</a:t>
            </a:r>
            <a:r>
              <a:rPr lang="zh-CN" altLang="en-US" sz="2800" dirty="0" smtClean="0"/>
              <a:t>）</a:t>
            </a:r>
            <a:r>
              <a:rPr lang="en-US" altLang="zh-CN" sz="2800" dirty="0" smtClean="0"/>
              <a:t>.</a:t>
            </a:r>
            <a:endParaRPr lang="en-US" altLang="zh-CN" sz="2800" dirty="0" smtClean="0"/>
          </a:p>
          <a:p>
            <a:pPr marL="0" indent="0">
              <a:spcBef>
                <a:spcPts val="0"/>
              </a:spcBef>
              <a:buNone/>
            </a:pPr>
            <a:endParaRPr lang="en-US" altLang="en-US" sz="2800" dirty="0" smtClean="0"/>
          </a:p>
          <a:p>
            <a:pPr marL="0" indent="0">
              <a:spcBef>
                <a:spcPts val="0"/>
              </a:spcBef>
              <a:buNone/>
            </a:pPr>
            <a:r>
              <a:rPr lang="en-US" altLang="en-US" sz="2800" dirty="0" smtClean="0"/>
              <a:t>2)  Energy is involved in the </a:t>
            </a:r>
            <a:r>
              <a:rPr lang="en-US" altLang="en-US" sz="2800" dirty="0" smtClean="0">
                <a:solidFill>
                  <a:srgbClr val="FF0000"/>
                </a:solidFill>
              </a:rPr>
              <a:t>transition</a:t>
            </a:r>
            <a:r>
              <a:rPr lang="en-US" altLang="en-US" sz="2800" dirty="0" smtClean="0"/>
              <a:t> of</a:t>
            </a:r>
            <a:endParaRPr lang="en-US" altLang="en-US" sz="2800" dirty="0" smtClean="0"/>
          </a:p>
          <a:p>
            <a:pPr marL="0" indent="0">
              <a:spcBef>
                <a:spcPts val="0"/>
              </a:spcBef>
              <a:buNone/>
            </a:pPr>
            <a:r>
              <a:rPr lang="en-US" altLang="en-US" sz="2800" dirty="0" smtClean="0"/>
              <a:t>     an electron from one level to another.</a:t>
            </a:r>
            <a:endParaRPr lang="en-US" altLang="en-US" sz="2800" dirty="0" smtClean="0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990600"/>
          </a:xfrm>
        </p:spPr>
        <p:txBody>
          <a:bodyPr/>
          <a:lstStyle/>
          <a:p>
            <a:pPr eaLnBrk="1" hangingPunct="1"/>
            <a:r>
              <a:rPr lang="en-US" altLang="en-US" sz="3200" b="1" dirty="0" smtClean="0"/>
              <a:t>The Photoelectric Effect</a:t>
            </a:r>
            <a:endParaRPr lang="en-US" altLang="en-US" sz="3200" b="1" dirty="0" smtClean="0"/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sz="half" idx="2"/>
          </p:nvPr>
        </p:nvSpPr>
        <p:spPr>
          <a:xfrm>
            <a:off x="152400" y="3886200"/>
            <a:ext cx="8432006" cy="5257800"/>
          </a:xfrm>
        </p:spPr>
        <p:txBody>
          <a:bodyPr/>
          <a:lstStyle/>
          <a:p>
            <a:pPr eaLnBrk="1" hangingPunct="1"/>
            <a:r>
              <a:rPr lang="en-US" altLang="en-US" sz="2400" dirty="0" smtClean="0"/>
              <a:t>Einstein used quanta to explain the photoelectric effect.</a:t>
            </a:r>
            <a:endParaRPr lang="en-US" altLang="en-US" sz="2400" dirty="0" smtClean="0"/>
          </a:p>
          <a:p>
            <a:pPr eaLnBrk="1" hangingPunct="1"/>
            <a:r>
              <a:rPr lang="en-US" altLang="en-US" sz="2400" dirty="0" smtClean="0"/>
              <a:t>Each metal has a different energy at which it ejects electrons. At lower energy, electrons are not emitted.</a:t>
            </a:r>
            <a:endParaRPr lang="en-US" altLang="en-US" sz="2400" dirty="0" smtClean="0"/>
          </a:p>
          <a:p>
            <a:pPr eaLnBrk="1" hangingPunct="1"/>
            <a:r>
              <a:rPr lang="en-US" altLang="en-US" sz="2400" dirty="0" smtClean="0"/>
              <a:t>He concluded that energy is proportional to frequency:</a:t>
            </a:r>
            <a:endParaRPr lang="en-US" altLang="en-US" sz="2400" dirty="0" smtClean="0"/>
          </a:p>
          <a:p>
            <a:pPr algn="ctr" eaLnBrk="1" hangingPunct="1">
              <a:buFontTx/>
              <a:buNone/>
            </a:pPr>
            <a:r>
              <a:rPr lang="en-US" altLang="en-US" sz="2400" i="1" dirty="0" smtClean="0"/>
              <a:t>E</a:t>
            </a:r>
            <a:r>
              <a:rPr lang="en-US" altLang="en-US" sz="2400" dirty="0" smtClean="0"/>
              <a:t> = </a:t>
            </a:r>
            <a:r>
              <a:rPr lang="en-US" altLang="en-US" sz="2400" i="1" dirty="0" smtClean="0"/>
              <a:t>h</a:t>
            </a:r>
            <a:r>
              <a:rPr lang="en-US" altLang="en-US" sz="2400" i="1" dirty="0" smtClean="0">
                <a:latin typeface="Symbol" panose="05050102010706020507" pitchFamily="18" charset="2"/>
                <a:sym typeface="Symbol" panose="05050102010706020507" pitchFamily="18" charset="2"/>
              </a:rPr>
              <a:t></a:t>
            </a:r>
            <a:r>
              <a:rPr lang="en-US" altLang="en-US" sz="2400" i="1" dirty="0" smtClean="0">
                <a:solidFill>
                  <a:srgbClr val="072E93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, </a:t>
            </a:r>
            <a:r>
              <a:rPr lang="en-US" altLang="en-US" sz="2400" dirty="0" smtClean="0"/>
              <a:t>where </a:t>
            </a:r>
            <a:r>
              <a:rPr lang="en-US" altLang="en-US" sz="2400" i="1" dirty="0" smtClean="0"/>
              <a:t>h</a:t>
            </a:r>
            <a:r>
              <a:rPr lang="en-US" altLang="en-US" sz="2400" dirty="0" smtClean="0"/>
              <a:t> is Planck’s constant, 6.626 </a:t>
            </a:r>
            <a:r>
              <a:rPr lang="en-US" altLang="en-US" sz="2400" dirty="0" smtClean="0">
                <a:sym typeface="Symbol" panose="05050102010706020507" pitchFamily="18" charset="2"/>
              </a:rPr>
              <a:t> 10</a:t>
            </a:r>
            <a:r>
              <a:rPr lang="en-US" altLang="en-US" sz="2400" baseline="30000" dirty="0" smtClean="0">
                <a:cs typeface="Arial" panose="020B0604020202020204" pitchFamily="34" charset="0"/>
                <a:sym typeface="Symbol" panose="05050102010706020507" pitchFamily="18" charset="2"/>
              </a:rPr>
              <a:t>−</a:t>
            </a:r>
            <a:r>
              <a:rPr lang="en-US" altLang="en-US" sz="2400" baseline="30000" dirty="0" smtClean="0">
                <a:sym typeface="Symbol" panose="05050102010706020507" pitchFamily="18" charset="2"/>
              </a:rPr>
              <a:t>34</a:t>
            </a:r>
            <a:r>
              <a:rPr lang="en-US" altLang="en-US" sz="2400" dirty="0" smtClean="0">
                <a:sym typeface="Symbol" panose="05050102010706020507" pitchFamily="18" charset="2"/>
              </a:rPr>
              <a:t> J</a:t>
            </a: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∙</a:t>
            </a:r>
            <a:r>
              <a:rPr lang="en-US" altLang="en-US" sz="2400" dirty="0" smtClean="0">
                <a:sym typeface="Symbol" panose="05050102010706020507" pitchFamily="18" charset="2"/>
              </a:rPr>
              <a:t>s.</a:t>
            </a:r>
            <a:endParaRPr lang="en-US" altLang="en-US" sz="2400" dirty="0" smtClean="0"/>
          </a:p>
        </p:txBody>
      </p:sp>
      <p:pic>
        <p:nvPicPr>
          <p:cNvPr id="16388" name="Picture 7" descr="C:\Documents and Settings\GEX\Desktop\51579 image ppt\Chapter 06\06_07_Figure.jpg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143000"/>
            <a:ext cx="3352800" cy="26865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6" name="Picture 2" descr="http://jahschem.wikispaces.com/file/view/pes-spec-Nlabel.jpg/492426076/720x360/pes-spec-Nlabel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6400" y="1203960"/>
            <a:ext cx="3581400" cy="1790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ttps://www.e20.ph.tum.de/fileadmin/w00bjx/www/_migrated_pics/PhSP_01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4200" y="2638948"/>
            <a:ext cx="2417513" cy="1190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Quantum Mechanics</a:t>
            </a:r>
            <a:endParaRPr lang="en-US" altLang="en-US" smtClean="0"/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81000" y="1676400"/>
            <a:ext cx="4724400" cy="4114800"/>
          </a:xfrm>
        </p:spPr>
        <p:txBody>
          <a:bodyPr/>
          <a:lstStyle/>
          <a:p>
            <a:pPr eaLnBrk="1" hangingPunct="1"/>
            <a:r>
              <a:rPr lang="en-US" altLang="en-US" sz="2800" dirty="0" smtClean="0"/>
              <a:t>Erwin Schrödinger developed a mathematical treatment into which both the wave and particle nature of matter could be incorporated.</a:t>
            </a:r>
            <a:endParaRPr lang="en-US" altLang="en-US" sz="2800" dirty="0" smtClean="0"/>
          </a:p>
          <a:p>
            <a:pPr eaLnBrk="1" hangingPunct="1"/>
            <a:r>
              <a:rPr lang="en-US" altLang="en-US" sz="2800" dirty="0" smtClean="0"/>
              <a:t>This is known as </a:t>
            </a:r>
            <a:r>
              <a:rPr lang="en-US" altLang="en-US" sz="2800" b="1" dirty="0" smtClean="0"/>
              <a:t>quantum mechanics.</a:t>
            </a:r>
            <a:endParaRPr lang="en-US" altLang="en-US" sz="2800" b="1" dirty="0" smtClean="0"/>
          </a:p>
        </p:txBody>
      </p:sp>
      <p:pic>
        <p:nvPicPr>
          <p:cNvPr id="5" name="Picture 5" descr="C:\Documents and Settings\GEX\Desktop\51579 image ppt\Chapter 06\06_17_Figure.jpg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2621" y="1920875"/>
            <a:ext cx="2494179" cy="326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Quantum Mechanics</a:t>
            </a:r>
            <a:endParaRPr lang="en-US" altLang="en-US" smtClean="0"/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82561" y="1295400"/>
            <a:ext cx="5929314" cy="3733800"/>
          </a:xfrm>
        </p:spPr>
        <p:txBody>
          <a:bodyPr/>
          <a:lstStyle/>
          <a:p>
            <a:pPr eaLnBrk="1" hangingPunct="1"/>
            <a:r>
              <a:rPr lang="en-US" altLang="en-US" sz="2800" dirty="0" smtClean="0"/>
              <a:t>The solution of Schr</a:t>
            </a:r>
            <a:r>
              <a:rPr lang="en-US" altLang="en-US" sz="2800" dirty="0" smtClean="0">
                <a:cs typeface="Times New Roman" panose="02020603050405020304" pitchFamily="18" charset="0"/>
              </a:rPr>
              <a:t>ödinger’s</a:t>
            </a:r>
            <a:r>
              <a:rPr lang="en-US" altLang="en-US" sz="2800" dirty="0" smtClean="0"/>
              <a:t> wave equation is designated with a lowercase Greek psi (</a:t>
            </a:r>
            <a:r>
              <a:rPr lang="en-US" altLang="en-US" sz="2800" i="1" dirty="0" smtClean="0">
                <a:sym typeface="Symbol" panose="05050102010706020507" pitchFamily="18" charset="2"/>
              </a:rPr>
              <a:t></a:t>
            </a:r>
            <a:r>
              <a:rPr lang="en-US" altLang="en-US" sz="2800" dirty="0" smtClean="0">
                <a:sym typeface="Symbol" panose="05050102010706020507" pitchFamily="18" charset="2"/>
              </a:rPr>
              <a:t>).</a:t>
            </a:r>
            <a:endParaRPr lang="en-US" altLang="en-US" sz="2800" dirty="0" smtClean="0">
              <a:sym typeface="Symbol" panose="05050102010706020507" pitchFamily="18" charset="2"/>
            </a:endParaRPr>
          </a:p>
          <a:p>
            <a:pPr eaLnBrk="1" hangingPunct="1"/>
            <a:r>
              <a:rPr lang="en-US" altLang="en-US" sz="2800" dirty="0" smtClean="0">
                <a:sym typeface="Symbol" panose="05050102010706020507" pitchFamily="18" charset="2"/>
              </a:rPr>
              <a:t>The square of the wave equation, </a:t>
            </a:r>
            <a:r>
              <a:rPr lang="en-US" altLang="en-US" sz="2800" i="1" dirty="0" smtClean="0">
                <a:sym typeface="Symbol" panose="05050102010706020507" pitchFamily="18" charset="2"/>
              </a:rPr>
              <a:t></a:t>
            </a:r>
            <a:r>
              <a:rPr lang="en-US" altLang="en-US" sz="2800" baseline="30000" dirty="0" smtClean="0">
                <a:sym typeface="Symbol" panose="05050102010706020507" pitchFamily="18" charset="2"/>
              </a:rPr>
              <a:t>2</a:t>
            </a:r>
            <a:r>
              <a:rPr lang="en-US" altLang="en-US" sz="2800" dirty="0" smtClean="0">
                <a:sym typeface="Symbol" panose="05050102010706020507" pitchFamily="18" charset="2"/>
              </a:rPr>
              <a:t>, gives the </a:t>
            </a:r>
            <a:r>
              <a:rPr lang="en-US" altLang="en-US" sz="2800" b="1" dirty="0" smtClean="0">
                <a:sym typeface="Symbol" panose="05050102010706020507" pitchFamily="18" charset="2"/>
              </a:rPr>
              <a:t>electron density</a:t>
            </a:r>
            <a:r>
              <a:rPr lang="en-US" altLang="en-US" sz="2800" dirty="0" smtClean="0">
                <a:sym typeface="Symbol" panose="05050102010706020507" pitchFamily="18" charset="2"/>
              </a:rPr>
              <a:t>, or probability of where an electron is likely to be at any given time.</a:t>
            </a:r>
            <a:endParaRPr lang="en-US" altLang="en-US" sz="2800" dirty="0" smtClean="0"/>
          </a:p>
        </p:txBody>
      </p:sp>
      <p:pic>
        <p:nvPicPr>
          <p:cNvPr id="28676" name="Picture 5" descr="C:\Documents and Settings\GEX\Desktop\51579 image ppt\Chapter 06\06_17_Figure.jpg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2621" y="1920875"/>
            <a:ext cx="2494179" cy="326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Quantum Numbers</a:t>
            </a:r>
            <a:endParaRPr lang="en-US" altLang="en-US" smtClean="0"/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828800"/>
            <a:ext cx="7772400" cy="4114800"/>
          </a:xfrm>
        </p:spPr>
        <p:txBody>
          <a:bodyPr/>
          <a:lstStyle/>
          <a:p>
            <a:pPr eaLnBrk="1" hangingPunct="1"/>
            <a:r>
              <a:rPr lang="en-US" altLang="en-US" dirty="0" smtClean="0"/>
              <a:t>Solving the wave equation gives a set of wave functions, or </a:t>
            </a:r>
            <a:r>
              <a:rPr lang="en-US" altLang="en-US" b="1" dirty="0" smtClean="0"/>
              <a:t>orbitals</a:t>
            </a:r>
            <a:r>
              <a:rPr lang="en-US" altLang="en-US" dirty="0" smtClean="0"/>
              <a:t>, and their corresponding energies.</a:t>
            </a:r>
            <a:endParaRPr lang="en-US" altLang="en-US" dirty="0" smtClean="0"/>
          </a:p>
          <a:p>
            <a:pPr eaLnBrk="1" hangingPunct="1"/>
            <a:r>
              <a:rPr lang="en-US" altLang="en-US" dirty="0" smtClean="0"/>
              <a:t>Each </a:t>
            </a:r>
            <a:r>
              <a:rPr lang="en-US" altLang="en-US" b="1" dirty="0" smtClean="0"/>
              <a:t>orbital</a:t>
            </a:r>
            <a:r>
              <a:rPr lang="en-US" altLang="en-US" dirty="0" smtClean="0"/>
              <a:t> describes a </a:t>
            </a:r>
            <a:r>
              <a:rPr lang="en-US" altLang="en-US" dirty="0" smtClean="0">
                <a:solidFill>
                  <a:srgbClr val="FF0000"/>
                </a:solidFill>
              </a:rPr>
              <a:t>spatial distribution of electron density</a:t>
            </a:r>
            <a:r>
              <a:rPr lang="en-US" altLang="en-US" dirty="0" smtClean="0"/>
              <a:t>.</a:t>
            </a:r>
            <a:endParaRPr lang="en-US" altLang="en-US" dirty="0" smtClean="0"/>
          </a:p>
          <a:p>
            <a:pPr eaLnBrk="1" hangingPunct="1"/>
            <a:r>
              <a:rPr lang="en-US" altLang="en-US" dirty="0" smtClean="0"/>
              <a:t>An </a:t>
            </a:r>
            <a:r>
              <a:rPr lang="en-US" altLang="en-US" b="1" dirty="0" smtClean="0"/>
              <a:t>orbital</a:t>
            </a:r>
            <a:r>
              <a:rPr lang="en-US" altLang="en-US" dirty="0" smtClean="0"/>
              <a:t> is described by a set of </a:t>
            </a:r>
            <a:r>
              <a:rPr lang="en-US" altLang="en-US" dirty="0" smtClean="0">
                <a:solidFill>
                  <a:srgbClr val="FF0000"/>
                </a:solidFill>
              </a:rPr>
              <a:t>three</a:t>
            </a:r>
            <a:r>
              <a:rPr lang="en-US" altLang="en-US" dirty="0" smtClean="0"/>
              <a:t> </a:t>
            </a:r>
            <a:r>
              <a:rPr lang="en-US" altLang="en-US" b="1" dirty="0" smtClean="0"/>
              <a:t>quantum numbers</a:t>
            </a:r>
            <a:r>
              <a:rPr lang="en-US" altLang="en-US" dirty="0" smtClean="0"/>
              <a:t>.</a:t>
            </a:r>
            <a:endParaRPr lang="en-US" altLang="en-US" dirty="0" smtClean="0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b="1" dirty="0" smtClean="0"/>
              <a:t>An Atom versus a </a:t>
            </a:r>
            <a:r>
              <a:rPr lang="en-US" altLang="en-US" sz="3200" b="1" dirty="0" smtClean="0">
                <a:solidFill>
                  <a:srgbClr val="FF0000"/>
                </a:solidFill>
              </a:rPr>
              <a:t>House</a:t>
            </a:r>
            <a:endParaRPr lang="en-US" altLang="en-US" sz="3200" b="1" dirty="0" smtClean="0">
              <a:solidFill>
                <a:srgbClr val="FF000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38200" y="1524000"/>
            <a:ext cx="746760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l">
              <a:buFont typeface="+mj-lt"/>
              <a:buAutoNum type="arabicPeriod"/>
            </a:pPr>
            <a:r>
              <a:rPr lang="en-US" b="0" dirty="0" smtClean="0">
                <a:solidFill>
                  <a:schemeClr val="tx1"/>
                </a:solidFill>
              </a:rPr>
              <a:t>How many </a:t>
            </a:r>
            <a:r>
              <a:rPr lang="en-US" b="0" dirty="0" smtClean="0">
                <a:solidFill>
                  <a:srgbClr val="FF0000"/>
                </a:solidFill>
              </a:rPr>
              <a:t>stories</a:t>
            </a:r>
            <a:r>
              <a:rPr lang="en-US" b="0" dirty="0" smtClean="0">
                <a:solidFill>
                  <a:schemeClr val="tx1"/>
                </a:solidFill>
              </a:rPr>
              <a:t>? – </a:t>
            </a:r>
            <a:r>
              <a:rPr lang="en-US" b="0" dirty="0" smtClean="0">
                <a:solidFill>
                  <a:srgbClr val="0000FF"/>
                </a:solidFill>
              </a:rPr>
              <a:t>shells/orbitals (principal)</a:t>
            </a:r>
            <a:endParaRPr lang="en-US" b="0" dirty="0" smtClean="0">
              <a:solidFill>
                <a:srgbClr val="0000FF"/>
              </a:solidFill>
            </a:endParaRPr>
          </a:p>
          <a:p>
            <a:pPr marL="457200" indent="-457200" algn="l">
              <a:buFont typeface="+mj-lt"/>
              <a:buAutoNum type="arabicPeriod"/>
            </a:pPr>
            <a:endParaRPr lang="en-US" b="0" dirty="0">
              <a:solidFill>
                <a:schemeClr val="tx1"/>
              </a:solidFill>
            </a:endParaRPr>
          </a:p>
          <a:p>
            <a:pPr marL="457200" indent="-457200" algn="l">
              <a:buAutoNum type="arabicPeriod"/>
            </a:pPr>
            <a:endParaRPr lang="en-US" b="0" dirty="0" smtClean="0">
              <a:solidFill>
                <a:schemeClr val="tx1"/>
              </a:solidFill>
            </a:endParaRPr>
          </a:p>
          <a:p>
            <a:pPr marL="457200" indent="-457200" algn="l">
              <a:buFont typeface="+mj-lt"/>
              <a:buAutoNum type="arabicPeriod"/>
            </a:pPr>
            <a:r>
              <a:rPr lang="en-US" b="0" dirty="0" smtClean="0">
                <a:solidFill>
                  <a:schemeClr val="tx1"/>
                </a:solidFill>
              </a:rPr>
              <a:t>How many different </a:t>
            </a:r>
            <a:r>
              <a:rPr lang="en-US" b="0" dirty="0" smtClean="0">
                <a:solidFill>
                  <a:srgbClr val="FF0000"/>
                </a:solidFill>
              </a:rPr>
              <a:t>room designs </a:t>
            </a:r>
            <a:r>
              <a:rPr lang="en-US" b="0" dirty="0" smtClean="0">
                <a:solidFill>
                  <a:schemeClr val="tx1"/>
                </a:solidFill>
              </a:rPr>
              <a:t>on the same floor? – </a:t>
            </a:r>
            <a:r>
              <a:rPr lang="en-US" b="0" dirty="0" smtClean="0">
                <a:solidFill>
                  <a:srgbClr val="0000FF"/>
                </a:solidFill>
              </a:rPr>
              <a:t>subshells (angular momentum)</a:t>
            </a:r>
            <a:endParaRPr lang="en-US" b="0" dirty="0" smtClean="0">
              <a:solidFill>
                <a:srgbClr val="0000FF"/>
              </a:solidFill>
            </a:endParaRPr>
          </a:p>
          <a:p>
            <a:pPr marL="457200" indent="-457200" algn="l">
              <a:buAutoNum type="arabicPeriod"/>
            </a:pPr>
            <a:endParaRPr lang="en-US" b="0" dirty="0">
              <a:solidFill>
                <a:schemeClr val="tx1"/>
              </a:solidFill>
            </a:endParaRPr>
          </a:p>
          <a:p>
            <a:pPr marL="457200" indent="-457200" algn="l">
              <a:buAutoNum type="arabicPeriod"/>
            </a:pPr>
            <a:endParaRPr lang="en-US" b="0" dirty="0" smtClean="0">
              <a:solidFill>
                <a:schemeClr val="tx1"/>
              </a:solidFill>
            </a:endParaRPr>
          </a:p>
          <a:p>
            <a:pPr marL="457200" indent="-457200" algn="l">
              <a:buFont typeface="+mj-lt"/>
              <a:buAutoNum type="arabicPeriod"/>
            </a:pPr>
            <a:r>
              <a:rPr lang="en-US" b="0" dirty="0" smtClean="0">
                <a:solidFill>
                  <a:schemeClr val="tx1"/>
                </a:solidFill>
              </a:rPr>
              <a:t>How are the rooms of the same design </a:t>
            </a:r>
            <a:r>
              <a:rPr lang="en-US" b="0" dirty="0" smtClean="0">
                <a:solidFill>
                  <a:srgbClr val="FF0000"/>
                </a:solidFill>
              </a:rPr>
              <a:t>oriented</a:t>
            </a:r>
            <a:r>
              <a:rPr lang="en-US" b="0" dirty="0" smtClean="0">
                <a:solidFill>
                  <a:schemeClr val="tx1"/>
                </a:solidFill>
              </a:rPr>
              <a:t>? </a:t>
            </a:r>
            <a:r>
              <a:rPr lang="en-US" b="0" dirty="0" smtClean="0">
                <a:solidFill>
                  <a:srgbClr val="0000FF"/>
                </a:solidFill>
              </a:rPr>
              <a:t>(magnetic)</a:t>
            </a:r>
            <a:endParaRPr lang="en-US" b="0" dirty="0" smtClean="0">
              <a:solidFill>
                <a:srgbClr val="0000FF"/>
              </a:solidFill>
            </a:endParaRPr>
          </a:p>
          <a:p>
            <a:pPr marL="457200" indent="-457200" algn="l">
              <a:buAutoNum type="arabicPeriod"/>
            </a:pPr>
            <a:endParaRPr lang="en-US" b="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Principal</a:t>
            </a:r>
            <a:r>
              <a:rPr lang="en-US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Quantum Number (</a:t>
            </a:r>
            <a:r>
              <a:rPr lang="en-US" alt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alt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principal quantum number, </a:t>
            </a:r>
            <a:r>
              <a:rPr lang="en-US" alt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describes the energy level on which the orbital resides.</a:t>
            </a:r>
            <a:endParaRPr lang="en-US" alt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r>
              <a:rPr lang="en-US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values of </a:t>
            </a:r>
            <a:r>
              <a:rPr lang="en-US" alt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are integers ≥ 1.</a:t>
            </a:r>
            <a:endParaRPr lang="en-US" alt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r>
              <a:rPr lang="en-US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These correspond to the values in the Bohr model.</a:t>
            </a:r>
            <a:endParaRPr lang="en-US" alt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81000"/>
            <a:ext cx="9144000" cy="1143000"/>
          </a:xfrm>
        </p:spPr>
        <p:txBody>
          <a:bodyPr/>
          <a:lstStyle/>
          <a:p>
            <a:pPr eaLnBrk="1" hangingPunct="1"/>
            <a:r>
              <a:rPr lang="en-US" altLang="en-US" sz="32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Angular Momentum </a:t>
            </a:r>
            <a:r>
              <a:rPr lang="en-US" alt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Quantum Number (</a:t>
            </a:r>
            <a:r>
              <a:rPr lang="en-US" altLang="en-US" sz="32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altLang="en-US" sz="32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19100" y="1752600"/>
            <a:ext cx="8305800" cy="4419600"/>
          </a:xfrm>
        </p:spPr>
        <p:txBody>
          <a:bodyPr/>
          <a:lstStyle/>
          <a:p>
            <a:pPr eaLnBrk="1" hangingPunct="1"/>
            <a:r>
              <a:rPr lang="en-US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This quantum number defines the </a:t>
            </a:r>
            <a:r>
              <a:rPr lang="en-US" alt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shape</a:t>
            </a:r>
            <a:r>
              <a:rPr lang="en-US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of the orbital.</a:t>
            </a:r>
            <a:endParaRPr lang="en-US" alt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r>
              <a:rPr lang="en-US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Allowed values of </a:t>
            </a:r>
            <a:r>
              <a:rPr lang="en-US" alt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are integers ranging from </a:t>
            </a:r>
            <a:r>
              <a:rPr lang="en-US" alt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 to </a:t>
            </a:r>
            <a:r>
              <a:rPr lang="en-US" altLang="en-US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en-US" alt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− 1</a:t>
            </a:r>
            <a:r>
              <a:rPr lang="en-US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r>
              <a:rPr lang="en-US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 use </a:t>
            </a:r>
            <a:r>
              <a:rPr lang="en-US" alt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letter designations </a:t>
            </a:r>
            <a:r>
              <a:rPr lang="en-US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 communicate the different values of </a:t>
            </a:r>
            <a:r>
              <a:rPr lang="en-US" alt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and, therefore, the shapes and types of orbitals.</a:t>
            </a:r>
            <a:endParaRPr lang="en-US" alt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/>
          <p:cNvSpPr>
            <a:spLocks noGrp="1"/>
          </p:cNvSpPr>
          <p:nvPr>
            <p:ph type="title"/>
          </p:nvPr>
        </p:nvSpPr>
        <p:spPr>
          <a:xfrm>
            <a:off x="3858" y="685800"/>
            <a:ext cx="9144000" cy="1524000"/>
          </a:xfrm>
        </p:spPr>
        <p:txBody>
          <a:bodyPr/>
          <a:lstStyle/>
          <a:p>
            <a:r>
              <a:rPr lang="pt-BR" alt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Angular Momentum Quantum Number (</a:t>
            </a:r>
            <a:r>
              <a:rPr lang="pt-BR" altLang="en-US" sz="32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pt-BR" alt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altLang="en-US" sz="32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2771" name="Picture 5" descr="C:\Documents and Settings\GEX\Desktop\51579 image ppt\Chapter 06\06_Pg228_Untable.jpg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2667000"/>
            <a:ext cx="7315200" cy="2173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457200"/>
            <a:ext cx="9144000" cy="1143000"/>
          </a:xfrm>
        </p:spPr>
        <p:txBody>
          <a:bodyPr/>
          <a:lstStyle/>
          <a:p>
            <a:pPr eaLnBrk="1" hangingPunct="1"/>
            <a:r>
              <a:rPr lang="en-US" altLang="en-US" sz="32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Magnetic</a:t>
            </a:r>
            <a:r>
              <a:rPr lang="en-US" alt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Quantum Number (</a:t>
            </a:r>
            <a:r>
              <a:rPr lang="en-US" altLang="en-US" sz="32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en-US" sz="3200" b="1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altLang="en-US" sz="3200" b="1" i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752600"/>
            <a:ext cx="7772400" cy="4419600"/>
          </a:xfrm>
        </p:spPr>
        <p:txBody>
          <a:bodyPr/>
          <a:lstStyle/>
          <a:p>
            <a:pPr eaLnBrk="1" hangingPunct="1"/>
            <a:r>
              <a:rPr lang="en-US" alt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magnetic quantum number describes the </a:t>
            </a:r>
            <a:r>
              <a:rPr lang="en-US" altLang="en-US" sz="2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three-dimensional orientation </a:t>
            </a:r>
            <a:r>
              <a:rPr lang="en-US" alt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 the orbital.</a:t>
            </a:r>
            <a:endParaRPr lang="en-US" altLang="en-US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r>
              <a:rPr lang="en-US" alt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Allowed values of </a:t>
            </a:r>
            <a:r>
              <a:rPr lang="en-US" altLang="en-US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en-US" sz="2800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are integers ranging from −</a:t>
            </a:r>
            <a:r>
              <a:rPr lang="en-US" altLang="en-US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to </a:t>
            </a:r>
            <a:r>
              <a:rPr lang="en-US" altLang="en-US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altLang="en-US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1" hangingPunct="1">
              <a:buFontTx/>
              <a:buNone/>
            </a:pPr>
            <a:r>
              <a:rPr lang="en-US" altLang="en-US" sz="28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−</a:t>
            </a:r>
            <a:r>
              <a:rPr lang="en-US" altLang="en-US" sz="28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en-US" sz="2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≤ </a:t>
            </a:r>
            <a:r>
              <a:rPr lang="en-US" altLang="en-US" sz="28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en-US" sz="2800" i="1" baseline="-25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en-US" sz="28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≤ </a:t>
            </a:r>
            <a:r>
              <a:rPr lang="en-US" altLang="en-US" sz="28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endParaRPr lang="en-US" altLang="en-US" sz="2800" i="1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r>
              <a:rPr lang="en-US" alt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Therefore, on any given energy level, there can be up to 1 </a:t>
            </a:r>
            <a:r>
              <a:rPr lang="en-US" altLang="en-US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orbital, 3 </a:t>
            </a:r>
            <a:r>
              <a:rPr lang="en-US" altLang="en-US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orbitals, 5 </a:t>
            </a:r>
            <a:r>
              <a:rPr lang="en-US" altLang="en-US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orbitals, 7 </a:t>
            </a:r>
            <a:r>
              <a:rPr lang="en-US" altLang="en-US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orbitals, and so forth.</a:t>
            </a:r>
            <a:endParaRPr lang="en-US" altLang="en-US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52400"/>
            <a:ext cx="9144000" cy="990600"/>
          </a:xfrm>
        </p:spPr>
        <p:txBody>
          <a:bodyPr/>
          <a:lstStyle/>
          <a:p>
            <a:pPr eaLnBrk="1" hangingPunct="1"/>
            <a:r>
              <a:rPr lang="en-US" altLang="en-US" sz="32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Magnetic</a:t>
            </a:r>
            <a:r>
              <a:rPr lang="en-US" alt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Quantum Number (</a:t>
            </a:r>
            <a:r>
              <a:rPr lang="en-US" altLang="en-US" sz="32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en-US" sz="3200" b="1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altLang="en-US" sz="3200" b="1" i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04800" y="1116957"/>
            <a:ext cx="8991600" cy="1905000"/>
          </a:xfrm>
        </p:spPr>
        <p:txBody>
          <a:bodyPr/>
          <a:lstStyle/>
          <a:p>
            <a:pPr eaLnBrk="1" hangingPunct="1"/>
            <a:r>
              <a:rPr lang="en-US" alt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Orbitals with the same value of </a:t>
            </a:r>
            <a:r>
              <a:rPr lang="en-US" altLang="en-US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form an </a:t>
            </a:r>
            <a:r>
              <a:rPr lang="en-US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electron </a:t>
            </a:r>
            <a:r>
              <a:rPr lang="en-US" altLang="en-US" sz="2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shell</a:t>
            </a:r>
            <a:r>
              <a:rPr lang="en-US" alt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en-US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r>
              <a:rPr lang="en-US" alt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 orbital types within a shell are </a:t>
            </a:r>
            <a:r>
              <a:rPr lang="en-US" altLang="en-US" sz="2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subshells</a:t>
            </a:r>
            <a:r>
              <a:rPr lang="en-US" alt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en-US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4820" name="Picture 6" descr="C:\Documents and Settings\GEX\Desktop\51579 image ppt\Chapter 06\06_02_Table.jpg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9290" y="2362200"/>
            <a:ext cx="5845419" cy="37068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i="1" smtClean="0"/>
              <a:t>s</a:t>
            </a:r>
            <a:r>
              <a:rPr lang="en-US" altLang="en-US" smtClean="0"/>
              <a:t> Orbitals</a:t>
            </a:r>
            <a:endParaRPr lang="en-US" altLang="en-US" smtClean="0"/>
          </a:p>
        </p:txBody>
      </p:sp>
      <p:sp>
        <p:nvSpPr>
          <p:cNvPr id="35843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685800" y="3886200"/>
            <a:ext cx="7772400" cy="2209800"/>
          </a:xfrm>
        </p:spPr>
        <p:txBody>
          <a:bodyPr/>
          <a:lstStyle/>
          <a:p>
            <a:pPr eaLnBrk="1" hangingPunct="1"/>
            <a:r>
              <a:rPr lang="en-US" alt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value of </a:t>
            </a:r>
            <a:r>
              <a:rPr lang="en-US" altLang="en-US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for </a:t>
            </a:r>
            <a:r>
              <a:rPr lang="en-US" altLang="en-US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orbitals is 0.</a:t>
            </a:r>
            <a:endParaRPr lang="en-US" altLang="en-US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r>
              <a:rPr lang="en-US" alt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They are spherical in shape.</a:t>
            </a:r>
            <a:endParaRPr lang="en-US" altLang="en-US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r>
              <a:rPr lang="en-US" alt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radius of the sphere increases with the value of </a:t>
            </a:r>
            <a:r>
              <a:rPr lang="en-US" altLang="en-US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n.</a:t>
            </a:r>
            <a:endParaRPr lang="en-US" altLang="en-US" sz="2800" i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5844" name="Picture 6" descr="C:\Documents and Settings\GEX\Desktop\51579 image ppt\Chapter 06\06_20_Figure.jpg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813" y="1358900"/>
            <a:ext cx="5835650" cy="2332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>
          <a:xfrm>
            <a:off x="-990600" y="0"/>
            <a:ext cx="9144000" cy="1143000"/>
          </a:xfrm>
        </p:spPr>
        <p:txBody>
          <a:bodyPr/>
          <a:lstStyle/>
          <a:p>
            <a:pPr eaLnBrk="1" hangingPunct="1"/>
            <a:r>
              <a:rPr lang="en-US" altLang="en-US" i="1" dirty="0" smtClean="0"/>
              <a:t>s </a:t>
            </a:r>
            <a:r>
              <a:rPr lang="en-US" altLang="en-US" dirty="0" smtClean="0"/>
              <a:t>Orbitals</a:t>
            </a:r>
            <a:endParaRPr lang="en-US" altLang="en-US" dirty="0" smtClean="0"/>
          </a:p>
        </p:txBody>
      </p:sp>
      <p:sp>
        <p:nvSpPr>
          <p:cNvPr id="36867" name="Rectangle 5"/>
          <p:cNvSpPr>
            <a:spLocks noGrp="1" noChangeArrowheads="1"/>
          </p:cNvSpPr>
          <p:nvPr>
            <p:ph type="body" sz="half" idx="3"/>
          </p:nvPr>
        </p:nvSpPr>
        <p:spPr>
          <a:xfrm>
            <a:off x="5122863" y="850900"/>
            <a:ext cx="3868737" cy="4940300"/>
          </a:xfrm>
        </p:spPr>
        <p:txBody>
          <a:bodyPr/>
          <a:lstStyle/>
          <a:p>
            <a:pPr eaLnBrk="1" hangingPunct="1"/>
            <a:r>
              <a:rPr lang="en-US" altLang="en-US" sz="2400" dirty="0" smtClean="0"/>
              <a:t>For an </a:t>
            </a:r>
            <a:r>
              <a:rPr lang="en-US" altLang="en-US" sz="2400" i="1" dirty="0" smtClean="0"/>
              <a:t>ns</a:t>
            </a:r>
            <a:r>
              <a:rPr lang="en-US" altLang="en-US" sz="2400" dirty="0" smtClean="0"/>
              <a:t> orbital, the number of peaks is </a:t>
            </a:r>
            <a:r>
              <a:rPr lang="en-US" altLang="en-US" sz="2400" i="1" dirty="0" smtClean="0"/>
              <a:t>n</a:t>
            </a:r>
            <a:r>
              <a:rPr lang="en-US" altLang="en-US" sz="2400" dirty="0" smtClean="0"/>
              <a:t>.</a:t>
            </a:r>
            <a:endParaRPr lang="en-US" altLang="en-US" sz="2400" dirty="0" smtClean="0"/>
          </a:p>
          <a:p>
            <a:pPr eaLnBrk="1" hangingPunct="1"/>
            <a:r>
              <a:rPr lang="en-US" altLang="en-US" sz="2400" dirty="0" smtClean="0"/>
              <a:t>For an </a:t>
            </a:r>
            <a:r>
              <a:rPr lang="en-US" altLang="en-US" sz="2400" i="1" dirty="0" smtClean="0"/>
              <a:t>ns</a:t>
            </a:r>
            <a:r>
              <a:rPr lang="en-US" altLang="en-US" sz="2400" dirty="0" smtClean="0"/>
              <a:t> orbital, the number of nodes (where there is zero probability of finding an electron) is </a:t>
            </a:r>
            <a:r>
              <a:rPr lang="en-US" altLang="en-US" sz="2400" i="1" dirty="0" smtClean="0">
                <a:solidFill>
                  <a:srgbClr val="FF0000"/>
                </a:solidFill>
              </a:rPr>
              <a:t>n </a:t>
            </a:r>
            <a:r>
              <a:rPr lang="en-US" altLang="en-US" sz="2400" dirty="0" smtClean="0">
                <a:solidFill>
                  <a:srgbClr val="FF0000"/>
                </a:solidFill>
              </a:rPr>
              <a:t>– </a:t>
            </a:r>
            <a:r>
              <a:rPr lang="en-US" altLang="en-US" sz="2400" i="1" dirty="0" smtClean="0">
                <a:solidFill>
                  <a:srgbClr val="FF0000"/>
                </a:solidFill>
              </a:rPr>
              <a:t>1</a:t>
            </a:r>
            <a:r>
              <a:rPr lang="en-US" altLang="en-US" sz="2400" dirty="0" smtClean="0"/>
              <a:t>.</a:t>
            </a:r>
            <a:endParaRPr lang="en-US" altLang="en-US" sz="2400" dirty="0" smtClean="0"/>
          </a:p>
          <a:p>
            <a:pPr eaLnBrk="1" hangingPunct="1"/>
            <a:r>
              <a:rPr lang="en-US" altLang="en-US" sz="2400" dirty="0" smtClean="0"/>
              <a:t>As </a:t>
            </a:r>
            <a:r>
              <a:rPr lang="en-US" altLang="en-US" sz="2400" i="1" dirty="0" smtClean="0"/>
              <a:t>n</a:t>
            </a:r>
            <a:r>
              <a:rPr lang="en-US" altLang="en-US" sz="2400" dirty="0" smtClean="0"/>
              <a:t> increases, the </a:t>
            </a:r>
            <a:r>
              <a:rPr lang="en-US" altLang="en-US" sz="2400" dirty="0" smtClean="0">
                <a:solidFill>
                  <a:srgbClr val="FF0000"/>
                </a:solidFill>
              </a:rPr>
              <a:t>electron density is more spread out </a:t>
            </a:r>
            <a:r>
              <a:rPr lang="en-US" altLang="en-US" sz="2400" dirty="0" smtClean="0"/>
              <a:t>and there is a greater probability of finding an electron further from the nucleus.</a:t>
            </a:r>
            <a:endParaRPr lang="en-US" altLang="en-US" sz="2800" dirty="0" smtClean="0"/>
          </a:p>
        </p:txBody>
      </p:sp>
      <p:sp>
        <p:nvSpPr>
          <p:cNvPr id="36868" name="Rectangle 10"/>
          <p:cNvSpPr>
            <a:spLocks noChangeArrowheads="1"/>
          </p:cNvSpPr>
          <p:nvPr/>
        </p:nvSpPr>
        <p:spPr bwMode="auto">
          <a:xfrm>
            <a:off x="1447800" y="6400800"/>
            <a:ext cx="2514600" cy="1524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  <p:pic>
        <p:nvPicPr>
          <p:cNvPr id="36869" name="Picture 9" descr="C:\Documents and Settings\GEX\Desktop\51579 image ppt\Chapter 06\06_22_Figure.jpg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949" y="3429000"/>
            <a:ext cx="3562794" cy="251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6870" name="Picture 8" descr="C:\Documents and Settings\GEX\Desktop\51579 image ppt\Chapter 06\06_19_Figure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033" y="1143000"/>
            <a:ext cx="4915367" cy="1963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Orbitals</a:t>
            </a:r>
            <a:endParaRPr lang="en-US" altLang="en-US" sz="3200" b="1" i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09600" y="1676400"/>
            <a:ext cx="8153400" cy="1371600"/>
          </a:xfrm>
        </p:spPr>
        <p:txBody>
          <a:bodyPr/>
          <a:lstStyle/>
          <a:p>
            <a:pPr eaLnBrk="1" hangingPunct="1"/>
            <a:r>
              <a:rPr lang="en-US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value of </a:t>
            </a:r>
            <a:r>
              <a:rPr lang="en-US" altLang="en-US" sz="28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for </a:t>
            </a:r>
            <a:r>
              <a:rPr lang="en-US" altLang="en-US" sz="28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orbitals is 1.</a:t>
            </a:r>
            <a:endParaRPr lang="en-US" altLang="en-US" sz="28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r>
              <a:rPr lang="en-US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They have two lobes with a node between them.</a:t>
            </a:r>
            <a:endParaRPr lang="en-US" altLang="en-US" sz="28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endParaRPr lang="en-US" altLang="en-US" sz="28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7892" name="Picture 6" descr="C:\Documents and Settings\GEX\Desktop\51579 image ppt\Chapter 06\06_23_Figure.jpg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3200400"/>
            <a:ext cx="6780213" cy="2411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Orbitals</a:t>
            </a:r>
            <a:endParaRPr lang="en-US" altLang="en-US" b="1" i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915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5334000" y="1752600"/>
            <a:ext cx="3505200" cy="4419600"/>
          </a:xfrm>
        </p:spPr>
        <p:txBody>
          <a:bodyPr/>
          <a:lstStyle/>
          <a:p>
            <a:pPr eaLnBrk="1" hangingPunct="1"/>
            <a:r>
              <a:rPr lang="en-US" alt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value of </a:t>
            </a:r>
            <a:r>
              <a:rPr lang="en-US" altLang="en-US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for a </a:t>
            </a:r>
            <a:r>
              <a:rPr lang="en-US" altLang="en-US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orbital is 2.</a:t>
            </a:r>
            <a:endParaRPr lang="en-US" altLang="en-US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r>
              <a:rPr lang="en-US" alt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Four of the five </a:t>
            </a:r>
            <a:r>
              <a:rPr lang="en-US" altLang="en-US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orbitals have four lobes; the other resembles a </a:t>
            </a:r>
            <a:r>
              <a:rPr lang="en-US" altLang="en-US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orbital with a doughnut around the center.</a:t>
            </a:r>
            <a:endParaRPr lang="en-US" altLang="en-US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8916" name="Picture 6" descr="C:\Documents and Settings\GEX\Desktop\51579 image ppt\Chapter 06\06_24_Figure.jpg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752600"/>
            <a:ext cx="4779667" cy="3424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itle 5"/>
          <p:cNvSpPr>
            <a:spLocks noGrp="1"/>
          </p:cNvSpPr>
          <p:nvPr>
            <p:ph type="title"/>
          </p:nvPr>
        </p:nvSpPr>
        <p:spPr>
          <a:xfrm>
            <a:off x="12539" y="533400"/>
            <a:ext cx="9144000" cy="1143000"/>
          </a:xfrm>
        </p:spPr>
        <p:txBody>
          <a:bodyPr/>
          <a:lstStyle/>
          <a:p>
            <a:r>
              <a:rPr lang="en-US" alt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Orbitals</a:t>
            </a:r>
            <a:endParaRPr lang="en-US" alt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939" name="Content Placeholder 6"/>
          <p:cNvSpPr>
            <a:spLocks noGrp="1"/>
          </p:cNvSpPr>
          <p:nvPr>
            <p:ph idx="1"/>
          </p:nvPr>
        </p:nvSpPr>
        <p:spPr>
          <a:xfrm>
            <a:off x="914400" y="2133600"/>
            <a:ext cx="7772400" cy="4114800"/>
          </a:xfrm>
        </p:spPr>
        <p:txBody>
          <a:bodyPr/>
          <a:lstStyle/>
          <a:p>
            <a:r>
              <a:rPr lang="en-US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Very complicated shapes (not shown </a:t>
            </a:r>
            <a:br>
              <a:rPr lang="en-US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 text)</a:t>
            </a:r>
            <a:endParaRPr lang="en-US" alt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Seven equivalent orbitals in a sublevel</a:t>
            </a:r>
            <a:endParaRPr lang="en-US" alt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= 3</a:t>
            </a:r>
            <a:endParaRPr lang="en-US" alt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>
          <a:xfrm>
            <a:off x="12539" y="16358"/>
            <a:ext cx="9144000" cy="1143000"/>
          </a:xfrm>
        </p:spPr>
        <p:txBody>
          <a:bodyPr/>
          <a:lstStyle/>
          <a:p>
            <a:pPr eaLnBrk="1" hangingPunct="1"/>
            <a:r>
              <a:rPr lang="en-US" alt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Energies of Orbitals—Hydrogen</a:t>
            </a:r>
            <a:endParaRPr lang="en-US" altLang="en-US" sz="32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379384" y="1508547"/>
            <a:ext cx="3810000" cy="4114800"/>
          </a:xfrm>
        </p:spPr>
        <p:txBody>
          <a:bodyPr/>
          <a:lstStyle/>
          <a:p>
            <a:pPr eaLnBrk="1" hangingPunct="1"/>
            <a:r>
              <a:rPr lang="en-US" altLang="en-US" sz="2800" dirty="0" smtClean="0"/>
              <a:t>For a one-electron hydrogen atom, orbitals on the same energy level have the same energy.</a:t>
            </a:r>
            <a:endParaRPr lang="en-US" altLang="en-US" sz="2800" dirty="0" smtClean="0"/>
          </a:p>
          <a:p>
            <a:pPr eaLnBrk="1" hangingPunct="1"/>
            <a:endParaRPr lang="en-US" altLang="en-US" sz="2800" dirty="0" smtClean="0"/>
          </a:p>
          <a:p>
            <a:pPr eaLnBrk="1" hangingPunct="1"/>
            <a:r>
              <a:rPr lang="en-US" altLang="en-US" sz="2800" dirty="0" smtClean="0"/>
              <a:t>Chemists call them </a:t>
            </a:r>
            <a:r>
              <a:rPr lang="en-US" altLang="en-US" sz="2800" b="1" dirty="0" smtClean="0">
                <a:solidFill>
                  <a:srgbClr val="FF0000"/>
                </a:solidFill>
              </a:rPr>
              <a:t>degenerate</a:t>
            </a:r>
            <a:r>
              <a:rPr lang="en-US" altLang="en-US" sz="2800" dirty="0" smtClean="0">
                <a:solidFill>
                  <a:srgbClr val="FF0000"/>
                </a:solidFill>
              </a:rPr>
              <a:t> </a:t>
            </a:r>
            <a:r>
              <a:rPr lang="en-US" altLang="en-US" sz="2800" dirty="0" smtClean="0"/>
              <a:t>orbitals.</a:t>
            </a:r>
            <a:endParaRPr lang="en-US" altLang="en-US" sz="2800" dirty="0" smtClean="0"/>
          </a:p>
        </p:txBody>
      </p:sp>
      <p:pic>
        <p:nvPicPr>
          <p:cNvPr id="40964" name="Picture 6" descr="C:\Documents and Settings\GEX\Desktop\51579 image ppt\Chapter 06\06_18_Figure.jpg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943337"/>
            <a:ext cx="3629923" cy="502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>
          <a:xfrm>
            <a:off x="-1143000" y="-211238"/>
            <a:ext cx="11303000" cy="1143000"/>
          </a:xfrm>
        </p:spPr>
        <p:txBody>
          <a:bodyPr/>
          <a:lstStyle/>
          <a:p>
            <a:pPr eaLnBrk="1" hangingPunct="1"/>
            <a:r>
              <a:rPr lang="en-US" alt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Energies of Orbitals—Many-electron Atoms</a:t>
            </a:r>
            <a:endParaRPr lang="en-US" altLang="en-US" sz="32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987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34724" y="931762"/>
            <a:ext cx="5146876" cy="4876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400" dirty="0" smtClean="0"/>
              <a:t>As the number of electrons increases, so does the </a:t>
            </a:r>
            <a:r>
              <a:rPr lang="en-US" altLang="en-US" sz="2400" dirty="0" smtClean="0">
                <a:solidFill>
                  <a:srgbClr val="FF0000"/>
                </a:solidFill>
              </a:rPr>
              <a:t>repulsion</a:t>
            </a:r>
            <a:r>
              <a:rPr lang="en-US" altLang="en-US" sz="2400" dirty="0" smtClean="0"/>
              <a:t> between them.</a:t>
            </a:r>
            <a:endParaRPr lang="en-US" altLang="en-US" sz="2400" dirty="0" smtClean="0">
              <a:solidFill>
                <a:srgbClr val="FF0000"/>
              </a:solidFill>
            </a:endParaRPr>
          </a:p>
          <a:p>
            <a:pPr eaLnBrk="1" hangingPunct="1">
              <a:lnSpc>
                <a:spcPct val="90000"/>
              </a:lnSpc>
            </a:pPr>
            <a:endParaRPr lang="en-US" altLang="en-US" sz="2400" dirty="0" smtClean="0"/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 smtClean="0"/>
              <a:t>Therefore, in atoms with more than one electron, not all orbitals on the same energy level are degenerate.</a:t>
            </a:r>
            <a:endParaRPr lang="en-US" altLang="en-US" sz="2400" dirty="0" smtClean="0"/>
          </a:p>
          <a:p>
            <a:pPr eaLnBrk="1" hangingPunct="1">
              <a:lnSpc>
                <a:spcPct val="90000"/>
              </a:lnSpc>
            </a:pPr>
            <a:endParaRPr lang="en-US" altLang="en-US" sz="2400" dirty="0" smtClean="0"/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 smtClean="0"/>
              <a:t>Orbital sets in the same sublevel are still degenerate.</a:t>
            </a:r>
            <a:endParaRPr lang="en-US" altLang="en-US" sz="2400" dirty="0" smtClean="0"/>
          </a:p>
          <a:p>
            <a:pPr eaLnBrk="1" hangingPunct="1">
              <a:lnSpc>
                <a:spcPct val="90000"/>
              </a:lnSpc>
            </a:pPr>
            <a:endParaRPr lang="en-US" altLang="en-US" sz="2400" dirty="0" smtClean="0"/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 smtClean="0"/>
              <a:t>Energy levels start to overlap in energy (e.g., 4</a:t>
            </a:r>
            <a:r>
              <a:rPr lang="en-US" altLang="en-US" sz="2400" i="1" dirty="0" smtClean="0"/>
              <a:t>s</a:t>
            </a:r>
            <a:r>
              <a:rPr lang="en-US" altLang="en-US" sz="2400" dirty="0" smtClean="0"/>
              <a:t> is lower </a:t>
            </a:r>
            <a:br>
              <a:rPr lang="en-US" altLang="en-US" sz="2400" dirty="0" smtClean="0"/>
            </a:br>
            <a:r>
              <a:rPr lang="en-US" altLang="en-US" sz="2400" dirty="0" smtClean="0"/>
              <a:t>in energy than 3</a:t>
            </a:r>
            <a:r>
              <a:rPr lang="en-US" altLang="en-US" sz="2400" i="1" dirty="0" smtClean="0"/>
              <a:t>d</a:t>
            </a:r>
            <a:r>
              <a:rPr lang="en-US" altLang="en-US" sz="2400" dirty="0" smtClean="0"/>
              <a:t>.)</a:t>
            </a:r>
            <a:endParaRPr lang="en-US" altLang="en-US" sz="2400" dirty="0" smtClean="0"/>
          </a:p>
        </p:txBody>
      </p:sp>
      <p:pic>
        <p:nvPicPr>
          <p:cNvPr id="41988" name="Picture 6" descr="C:\Documents and Settings\GEX\Desktop\51579 image ppt\Chapter 06\06_25_Figure.jpg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2999" y="1371600"/>
            <a:ext cx="4134033" cy="36707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 eaLnBrk="1" hangingPunct="1"/>
            <a:r>
              <a:rPr lang="en-US" altLang="en-US" sz="32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Spin</a:t>
            </a:r>
            <a:r>
              <a:rPr lang="en-US" alt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Quantum Number, </a:t>
            </a:r>
            <a:r>
              <a:rPr lang="en-US" altLang="en-US" sz="3200" b="1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en-US" sz="3200" b="1" i="1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endParaRPr lang="en-US" altLang="en-US" sz="32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76200" y="1295400"/>
            <a:ext cx="6172200" cy="5410200"/>
          </a:xfrm>
        </p:spPr>
        <p:txBody>
          <a:bodyPr/>
          <a:lstStyle/>
          <a:p>
            <a:pPr eaLnBrk="1" hangingPunct="1"/>
            <a:r>
              <a:rPr lang="en-US" altLang="en-US" sz="2800" dirty="0" smtClean="0"/>
              <a:t>In the 1920s, it was discovered that two electrons in the same orbital do not have exactly the same energy.</a:t>
            </a:r>
            <a:endParaRPr lang="en-US" altLang="en-US" sz="2800" dirty="0" smtClean="0"/>
          </a:p>
          <a:p>
            <a:pPr eaLnBrk="1" hangingPunct="1"/>
            <a:r>
              <a:rPr lang="en-US" altLang="en-US" sz="2800" dirty="0" smtClean="0"/>
              <a:t>The “spin” of an electron describes its </a:t>
            </a:r>
            <a:r>
              <a:rPr lang="en-US" altLang="en-US" sz="2800" dirty="0" smtClean="0">
                <a:solidFill>
                  <a:srgbClr val="FF0000"/>
                </a:solidFill>
              </a:rPr>
              <a:t>magnetic field</a:t>
            </a:r>
            <a:r>
              <a:rPr lang="en-US" altLang="en-US" sz="2800" dirty="0" smtClean="0"/>
              <a:t>, which affects its energy.</a:t>
            </a:r>
            <a:endParaRPr lang="en-US" altLang="en-US" sz="2800" dirty="0" smtClean="0"/>
          </a:p>
          <a:p>
            <a:pPr eaLnBrk="1" hangingPunct="1"/>
            <a:r>
              <a:rPr lang="en-US" altLang="en-US" sz="2800" dirty="0" smtClean="0"/>
              <a:t>This led to the spin quantum number, </a:t>
            </a:r>
            <a:r>
              <a:rPr lang="en-US" altLang="en-US" sz="2800" i="1" dirty="0" err="1" smtClean="0"/>
              <a:t>m</a:t>
            </a:r>
            <a:r>
              <a:rPr lang="en-US" altLang="en-US" sz="2800" i="1" baseline="-25000" dirty="0" err="1" smtClean="0"/>
              <a:t>s</a:t>
            </a:r>
            <a:r>
              <a:rPr lang="en-US" altLang="en-US" sz="2800" i="1" dirty="0" err="1" smtClean="0"/>
              <a:t>.</a:t>
            </a:r>
            <a:endParaRPr lang="en-US" altLang="en-US" sz="2800" i="1" dirty="0" smtClean="0"/>
          </a:p>
          <a:p>
            <a:pPr eaLnBrk="1" hangingPunct="1"/>
            <a:r>
              <a:rPr lang="en-US" altLang="en-US" sz="2800" dirty="0" smtClean="0"/>
              <a:t>The spin quantum number has only two allowed values, +</a:t>
            </a:r>
            <a:r>
              <a:rPr lang="en-US" altLang="en-US" sz="2800" dirty="0" smtClean="0">
                <a:cs typeface="Arial" panose="020B0604020202020204" pitchFamily="34" charset="0"/>
              </a:rPr>
              <a:t>½ and –½</a:t>
            </a:r>
            <a:r>
              <a:rPr lang="en-US" altLang="en-US" sz="2800" dirty="0" smtClean="0"/>
              <a:t>.</a:t>
            </a:r>
            <a:endParaRPr lang="en-US" altLang="en-US" sz="2800" dirty="0" smtClean="0"/>
          </a:p>
        </p:txBody>
      </p:sp>
      <p:pic>
        <p:nvPicPr>
          <p:cNvPr id="43012" name="Picture 6" descr="C:\Documents and Settings\GEX\Desktop\51579 image ppt\Chapter 06\06_26_Figure.jpg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1913" y="1828800"/>
            <a:ext cx="2249487" cy="196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VERSION" val="4.10"/>
  <p:tag name="QUESTIONNAME" val="A substance’s sp"/>
  <p:tag name="QUESTIONTYPE" val=" 0"/>
  <p:tag name="QUESTIONCHOICES" val=" 2"/>
  <p:tag name="QUESTIONANSWER" val="B"/>
  <p:tag name="QUESTIONDIFFICULTY" val=" 0"/>
  <p:tag name="QUESTIONPOINTS" val=" 1"/>
  <p:tag name="QUESTIONCHANCES" val=" 3"/>
  <p:tag name="QUESTIONTIMER" val="00:30"/>
  <p:tag name="QUESTIONCHOICESTYPE" val=" 1"/>
  <p:tag name="QUESTIONCHARTTYPE" val="0"/>
  <p:tag name="MANUALQUESTIONSTART" val="No"/>
</p:tagLst>
</file>

<file path=ppt/tags/tag2.xml><?xml version="1.0" encoding="utf-8"?>
<p:tagLst xmlns:p="http://schemas.openxmlformats.org/presentationml/2006/main">
  <p:tag name="VERSION" val="4.10"/>
  <p:tag name="QUESTIONNAME" val="The standard ent"/>
  <p:tag name="QUESTIONTYPE" val=" 0"/>
  <p:tag name="QUESTIONCHOICES" val=" 2"/>
  <p:tag name="QUESTIONANSWER" val="D"/>
  <p:tag name="QUESTIONDIFFICULTY" val=" 0"/>
  <p:tag name="QUESTIONPOINTS" val=" 1"/>
  <p:tag name="QUESTIONCHANCES" val=" 3"/>
  <p:tag name="QUESTIONTIMER" val="00:30"/>
  <p:tag name="QUESTIONCHOICESTYPE" val=" 1"/>
  <p:tag name="QUESTIONCHARTTYPE" val="0"/>
  <p:tag name="MANUALQUESTIONSTART" val="No"/>
</p:tagLst>
</file>

<file path=ppt/tags/tag3.xml><?xml version="1.0" encoding="utf-8"?>
<p:tagLst xmlns:p="http://schemas.openxmlformats.org/presentationml/2006/main">
  <p:tag name="VERSION" val="4.10"/>
  <p:tag name="QUESTIONNAME" val="The standard ent"/>
  <p:tag name="QUESTIONTYPE" val=" 0"/>
  <p:tag name="QUESTIONCHOICES" val=" 2"/>
  <p:tag name="QUESTIONANSWER" val="C"/>
  <p:tag name="QUESTIONDIFFICULTY" val=" 0"/>
  <p:tag name="QUESTIONPOINTS" val=" 1"/>
  <p:tag name="QUESTIONCHANCES" val=" 3"/>
  <p:tag name="QUESTIONTIMER" val="00:30"/>
  <p:tag name="QUESTIONCHOICESTYPE" val=" 1"/>
  <p:tag name="QUESTIONCHARTTYPE" val="0"/>
  <p:tag name="MANUALQUESTIONSTART" val="No"/>
</p:tagLst>
</file>

<file path=ppt/tags/tag4.xml><?xml version="1.0" encoding="utf-8"?>
<p:tagLst xmlns:p="http://schemas.openxmlformats.org/presentationml/2006/main">
  <p:tag name="VERSION" val="4.10"/>
  <p:tag name="QUESTIONNAME" val="2 H2 + O2 ? 2 H2"/>
  <p:tag name="QUESTIONTYPE" val=" 0"/>
  <p:tag name="QUESTIONCHOICES" val=" 2"/>
  <p:tag name="QUESTIONANSWER" val="C"/>
  <p:tag name="QUESTIONDIFFICULTY" val=" 0"/>
  <p:tag name="QUESTIONPOINTS" val=" 1"/>
  <p:tag name="QUESTIONCHANCES" val=" 3"/>
  <p:tag name="QUESTIONTIMER" val="00:30"/>
  <p:tag name="QUESTIONCHOICESTYPE" val=" 1"/>
  <p:tag name="QUESTIONCHARTTYPE" val="0"/>
  <p:tag name="MANUALQUESTIONSTART" val="No"/>
</p:tagLst>
</file>

<file path=ppt/tags/tag5.xml><?xml version="1.0" encoding="utf-8"?>
<p:tagLst xmlns:p="http://schemas.openxmlformats.org/presentationml/2006/main">
  <p:tag name="VERSION" val="4.10"/>
  <p:tag name="QUESTIONNAME" val=" "/>
  <p:tag name="QUESTIONTYPE" val=" 0"/>
  <p:tag name="QUESTIONCHOICES" val=" 2"/>
  <p:tag name="QUESTIONANSWER" val="B"/>
  <p:tag name="QUESTIONDIFFICULTY" val=" 0"/>
  <p:tag name="QUESTIONPOINTS" val=" 1"/>
  <p:tag name="QUESTIONCHANCES" val=" 3"/>
  <p:tag name="QUESTIONTIMER" val="00:30"/>
  <p:tag name="QUESTIONCHOICESTYPE" val=" 1"/>
  <p:tag name="QUESTIONCHARTTYPE" val="0"/>
  <p:tag name="MANUALQUESTIONSTART" val="No"/>
</p:tagLst>
</file>

<file path=ppt/tags/tag6.xml><?xml version="1.0" encoding="utf-8"?>
<p:tagLst xmlns:p="http://schemas.openxmlformats.org/presentationml/2006/main">
  <p:tag name="VERSION" val="4.10"/>
  <p:tag name="QUESTIONNAME" val="The average fuel"/>
  <p:tag name="QUESTIONTYPE" val=" 0"/>
  <p:tag name="QUESTIONCHOICES" val=" 2"/>
  <p:tag name="QUESTIONANSWER" val="B"/>
  <p:tag name="QUESTIONDIFFICULTY" val=" 0"/>
  <p:tag name="QUESTIONPOINTS" val=" 1"/>
  <p:tag name="QUESTIONCHANCES" val=" 3"/>
  <p:tag name="QUESTIONTIMER" val="00:30"/>
  <p:tag name="QUESTIONCHOICESTYPE" val=" 1"/>
  <p:tag name="QUESTIONCHARTTYPE" val="0"/>
  <p:tag name="MANUALQUESTIONSTART" val="No"/>
</p:tagLst>
</file>

<file path=ppt/tags/tag7.xml><?xml version="1.0" encoding="utf-8"?>
<p:tagLst xmlns:p="http://schemas.openxmlformats.org/presentationml/2006/main">
  <p:tag name="KSO_WM_SLIDE_MODEL_TYPE" val="timeline"/>
</p:tagLst>
</file>

<file path=ppt/theme/theme1.xml><?xml version="1.0" encoding="utf-8"?>
<a:theme xmlns:a="http://schemas.openxmlformats.org/drawingml/2006/main" name="Blank Presentation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 Presentation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</a:spPr>
      <a:bodyPr vert="horz" wrap="none" lIns="91440" tIns="45720" rIns="91440" bIns="45720" numCol="1" anchor="t" anchorCtr="0" compatLnSpc="1">
        <a:spAutoFit/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2400" b="1" i="0" u="none" strike="noStrike" cap="none" normalizeH="0" baseline="0" smtClean="0">
            <a:ln>
              <a:noFill/>
            </a:ln>
            <a:solidFill>
              <a:srgbClr val="C82E32"/>
            </a:solidFill>
            <a:effectLst/>
            <a:latin typeface="Arial" panose="020B0604020202020204" pitchFamily="34" charset="0"/>
            <a:ea typeface="MS PGothic" panose="020B0600070205080204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</a:spPr>
      <a:bodyPr vert="horz" wrap="none" lIns="91440" tIns="45720" rIns="91440" bIns="45720" numCol="1" anchor="t" anchorCtr="0" compatLnSpc="1">
        <a:spAutoFit/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2400" b="1" i="0" u="none" strike="noStrike" cap="none" normalizeH="0" baseline="0" smtClean="0">
            <a:ln>
              <a:noFill/>
            </a:ln>
            <a:solidFill>
              <a:srgbClr val="C82E32"/>
            </a:solidFill>
            <a:effectLst/>
            <a:latin typeface="Arial" panose="020B0604020202020204" pitchFamily="34" charset="0"/>
            <a:ea typeface="MS PGothic" panose="020B0600070205080204" charset="-128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Custom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Custom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</a:spPr>
      <a:bodyPr vert="horz" wrap="none" lIns="91440" tIns="45720" rIns="91440" bIns="45720" numCol="1" anchor="t" anchorCtr="0" compatLnSpc="1">
        <a:spAutoFit/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2400" b="1" i="0" u="none" strike="noStrike" cap="none" normalizeH="0" baseline="0" smtClean="0">
            <a:ln>
              <a:noFill/>
            </a:ln>
            <a:solidFill>
              <a:srgbClr val="C82E32"/>
            </a:solidFill>
            <a:effectLst/>
            <a:latin typeface="Arial" panose="020B0604020202020204" pitchFamily="34" charset="0"/>
            <a:ea typeface="MS PGothic" panose="020B0600070205080204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</a:spPr>
      <a:bodyPr vert="horz" wrap="none" lIns="91440" tIns="45720" rIns="91440" bIns="45720" numCol="1" anchor="t" anchorCtr="0" compatLnSpc="1">
        <a:spAutoFit/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2400" b="1" i="0" u="none" strike="noStrike" cap="none" normalizeH="0" baseline="0" smtClean="0">
            <a:ln>
              <a:noFill/>
            </a:ln>
            <a:solidFill>
              <a:srgbClr val="C82E32"/>
            </a:solidFill>
            <a:effectLst/>
            <a:latin typeface="Arial" panose="020B0604020202020204" pitchFamily="34" charset="0"/>
            <a:ea typeface="MS PGothic" panose="020B0600070205080204" charset="-128"/>
          </a:defRPr>
        </a:defPPr>
      </a:lstStyle>
    </a:lnDef>
  </a:objectDefaults>
  <a:extraClrSchemeLst>
    <a:extraClrScheme>
      <a:clrScheme name="Custom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10762</Words>
  <Application>WPS 演示</Application>
  <PresentationFormat>全屏显示(4:3)</PresentationFormat>
  <Paragraphs>419</Paragraphs>
  <Slides>54</Slides>
  <Notes>46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54</vt:i4>
      </vt:variant>
    </vt:vector>
  </HeadingPairs>
  <TitlesOfParts>
    <vt:vector size="72" baseType="lpstr">
      <vt:lpstr>Arial</vt:lpstr>
      <vt:lpstr>宋体</vt:lpstr>
      <vt:lpstr>Wingdings</vt:lpstr>
      <vt:lpstr>MS PGothic</vt:lpstr>
      <vt:lpstr>Times New Roman</vt:lpstr>
      <vt:lpstr>Symbol</vt:lpstr>
      <vt:lpstr>Calibri</vt:lpstr>
      <vt:lpstr>PMingLiU</vt:lpstr>
      <vt:lpstr>微软雅黑</vt:lpstr>
      <vt:lpstr>Arial Unicode MS</vt:lpstr>
      <vt:lpstr>ヒラギノ角ゴ Pro W3</vt:lpstr>
      <vt:lpstr>Arial</vt:lpstr>
      <vt:lpstr>Times</vt:lpstr>
      <vt:lpstr>Comic Sans MS</vt:lpstr>
      <vt:lpstr>MingLiU-ExtB</vt:lpstr>
      <vt:lpstr>Segoe Print</vt:lpstr>
      <vt:lpstr>Blank Presentation</vt:lpstr>
      <vt:lpstr>Custom Design</vt:lpstr>
      <vt:lpstr>Hess’s Law</vt:lpstr>
      <vt:lpstr>Hess’s Law</vt:lpstr>
      <vt:lpstr>Hess’s Law</vt:lpstr>
      <vt:lpstr>Calculation of H</vt:lpstr>
      <vt:lpstr>Calculation of H</vt:lpstr>
      <vt:lpstr>Calculation of H</vt:lpstr>
      <vt:lpstr>Energy in Foods</vt:lpstr>
      <vt:lpstr>Energy in Fuels</vt:lpstr>
      <vt:lpstr>A substance’s specific heat is its heat capacity per</vt:lpstr>
      <vt:lpstr>The standard enthalpy of formation of carbon in its graphite form is _______ kilojoules per mole.</vt:lpstr>
      <vt:lpstr>The standard enthalpy of formation of carbon in its diamond form is +1.88 kJ/mole, which means that diamond is _______ graphite.</vt:lpstr>
      <vt:lpstr>2 H2 + O2  2 H2O If the reaction above releases 483.6 kJ, then the standard enthalpy of formation of H2O =</vt:lpstr>
      <vt:lpstr>PowerPoint 演示文稿</vt:lpstr>
      <vt:lpstr>The average fuel values for proteins, carbohydrates, and fats are, respectively,  _______ kilocalories per gram.</vt:lpstr>
      <vt:lpstr>Energy</vt:lpstr>
      <vt:lpstr>PowerPoint 演示文稿</vt:lpstr>
      <vt:lpstr>PowerPoint 演示文稿</vt:lpstr>
      <vt:lpstr>PowerPoint 演示文稿</vt:lpstr>
      <vt:lpstr>Electronic Structure</vt:lpstr>
      <vt:lpstr>Periodic Table - Periodicity</vt:lpstr>
      <vt:lpstr>Pauli Exclusion Principle</vt:lpstr>
      <vt:lpstr>Electron Configurations</vt:lpstr>
      <vt:lpstr>Electron Configurations</vt:lpstr>
      <vt:lpstr>Orbital Diagrams</vt:lpstr>
      <vt:lpstr>Hund’s Rule</vt:lpstr>
      <vt:lpstr>Condensed Electron Configurations</vt:lpstr>
      <vt:lpstr>Periodic Table</vt:lpstr>
      <vt:lpstr>Some Anomalies</vt:lpstr>
      <vt:lpstr>Chromium as an Anomaly</vt:lpstr>
      <vt:lpstr>The Nature of Energy—Quanta</vt:lpstr>
      <vt:lpstr>Continuous vs. Line Spectra</vt:lpstr>
      <vt:lpstr>The Hydrogen Spectrum</vt:lpstr>
      <vt:lpstr>The Bohr Model</vt:lpstr>
      <vt:lpstr>The Bohr Model</vt:lpstr>
      <vt:lpstr>The Bohr Model</vt:lpstr>
      <vt:lpstr>Important Ideas from the Bohr Model</vt:lpstr>
      <vt:lpstr>The Photoelectric Effect</vt:lpstr>
      <vt:lpstr>Quantum Mechanics</vt:lpstr>
      <vt:lpstr>Quantum Mechanics</vt:lpstr>
      <vt:lpstr>Quantum Numbers</vt:lpstr>
      <vt:lpstr>An Atom versus a House</vt:lpstr>
      <vt:lpstr>Principal Quantum Number (n)</vt:lpstr>
      <vt:lpstr>Angular Momentum Quantum Number (l)</vt:lpstr>
      <vt:lpstr>Angular Momentum Quantum Number (l)</vt:lpstr>
      <vt:lpstr>Magnetic Quantum Number (ml)</vt:lpstr>
      <vt:lpstr>Magnetic Quantum Number (ml)</vt:lpstr>
      <vt:lpstr>s Orbitals</vt:lpstr>
      <vt:lpstr>s Orbitals</vt:lpstr>
      <vt:lpstr>p Orbitals</vt:lpstr>
      <vt:lpstr>d Orbitals</vt:lpstr>
      <vt:lpstr>f Orbitals</vt:lpstr>
      <vt:lpstr>Energies of Orbitals—Hydrogen</vt:lpstr>
      <vt:lpstr>Energies of Orbitals—Many-electron Atoms</vt:lpstr>
      <vt:lpstr>Spin Quantum Number, ms</vt:lpstr>
    </vt:vector>
  </TitlesOfParts>
  <Company>John Bookstaver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6 Electronic Structure of Atoms</dc:title>
  <dc:creator>John Bookstaver</dc:creator>
  <cp:lastModifiedBy>dell</cp:lastModifiedBy>
  <cp:revision>233</cp:revision>
  <dcterms:created xsi:type="dcterms:W3CDTF">2005-02-19T21:01:00Z</dcterms:created>
  <dcterms:modified xsi:type="dcterms:W3CDTF">2018-09-29T07:38:39Z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2052-10.1.0.7566</vt:lpwstr>
  </property>
</Properties>
</file>